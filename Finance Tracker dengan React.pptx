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W0yxgUTr1tVRsKJpZxJoPKP2z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568abcf8c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c568abcf8c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c568abcf8c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568abcf8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c568abcf8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c568abcf8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cdn.freebiesupply.com/3ab05b861a7f432bf845676ea1be5d5f17fcf482.png" id="17" name="Google Shape;17;p1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7429500" y="0"/>
            <a:ext cx="4762500" cy="4762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1DAFB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764BA2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1"/>
          <p:cNvSpPr/>
          <p:nvPr/>
        </p:nvSpPr>
        <p:spPr>
          <a:xfrm>
            <a:off x="385763" y="1576388"/>
            <a:ext cx="3009900" cy="390525"/>
          </a:xfrm>
          <a:custGeom>
            <a:rect b="b" l="l" r="r" t="t"/>
            <a:pathLst>
              <a:path extrusionOk="0" h="390525" w="3009900">
                <a:moveTo>
                  <a:pt x="195263" y="0"/>
                </a:moveTo>
                <a:lnTo>
                  <a:pt x="2814638" y="0"/>
                </a:lnTo>
                <a:cubicBezTo>
                  <a:pt x="2922406" y="0"/>
                  <a:pt x="3009900" y="87494"/>
                  <a:pt x="3009900" y="195263"/>
                </a:cubicBezTo>
                <a:lnTo>
                  <a:pt x="3009900" y="195263"/>
                </a:lnTo>
                <a:cubicBezTo>
                  <a:pt x="3009900" y="303031"/>
                  <a:pt x="2922406" y="390525"/>
                  <a:pt x="28146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 cap="flat" cmpd="sng" w="12700">
            <a:solidFill>
              <a:srgbClr val="61DAF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2925" y="1671638"/>
            <a:ext cx="276850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WORKSHOP FULLSTACK WEB DEV</a:t>
            </a:r>
            <a:endParaRPr b="0" i="0" sz="1600" u="none" cap="none" strike="noStrike"/>
          </a:p>
        </p:txBody>
      </p:sp>
      <p:sp>
        <p:nvSpPr>
          <p:cNvPr id="21" name="Google Shape;21;p1"/>
          <p:cNvSpPr/>
          <p:nvPr/>
        </p:nvSpPr>
        <p:spPr>
          <a:xfrm>
            <a:off x="381000" y="2200275"/>
            <a:ext cx="11772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Finance Tracker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dengan React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381000" y="4067175"/>
            <a:ext cx="1154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Day 1 - Frontend Development</a:t>
            </a:r>
            <a:endParaRPr b="0" i="0" sz="1600" u="none" cap="none" strike="noStrike"/>
          </a:p>
        </p:txBody>
      </p:sp>
      <p:sp>
        <p:nvSpPr>
          <p:cNvPr id="23" name="Google Shape;23;p1"/>
          <p:cNvSpPr/>
          <p:nvPr/>
        </p:nvSpPr>
        <p:spPr>
          <a:xfrm>
            <a:off x="381000" y="48291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95300" y="49434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952500" y="4924425"/>
            <a:ext cx="695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React.js</a:t>
            </a:r>
            <a:endParaRPr b="0" i="0" sz="1600" u="none" cap="none" strike="noStrike"/>
          </a:p>
        </p:txBody>
      </p:sp>
      <p:sp>
        <p:nvSpPr>
          <p:cNvPr id="26" name="Google Shape;26;p1"/>
          <p:cNvSpPr/>
          <p:nvPr/>
        </p:nvSpPr>
        <p:spPr>
          <a:xfrm>
            <a:off x="1867198" y="48291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952923" y="4943475"/>
            <a:ext cx="285750" cy="228600"/>
          </a:xfrm>
          <a:custGeom>
            <a:rect b="b" l="l" r="r" t="t"/>
            <a:pathLst>
              <a:path extrusionOk="0" h="228600" w="28575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438698" y="4924425"/>
            <a:ext cx="1181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CodeSandbox</a:t>
            </a:r>
            <a:endParaRPr b="0" i="0" sz="1600" u="none" cap="none" strike="noStrike"/>
          </a:p>
        </p:txBody>
      </p:sp>
      <p:sp>
        <p:nvSpPr>
          <p:cNvPr id="29" name="Google Shape;29;p1"/>
          <p:cNvSpPr/>
          <p:nvPr/>
        </p:nvSpPr>
        <p:spPr>
          <a:xfrm>
            <a:off x="3839245" y="48291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953545" y="4943475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5725"/>
                </a:lnTo>
                <a:cubicBezTo>
                  <a:pt x="228600" y="69964"/>
                  <a:pt x="215786" y="57150"/>
                  <a:pt x="200025" y="57150"/>
                </a:cubicBezTo>
                <a:lnTo>
                  <a:pt x="32147" y="57150"/>
                </a:lnTo>
                <a:cubicBezTo>
                  <a:pt x="26209" y="57150"/>
                  <a:pt x="21431" y="52373"/>
                  <a:pt x="21431" y="46434"/>
                </a:cubicBezTo>
                <a:cubicBezTo>
                  <a:pt x="21431" y="40496"/>
                  <a:pt x="26209" y="35719"/>
                  <a:pt x="32147" y="35719"/>
                </a:cubicBezTo>
                <a:lnTo>
                  <a:pt x="203597" y="35719"/>
                </a:lnTo>
                <a:cubicBezTo>
                  <a:pt x="209535" y="35719"/>
                  <a:pt x="214313" y="30941"/>
                  <a:pt x="214313" y="25003"/>
                </a:cubicBezTo>
                <a:cubicBezTo>
                  <a:pt x="214313" y="19065"/>
                  <a:pt x="209535" y="14288"/>
                  <a:pt x="203597" y="14288"/>
                </a:cubicBezTo>
                <a:lnTo>
                  <a:pt x="28575" y="14288"/>
                </a:lnTo>
                <a:close/>
                <a:moveTo>
                  <a:pt x="185738" y="114300"/>
                </a:moveTo>
                <a:cubicBezTo>
                  <a:pt x="193623" y="114300"/>
                  <a:pt x="200025" y="120702"/>
                  <a:pt x="200025" y="128588"/>
                </a:cubicBezTo>
                <a:cubicBezTo>
                  <a:pt x="200025" y="136473"/>
                  <a:pt x="193623" y="142875"/>
                  <a:pt x="185738" y="142875"/>
                </a:cubicBezTo>
                <a:cubicBezTo>
                  <a:pt x="177852" y="142875"/>
                  <a:pt x="171450" y="136473"/>
                  <a:pt x="171450" y="128588"/>
                </a:cubicBezTo>
                <a:cubicBezTo>
                  <a:pt x="171450" y="120702"/>
                  <a:pt x="177852" y="114300"/>
                  <a:pt x="185738" y="114300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410745" y="4924425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Finance App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385763" y="385763"/>
            <a:ext cx="781050" cy="314325"/>
          </a:xfrm>
          <a:custGeom>
            <a:rect b="b" l="l" r="r" t="t"/>
            <a:pathLst>
              <a:path extrusionOk="0" h="314325" w="781050">
                <a:moveTo>
                  <a:pt x="76199" y="0"/>
                </a:moveTo>
                <a:lnTo>
                  <a:pt x="704851" y="0"/>
                </a:lnTo>
                <a:cubicBezTo>
                  <a:pt x="746935" y="0"/>
                  <a:pt x="781050" y="34115"/>
                  <a:pt x="781050" y="76199"/>
                </a:cubicBezTo>
                <a:lnTo>
                  <a:pt x="781050" y="238126"/>
                </a:lnTo>
                <a:cubicBezTo>
                  <a:pt x="781050" y="280210"/>
                  <a:pt x="746935" y="314325"/>
                  <a:pt x="704851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 cap="flat" cmpd="sng" w="12700">
            <a:solidFill>
              <a:srgbClr val="764BA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04825" y="461963"/>
            <a:ext cx="609600" cy="176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64BA2"/>
                </a:solidFill>
                <a:latin typeface="Arial"/>
                <a:ea typeface="Arial"/>
                <a:cs typeface="Arial"/>
                <a:sym typeface="Arial"/>
              </a:rPr>
              <a:t>KONTEN</a:t>
            </a:r>
            <a:endParaRPr b="0" i="0" sz="1600" u="none" cap="none" strike="noStrike"/>
          </a:p>
        </p:txBody>
      </p:sp>
      <p:sp>
        <p:nvSpPr>
          <p:cNvPr id="39" name="Google Shape;39;p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Latar Belakang</a:t>
            </a:r>
            <a:endParaRPr b="0" i="0" sz="1600" u="none" cap="none" strike="noStrike"/>
          </a:p>
        </p:txBody>
      </p:sp>
      <p:sp>
        <p:nvSpPr>
          <p:cNvPr id="40" name="Google Shape;40;p2"/>
          <p:cNvSpPr/>
          <p:nvPr/>
        </p:nvSpPr>
        <p:spPr>
          <a:xfrm>
            <a:off x="385763" y="1433513"/>
            <a:ext cx="5591175" cy="2419350"/>
          </a:xfrm>
          <a:custGeom>
            <a:rect b="b" l="l" r="r" t="t"/>
            <a:pathLst>
              <a:path extrusionOk="0" h="2419350" w="5591175">
                <a:moveTo>
                  <a:pt x="152395" y="0"/>
                </a:moveTo>
                <a:lnTo>
                  <a:pt x="5438780" y="0"/>
                </a:lnTo>
                <a:cubicBezTo>
                  <a:pt x="5522889" y="0"/>
                  <a:pt x="5591175" y="68286"/>
                  <a:pt x="5591175" y="152395"/>
                </a:cubicBezTo>
                <a:lnTo>
                  <a:pt x="5591175" y="2266955"/>
                </a:lnTo>
                <a:cubicBezTo>
                  <a:pt x="5591175" y="2351064"/>
                  <a:pt x="5522889" y="2419350"/>
                  <a:pt x="5438780" y="2419350"/>
                </a:cubicBezTo>
                <a:lnTo>
                  <a:pt x="152395" y="2419350"/>
                </a:lnTo>
                <a:cubicBezTo>
                  <a:pt x="68286" y="2419350"/>
                  <a:pt x="0" y="2351064"/>
                  <a:pt x="0" y="226695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19125" y="1666875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71525" y="1819275"/>
            <a:ext cx="228600" cy="228600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304925" y="1666875"/>
            <a:ext cx="453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Kebutuhan Industri Digital</a:t>
            </a:r>
            <a:endParaRPr b="0" i="0" sz="1600" u="none" cap="none" strike="noStrike"/>
          </a:p>
        </p:txBody>
      </p:sp>
      <p:sp>
        <p:nvSpPr>
          <p:cNvPr id="44" name="Google Shape;44;p2"/>
          <p:cNvSpPr/>
          <p:nvPr/>
        </p:nvSpPr>
        <p:spPr>
          <a:xfrm>
            <a:off x="1304925" y="2009775"/>
            <a:ext cx="45148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Perkembangan industri digital mendorong kebutuhan akan talenta yang mampu membangun aplikasi secara menyeluruh, mulai dari tampilan antarmuka hingga pengelolaan data dan keamanan sistem.</a:t>
            </a:r>
            <a:endParaRPr b="0" i="0" sz="1600" u="none" cap="none" strike="noStrike"/>
          </a:p>
        </p:txBody>
      </p:sp>
      <p:sp>
        <p:nvSpPr>
          <p:cNvPr id="45" name="Google Shape;45;p2"/>
          <p:cNvSpPr/>
          <p:nvPr/>
        </p:nvSpPr>
        <p:spPr>
          <a:xfrm>
            <a:off x="385763" y="4052888"/>
            <a:ext cx="5591175" cy="2419350"/>
          </a:xfrm>
          <a:custGeom>
            <a:rect b="b" l="l" r="r" t="t"/>
            <a:pathLst>
              <a:path extrusionOk="0" h="2419350" w="5591175">
                <a:moveTo>
                  <a:pt x="152395" y="0"/>
                </a:moveTo>
                <a:lnTo>
                  <a:pt x="5438780" y="0"/>
                </a:lnTo>
                <a:cubicBezTo>
                  <a:pt x="5522889" y="0"/>
                  <a:pt x="5591175" y="68286"/>
                  <a:pt x="5591175" y="152395"/>
                </a:cubicBezTo>
                <a:lnTo>
                  <a:pt x="5591175" y="2266955"/>
                </a:lnTo>
                <a:cubicBezTo>
                  <a:pt x="5591175" y="2351064"/>
                  <a:pt x="5522889" y="2419350"/>
                  <a:pt x="5438780" y="2419350"/>
                </a:cubicBezTo>
                <a:lnTo>
                  <a:pt x="152395" y="2419350"/>
                </a:lnTo>
                <a:cubicBezTo>
                  <a:pt x="68286" y="2419350"/>
                  <a:pt x="0" y="2351064"/>
                  <a:pt x="0" y="226695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19125" y="4286250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71525" y="4438650"/>
            <a:ext cx="228600" cy="228600"/>
          </a:xfrm>
          <a:custGeom>
            <a:rect b="b" l="l" r="r" t="t"/>
            <a:pathLst>
              <a:path extrusionOk="0" h="228600" w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304925" y="4286250"/>
            <a:ext cx="453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Fullstack Web Development</a:t>
            </a:r>
            <a:endParaRPr b="0" i="0" sz="1600" u="none" cap="none" strike="noStrike"/>
          </a:p>
        </p:txBody>
      </p:sp>
      <p:sp>
        <p:nvSpPr>
          <p:cNvPr id="49" name="Google Shape;49;p2"/>
          <p:cNvSpPr/>
          <p:nvPr/>
        </p:nvSpPr>
        <p:spPr>
          <a:xfrm>
            <a:off x="1304925" y="4629150"/>
            <a:ext cx="45148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Kemampuan Fullstack Web Development menjadi salah satu keterampilan yang relevan dan banyak dibutuhkan di berbagai sektor industri.</a:t>
            </a:r>
            <a:endParaRPr b="0" i="0" sz="1600" u="none" cap="none" strike="noStrike"/>
          </a:p>
        </p:txBody>
      </p:sp>
      <p:sp>
        <p:nvSpPr>
          <p:cNvPr id="50" name="Google Shape;50;p2"/>
          <p:cNvSpPr/>
          <p:nvPr/>
        </p:nvSpPr>
        <p:spPr>
          <a:xfrm>
            <a:off x="6215063" y="1433513"/>
            <a:ext cx="5591175" cy="3724275"/>
          </a:xfrm>
          <a:custGeom>
            <a:rect b="b" l="l" r="r" t="t"/>
            <a:pathLst>
              <a:path extrusionOk="0" h="3724275" w="5591175">
                <a:moveTo>
                  <a:pt x="152397" y="0"/>
                </a:moveTo>
                <a:lnTo>
                  <a:pt x="5438778" y="0"/>
                </a:lnTo>
                <a:cubicBezTo>
                  <a:pt x="5522944" y="0"/>
                  <a:pt x="5591175" y="68231"/>
                  <a:pt x="5591175" y="152397"/>
                </a:cubicBezTo>
                <a:lnTo>
                  <a:pt x="5591175" y="3571878"/>
                </a:lnTo>
                <a:cubicBezTo>
                  <a:pt x="5591175" y="3656044"/>
                  <a:pt x="5522944" y="3724275"/>
                  <a:pt x="5438778" y="3724275"/>
                </a:cubicBezTo>
                <a:lnTo>
                  <a:pt x="152397" y="3724275"/>
                </a:lnTo>
                <a:cubicBezTo>
                  <a:pt x="68231" y="3724275"/>
                  <a:pt x="0" y="3656044"/>
                  <a:pt x="0" y="35718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48425" y="1666875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586538" y="1819275"/>
            <a:ext cx="257175" cy="228600"/>
          </a:xfrm>
          <a:custGeom>
            <a:rect b="b" l="l" r="r" t="t"/>
            <a:pathLst>
              <a:path extrusionOk="0" h="228600" w="257175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134225" y="1666875"/>
            <a:ext cx="453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Tujuan Workshop</a:t>
            </a:r>
            <a:endParaRPr b="0" i="0" sz="1600" u="none" cap="none" strike="noStrike"/>
          </a:p>
        </p:txBody>
      </p:sp>
      <p:sp>
        <p:nvSpPr>
          <p:cNvPr id="54" name="Google Shape;54;p2"/>
          <p:cNvSpPr/>
          <p:nvPr/>
        </p:nvSpPr>
        <p:spPr>
          <a:xfrm>
            <a:off x="7134225" y="2009775"/>
            <a:ext cx="4514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Memperkenalkan konsep dasar hingga praktik membangun aplikasi menggunakan React (frontend) dan Laravel (backend).</a:t>
            </a:r>
            <a:endParaRPr b="0" i="0" sz="1600" u="none" cap="none" strike="noStrike"/>
          </a:p>
        </p:txBody>
      </p:sp>
      <p:sp>
        <p:nvSpPr>
          <p:cNvPr id="55" name="Google Shape;55;p2"/>
          <p:cNvSpPr/>
          <p:nvPr/>
        </p:nvSpPr>
        <p:spPr>
          <a:xfrm>
            <a:off x="7153275" y="2686050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377113" y="2657475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Memahami arsitektur aplikasi modern</a:t>
            </a:r>
            <a:endParaRPr b="0" i="0" sz="160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7153275" y="2952750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7377113" y="2924175"/>
            <a:ext cx="1838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Alur komunikasi client-server</a:t>
            </a:r>
            <a:endParaRPr b="0" i="0" sz="16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7153275" y="3219450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377113" y="319087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Implementasi fitur pencatatan transaksi</a:t>
            </a:r>
            <a:endParaRPr b="0" i="0" sz="16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153275" y="3486150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7377113" y="3457575"/>
            <a:ext cx="1000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Visualisasi data</a:t>
            </a:r>
            <a:endParaRPr b="0" i="0" sz="160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6215063" y="5357813"/>
            <a:ext cx="5591175" cy="1114425"/>
          </a:xfrm>
          <a:custGeom>
            <a:rect b="b" l="l" r="r" t="t"/>
            <a:pathLst>
              <a:path extrusionOk="0" h="1114425" w="55911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962027"/>
                </a:lnTo>
                <a:cubicBezTo>
                  <a:pt x="5591175" y="1046194"/>
                  <a:pt x="5522944" y="1114425"/>
                  <a:pt x="5438777" y="1114425"/>
                </a:cubicBezTo>
                <a:lnTo>
                  <a:pt x="152398" y="1114425"/>
                </a:lnTo>
                <a:cubicBezTo>
                  <a:pt x="68231" y="1114425"/>
                  <a:pt x="0" y="1046194"/>
                  <a:pt x="0" y="9620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61DAFB">
                  <a:alpha val="20000"/>
                </a:srgbClr>
              </a:gs>
              <a:gs pos="100000">
                <a:srgbClr val="764BA2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479381" y="5772150"/>
            <a:ext cx="214313" cy="285750"/>
          </a:xfrm>
          <a:custGeom>
            <a:rect b="b" l="l" r="r" t="t"/>
            <a:pathLst>
              <a:path extrusionOk="0" h="285750" w="214313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914629" y="5553075"/>
            <a:ext cx="4781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Pendekatan Pembelajaran</a:t>
            </a:r>
            <a:endParaRPr b="0" i="0" sz="16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6914629" y="5819775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Format online interaktif dengan fokus pada pemahaman end-to-end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362537" y="362537"/>
            <a:ext cx="617656" cy="295401"/>
          </a:xfrm>
          <a:custGeom>
            <a:rect b="b" l="l" r="r" t="t"/>
            <a:pathLst>
              <a:path extrusionOk="0" h="295401" w="617656">
                <a:moveTo>
                  <a:pt x="71611" y="0"/>
                </a:moveTo>
                <a:lnTo>
                  <a:pt x="546045" y="0"/>
                </a:lnTo>
                <a:cubicBezTo>
                  <a:pt x="585595" y="0"/>
                  <a:pt x="617656" y="32061"/>
                  <a:pt x="617656" y="71611"/>
                </a:cubicBezTo>
                <a:lnTo>
                  <a:pt x="617656" y="223790"/>
                </a:lnTo>
                <a:cubicBezTo>
                  <a:pt x="617656" y="263340"/>
                  <a:pt x="585595" y="295401"/>
                  <a:pt x="546045" y="295401"/>
                </a:cubicBezTo>
                <a:lnTo>
                  <a:pt x="71611" y="295401"/>
                </a:lnTo>
                <a:cubicBezTo>
                  <a:pt x="32061" y="295401"/>
                  <a:pt x="0" y="263340"/>
                  <a:pt x="0" y="223790"/>
                </a:cubicBezTo>
                <a:lnTo>
                  <a:pt x="0" y="71611"/>
                </a:lnTo>
                <a:cubicBezTo>
                  <a:pt x="0" y="32061"/>
                  <a:pt x="32061" y="0"/>
                  <a:pt x="71611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 cap="flat" cmpd="sng" w="12700">
            <a:solidFill>
              <a:srgbClr val="61DAF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74432" y="434150"/>
            <a:ext cx="452542" cy="165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7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endParaRPr b="0" i="0" sz="160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358062" y="769833"/>
            <a:ext cx="11637004" cy="35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3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Setup Instan dengan CodeSandbox</a:t>
            </a:r>
            <a:endParaRPr b="0" i="0" sz="160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358062" y="1199507"/>
            <a:ext cx="11556441" cy="250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9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Tanpa instalasi, siap coding dalam 10 detik!</a:t>
            </a:r>
            <a:endParaRPr b="0" i="0" sz="1600" u="none" cap="none" strike="noStrike"/>
          </a:p>
        </p:txBody>
      </p:sp>
      <p:sp>
        <p:nvSpPr>
          <p:cNvPr id="76" name="Google Shape;76;p3"/>
          <p:cNvSpPr/>
          <p:nvPr/>
        </p:nvSpPr>
        <p:spPr>
          <a:xfrm>
            <a:off x="362537" y="1633656"/>
            <a:ext cx="5621568" cy="3876018"/>
          </a:xfrm>
          <a:custGeom>
            <a:rect b="b" l="l" r="r" t="t"/>
            <a:pathLst>
              <a:path extrusionOk="0" h="3876018" w="5621568">
                <a:moveTo>
                  <a:pt x="143219" y="0"/>
                </a:moveTo>
                <a:lnTo>
                  <a:pt x="5478349" y="0"/>
                </a:lnTo>
                <a:cubicBezTo>
                  <a:pt x="5557447" y="0"/>
                  <a:pt x="5621568" y="64121"/>
                  <a:pt x="5621568" y="143219"/>
                </a:cubicBezTo>
                <a:lnTo>
                  <a:pt x="5621568" y="3732799"/>
                </a:lnTo>
                <a:cubicBezTo>
                  <a:pt x="5621568" y="3811896"/>
                  <a:pt x="5557447" y="3876018"/>
                  <a:pt x="5478349" y="3876018"/>
                </a:cubicBezTo>
                <a:lnTo>
                  <a:pt x="143219" y="3876018"/>
                </a:lnTo>
                <a:cubicBezTo>
                  <a:pt x="64121" y="3876018"/>
                  <a:pt x="0" y="3811896"/>
                  <a:pt x="0" y="3732799"/>
                </a:cubicBezTo>
                <a:lnTo>
                  <a:pt x="0" y="143219"/>
                </a:lnTo>
                <a:cubicBezTo>
                  <a:pt x="0" y="64121"/>
                  <a:pt x="64121" y="0"/>
                  <a:pt x="143219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15419" y="1888775"/>
            <a:ext cx="156652" cy="179031"/>
          </a:xfrm>
          <a:custGeom>
            <a:rect b="b" l="l" r="r" t="t"/>
            <a:pathLst>
              <a:path extrusionOk="0" h="179031" w="156652">
                <a:moveTo>
                  <a:pt x="118468" y="-3462"/>
                </a:moveTo>
                <a:cubicBezTo>
                  <a:pt x="122629" y="-455"/>
                  <a:pt x="124168" y="5000"/>
                  <a:pt x="122279" y="9756"/>
                </a:cubicBezTo>
                <a:lnTo>
                  <a:pt x="94865" y="78326"/>
                </a:lnTo>
                <a:lnTo>
                  <a:pt x="145463" y="78326"/>
                </a:lnTo>
                <a:cubicBezTo>
                  <a:pt x="150183" y="78326"/>
                  <a:pt x="154379" y="81263"/>
                  <a:pt x="155988" y="85704"/>
                </a:cubicBezTo>
                <a:cubicBezTo>
                  <a:pt x="157596" y="90145"/>
                  <a:pt x="156232" y="95110"/>
                  <a:pt x="152631" y="98117"/>
                </a:cubicBezTo>
                <a:lnTo>
                  <a:pt x="51926" y="182038"/>
                </a:lnTo>
                <a:cubicBezTo>
                  <a:pt x="47975" y="185325"/>
                  <a:pt x="42345" y="185500"/>
                  <a:pt x="38184" y="182493"/>
                </a:cubicBezTo>
                <a:cubicBezTo>
                  <a:pt x="34023" y="179485"/>
                  <a:pt x="32484" y="174031"/>
                  <a:pt x="34373" y="169275"/>
                </a:cubicBezTo>
                <a:lnTo>
                  <a:pt x="61787" y="100705"/>
                </a:lnTo>
                <a:lnTo>
                  <a:pt x="11189" y="100705"/>
                </a:lnTo>
                <a:cubicBezTo>
                  <a:pt x="6469" y="100705"/>
                  <a:pt x="2273" y="97768"/>
                  <a:pt x="664" y="93327"/>
                </a:cubicBezTo>
                <a:cubicBezTo>
                  <a:pt x="-944" y="88886"/>
                  <a:pt x="420" y="83921"/>
                  <a:pt x="4021" y="80914"/>
                </a:cubicBezTo>
                <a:lnTo>
                  <a:pt x="104726" y="-3007"/>
                </a:lnTo>
                <a:cubicBezTo>
                  <a:pt x="108677" y="-6294"/>
                  <a:pt x="114307" y="-6469"/>
                  <a:pt x="118468" y="-3462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05639" y="1852969"/>
            <a:ext cx="5048670" cy="250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Langkah Mudah</a:t>
            </a:r>
            <a:endParaRPr b="0" i="0" sz="160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599753" y="2246837"/>
            <a:ext cx="5165040" cy="680317"/>
          </a:xfrm>
          <a:custGeom>
            <a:rect b="b" l="l" r="r" t="t"/>
            <a:pathLst>
              <a:path extrusionOk="0" h="680317" w="5165040">
                <a:moveTo>
                  <a:pt x="35806" y="0"/>
                </a:moveTo>
                <a:lnTo>
                  <a:pt x="5057624" y="0"/>
                </a:lnTo>
                <a:cubicBezTo>
                  <a:pt x="5116948" y="0"/>
                  <a:pt x="5165040" y="48091"/>
                  <a:pt x="5165040" y="107415"/>
                </a:cubicBezTo>
                <a:lnTo>
                  <a:pt x="5165040" y="572902"/>
                </a:lnTo>
                <a:cubicBezTo>
                  <a:pt x="5165040" y="632226"/>
                  <a:pt x="5116948" y="680317"/>
                  <a:pt x="5057624" y="680317"/>
                </a:cubicBez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99753" y="2246837"/>
            <a:ext cx="35806" cy="680317"/>
          </a:xfrm>
          <a:custGeom>
            <a:rect b="b" l="l" r="r" t="t"/>
            <a:pathLst>
              <a:path extrusionOk="0" h="680317" w="35806">
                <a:moveTo>
                  <a:pt x="35806" y="0"/>
                </a:moveTo>
                <a:lnTo>
                  <a:pt x="35806" y="0"/>
                </a:lnTo>
                <a:lnTo>
                  <a:pt x="35806" y="680317"/>
                </a:ln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60881" y="2407965"/>
            <a:ext cx="358062" cy="358062"/>
          </a:xfrm>
          <a:custGeom>
            <a:rect b="b" l="l" r="r" t="t"/>
            <a:pathLst>
              <a:path extrusionOk="0" h="358062" w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20599" y="2407965"/>
            <a:ext cx="438626" cy="35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9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1262167" y="2390062"/>
            <a:ext cx="1244264" cy="21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Buka Browser</a:t>
            </a:r>
            <a:endParaRPr b="0" i="0" sz="160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1262167" y="2604899"/>
            <a:ext cx="1235313" cy="17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7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Chrome atau Firefox</a:t>
            </a:r>
            <a:endParaRPr b="0" i="0" sz="160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599753" y="3034573"/>
            <a:ext cx="5165040" cy="680317"/>
          </a:xfrm>
          <a:custGeom>
            <a:rect b="b" l="l" r="r" t="t"/>
            <a:pathLst>
              <a:path extrusionOk="0" h="680317" w="5165040">
                <a:moveTo>
                  <a:pt x="35806" y="0"/>
                </a:moveTo>
                <a:lnTo>
                  <a:pt x="5057624" y="0"/>
                </a:lnTo>
                <a:cubicBezTo>
                  <a:pt x="5116948" y="0"/>
                  <a:pt x="5165040" y="48091"/>
                  <a:pt x="5165040" y="107415"/>
                </a:cubicBezTo>
                <a:lnTo>
                  <a:pt x="5165040" y="572902"/>
                </a:lnTo>
                <a:cubicBezTo>
                  <a:pt x="5165040" y="632226"/>
                  <a:pt x="5116948" y="680317"/>
                  <a:pt x="5057624" y="680317"/>
                </a:cubicBez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99753" y="3034573"/>
            <a:ext cx="35806" cy="680317"/>
          </a:xfrm>
          <a:custGeom>
            <a:rect b="b" l="l" r="r" t="t"/>
            <a:pathLst>
              <a:path extrusionOk="0" h="680317" w="35806">
                <a:moveTo>
                  <a:pt x="35806" y="0"/>
                </a:moveTo>
                <a:lnTo>
                  <a:pt x="35806" y="0"/>
                </a:lnTo>
                <a:lnTo>
                  <a:pt x="35806" y="680317"/>
                </a:ln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60881" y="3195700"/>
            <a:ext cx="358062" cy="358062"/>
          </a:xfrm>
          <a:custGeom>
            <a:rect b="b" l="l" r="r" t="t"/>
            <a:pathLst>
              <a:path extrusionOk="0" h="358062" w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720599" y="3195700"/>
            <a:ext cx="438626" cy="35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1262167" y="3177797"/>
            <a:ext cx="2032000" cy="21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Kunjungi</a:t>
            </a:r>
            <a:endParaRPr b="0" i="0" sz="160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1262167" y="3392634"/>
            <a:ext cx="2023048" cy="17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7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codesandbox.io/s/react-new</a:t>
            </a:r>
            <a:endParaRPr b="0" i="0" sz="1600" u="none" cap="none" strike="noStrike"/>
          </a:p>
        </p:txBody>
      </p:sp>
      <p:sp>
        <p:nvSpPr>
          <p:cNvPr id="91" name="Google Shape;91;p3"/>
          <p:cNvSpPr/>
          <p:nvPr/>
        </p:nvSpPr>
        <p:spPr>
          <a:xfrm>
            <a:off x="599753" y="3822308"/>
            <a:ext cx="5165040" cy="680317"/>
          </a:xfrm>
          <a:custGeom>
            <a:rect b="b" l="l" r="r" t="t"/>
            <a:pathLst>
              <a:path extrusionOk="0" h="680317" w="5165040">
                <a:moveTo>
                  <a:pt x="35806" y="0"/>
                </a:moveTo>
                <a:lnTo>
                  <a:pt x="5057624" y="0"/>
                </a:lnTo>
                <a:cubicBezTo>
                  <a:pt x="5116948" y="0"/>
                  <a:pt x="5165040" y="48091"/>
                  <a:pt x="5165040" y="107415"/>
                </a:cubicBezTo>
                <a:lnTo>
                  <a:pt x="5165040" y="572902"/>
                </a:lnTo>
                <a:cubicBezTo>
                  <a:pt x="5165040" y="632226"/>
                  <a:pt x="5116948" y="680317"/>
                  <a:pt x="5057624" y="680317"/>
                </a:cubicBez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99753" y="3822308"/>
            <a:ext cx="35806" cy="680317"/>
          </a:xfrm>
          <a:custGeom>
            <a:rect b="b" l="l" r="r" t="t"/>
            <a:pathLst>
              <a:path extrusionOk="0" h="680317" w="35806">
                <a:moveTo>
                  <a:pt x="35806" y="0"/>
                </a:moveTo>
                <a:lnTo>
                  <a:pt x="35806" y="0"/>
                </a:lnTo>
                <a:lnTo>
                  <a:pt x="35806" y="680317"/>
                </a:ln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60881" y="3983436"/>
            <a:ext cx="358062" cy="358062"/>
          </a:xfrm>
          <a:custGeom>
            <a:rect b="b" l="l" r="r" t="t"/>
            <a:pathLst>
              <a:path extrusionOk="0" h="358062" w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20599" y="3983436"/>
            <a:ext cx="438626" cy="35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1262167" y="3965533"/>
            <a:ext cx="1190555" cy="21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Klik "Fork"</a:t>
            </a:r>
            <a:endParaRPr b="0" i="0" sz="160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1262167" y="4180370"/>
            <a:ext cx="1181604" cy="17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7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Buat salinan sendiri</a:t>
            </a:r>
            <a:endParaRPr b="0" i="0" sz="160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599753" y="4610044"/>
            <a:ext cx="5165040" cy="680317"/>
          </a:xfrm>
          <a:custGeom>
            <a:rect b="b" l="l" r="r" t="t"/>
            <a:pathLst>
              <a:path extrusionOk="0" h="680317" w="5165040">
                <a:moveTo>
                  <a:pt x="35806" y="0"/>
                </a:moveTo>
                <a:lnTo>
                  <a:pt x="5057624" y="0"/>
                </a:lnTo>
                <a:cubicBezTo>
                  <a:pt x="5116948" y="0"/>
                  <a:pt x="5165040" y="48091"/>
                  <a:pt x="5165040" y="107415"/>
                </a:cubicBezTo>
                <a:lnTo>
                  <a:pt x="5165040" y="572902"/>
                </a:lnTo>
                <a:cubicBezTo>
                  <a:pt x="5165040" y="632226"/>
                  <a:pt x="5116948" y="680317"/>
                  <a:pt x="5057624" y="680317"/>
                </a:cubicBez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99753" y="4610044"/>
            <a:ext cx="35806" cy="680317"/>
          </a:xfrm>
          <a:custGeom>
            <a:rect b="b" l="l" r="r" t="t"/>
            <a:pathLst>
              <a:path extrusionOk="0" h="680317" w="35806">
                <a:moveTo>
                  <a:pt x="35806" y="0"/>
                </a:moveTo>
                <a:lnTo>
                  <a:pt x="35806" y="0"/>
                </a:lnTo>
                <a:lnTo>
                  <a:pt x="35806" y="680317"/>
                </a:lnTo>
                <a:lnTo>
                  <a:pt x="35806" y="680317"/>
                </a:lnTo>
                <a:cubicBezTo>
                  <a:pt x="16031" y="680317"/>
                  <a:pt x="0" y="664286"/>
                  <a:pt x="0" y="644511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60881" y="4771172"/>
            <a:ext cx="358062" cy="358062"/>
          </a:xfrm>
          <a:custGeom>
            <a:rect b="b" l="l" r="r" t="t"/>
            <a:pathLst>
              <a:path extrusionOk="0" h="358062" w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20599" y="4771172"/>
            <a:ext cx="438626" cy="35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9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101" name="Google Shape;101;p3"/>
          <p:cNvSpPr/>
          <p:nvPr/>
        </p:nvSpPr>
        <p:spPr>
          <a:xfrm>
            <a:off x="1262167" y="4753269"/>
            <a:ext cx="1127894" cy="21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Tunggu 10 detik</a:t>
            </a:r>
            <a:endParaRPr b="0" i="0" sz="160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1262167" y="4968106"/>
            <a:ext cx="1118943" cy="17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7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React sudah jalan!</a:t>
            </a:r>
            <a:endParaRPr b="0" i="0" sz="160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6206845" y="1633656"/>
            <a:ext cx="5621568" cy="2640705"/>
          </a:xfrm>
          <a:custGeom>
            <a:rect b="b" l="l" r="r" t="t"/>
            <a:pathLst>
              <a:path extrusionOk="0" h="2640705" w="5621568">
                <a:moveTo>
                  <a:pt x="143232" y="0"/>
                </a:moveTo>
                <a:lnTo>
                  <a:pt x="5478336" y="0"/>
                </a:lnTo>
                <a:cubicBezTo>
                  <a:pt x="5557441" y="0"/>
                  <a:pt x="5621568" y="64127"/>
                  <a:pt x="5621568" y="143232"/>
                </a:cubicBezTo>
                <a:lnTo>
                  <a:pt x="5621568" y="2497473"/>
                </a:lnTo>
                <a:cubicBezTo>
                  <a:pt x="5621568" y="2576578"/>
                  <a:pt x="5557441" y="2640705"/>
                  <a:pt x="5478336" y="2640705"/>
                </a:cubicBezTo>
                <a:lnTo>
                  <a:pt x="143232" y="2640705"/>
                </a:lnTo>
                <a:cubicBezTo>
                  <a:pt x="64127" y="2640705"/>
                  <a:pt x="0" y="2576578"/>
                  <a:pt x="0" y="2497473"/>
                </a:cubicBezTo>
                <a:lnTo>
                  <a:pt x="0" y="143232"/>
                </a:lnTo>
                <a:cubicBezTo>
                  <a:pt x="0" y="64180"/>
                  <a:pt x="64180" y="0"/>
                  <a:pt x="143232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423920" y="1852969"/>
            <a:ext cx="156652" cy="179031"/>
          </a:xfrm>
          <a:custGeom>
            <a:rect b="b" l="l" r="r" t="t"/>
            <a:pathLst>
              <a:path extrusionOk="0" h="179031" w="156652">
                <a:moveTo>
                  <a:pt x="22379" y="11189"/>
                </a:moveTo>
                <a:cubicBezTo>
                  <a:pt x="10036" y="11189"/>
                  <a:pt x="0" y="21225"/>
                  <a:pt x="0" y="33568"/>
                </a:cubicBezTo>
                <a:lnTo>
                  <a:pt x="0" y="145463"/>
                </a:lnTo>
                <a:cubicBezTo>
                  <a:pt x="0" y="157806"/>
                  <a:pt x="10036" y="167841"/>
                  <a:pt x="22379" y="167841"/>
                </a:cubicBezTo>
                <a:lnTo>
                  <a:pt x="134273" y="167841"/>
                </a:lnTo>
                <a:cubicBezTo>
                  <a:pt x="146616" y="167841"/>
                  <a:pt x="156652" y="157806"/>
                  <a:pt x="156652" y="145463"/>
                </a:cubicBezTo>
                <a:lnTo>
                  <a:pt x="156652" y="33568"/>
                </a:lnTo>
                <a:cubicBezTo>
                  <a:pt x="156652" y="21225"/>
                  <a:pt x="146616" y="11189"/>
                  <a:pt x="134273" y="11189"/>
                </a:cubicBezTo>
                <a:lnTo>
                  <a:pt x="22379" y="11189"/>
                </a:lnTo>
                <a:close/>
                <a:moveTo>
                  <a:pt x="44758" y="39163"/>
                </a:moveTo>
                <a:cubicBezTo>
                  <a:pt x="54021" y="39163"/>
                  <a:pt x="61542" y="46684"/>
                  <a:pt x="61542" y="55947"/>
                </a:cubicBezTo>
                <a:cubicBezTo>
                  <a:pt x="61542" y="65211"/>
                  <a:pt x="54021" y="72731"/>
                  <a:pt x="44758" y="72731"/>
                </a:cubicBezTo>
                <a:cubicBezTo>
                  <a:pt x="35494" y="72731"/>
                  <a:pt x="27974" y="65211"/>
                  <a:pt x="27974" y="55947"/>
                </a:cubicBezTo>
                <a:cubicBezTo>
                  <a:pt x="27974" y="46684"/>
                  <a:pt x="35494" y="39163"/>
                  <a:pt x="44758" y="39163"/>
                </a:cubicBezTo>
                <a:close/>
                <a:moveTo>
                  <a:pt x="95110" y="78326"/>
                </a:moveTo>
                <a:cubicBezTo>
                  <a:pt x="98047" y="78326"/>
                  <a:pt x="100740" y="79865"/>
                  <a:pt x="102278" y="82347"/>
                </a:cubicBezTo>
                <a:lnTo>
                  <a:pt x="133049" y="132700"/>
                </a:lnTo>
                <a:cubicBezTo>
                  <a:pt x="134623" y="135287"/>
                  <a:pt x="134693" y="138539"/>
                  <a:pt x="133224" y="141197"/>
                </a:cubicBezTo>
                <a:cubicBezTo>
                  <a:pt x="131756" y="143854"/>
                  <a:pt x="128923" y="145463"/>
                  <a:pt x="125881" y="145463"/>
                </a:cubicBezTo>
                <a:lnTo>
                  <a:pt x="30771" y="145463"/>
                </a:lnTo>
                <a:cubicBezTo>
                  <a:pt x="27659" y="145463"/>
                  <a:pt x="24757" y="143714"/>
                  <a:pt x="23323" y="140952"/>
                </a:cubicBezTo>
                <a:cubicBezTo>
                  <a:pt x="21889" y="138189"/>
                  <a:pt x="22099" y="134833"/>
                  <a:pt x="23882" y="132280"/>
                </a:cubicBezTo>
                <a:lnTo>
                  <a:pt x="43464" y="104306"/>
                </a:lnTo>
                <a:cubicBezTo>
                  <a:pt x="45037" y="102069"/>
                  <a:pt x="47590" y="100740"/>
                  <a:pt x="50352" y="100740"/>
                </a:cubicBezTo>
                <a:cubicBezTo>
                  <a:pt x="53115" y="100740"/>
                  <a:pt x="55667" y="102069"/>
                  <a:pt x="57241" y="104306"/>
                </a:cubicBezTo>
                <a:lnTo>
                  <a:pt x="66472" y="117524"/>
                </a:lnTo>
                <a:lnTo>
                  <a:pt x="87942" y="82382"/>
                </a:lnTo>
                <a:cubicBezTo>
                  <a:pt x="89480" y="79900"/>
                  <a:pt x="92173" y="78361"/>
                  <a:pt x="95110" y="78361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614140" y="1817163"/>
            <a:ext cx="5120282" cy="250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Tampilan CodeSandbox</a:t>
            </a:r>
            <a:endParaRPr b="0" i="0" sz="160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6394828" y="2179700"/>
            <a:ext cx="5245604" cy="1620229"/>
          </a:xfrm>
          <a:custGeom>
            <a:rect b="b" l="l" r="r" t="t"/>
            <a:pathLst>
              <a:path extrusionOk="0" h="1620229" w="5245604">
                <a:moveTo>
                  <a:pt x="107421" y="0"/>
                </a:moveTo>
                <a:lnTo>
                  <a:pt x="5138182" y="0"/>
                </a:lnTo>
                <a:cubicBezTo>
                  <a:pt x="5197509" y="0"/>
                  <a:pt x="5245604" y="48094"/>
                  <a:pt x="5245604" y="107421"/>
                </a:cubicBezTo>
                <a:lnTo>
                  <a:pt x="5245604" y="1512808"/>
                </a:lnTo>
                <a:cubicBezTo>
                  <a:pt x="5245604" y="1572135"/>
                  <a:pt x="5197509" y="1620229"/>
                  <a:pt x="5138182" y="1620229"/>
                </a:cubicBezTo>
                <a:lnTo>
                  <a:pt x="107421" y="1620229"/>
                </a:lnTo>
                <a:cubicBezTo>
                  <a:pt x="48094" y="1620229"/>
                  <a:pt x="0" y="1572135"/>
                  <a:pt x="0" y="1512808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12700">
            <a:solidFill>
              <a:srgbClr val="4A55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kimi-web-img.moonshot.cn/img/codesandbox.io/d9e12c24df2f09fa9a167e0a118fbe569489d459" id="107" name="Google Shape;107;p3"/>
          <p:cNvPicPr preferRelativeResize="0"/>
          <p:nvPr/>
        </p:nvPicPr>
        <p:blipFill rotWithShape="1">
          <a:blip r:embed="rId3">
            <a:alphaModFix/>
          </a:blip>
          <a:srcRect b="26448" l="0" r="0" t="26448"/>
          <a:stretch/>
        </p:blipFill>
        <p:spPr>
          <a:xfrm>
            <a:off x="6399303" y="2184176"/>
            <a:ext cx="5236652" cy="1611278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6359021" y="3911824"/>
            <a:ext cx="5317216" cy="17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7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IDE online yang sudah siap pakai</a:t>
            </a:r>
            <a:endParaRPr b="0" i="0" sz="1600" u="none" cap="none" strike="noStrike"/>
          </a:p>
        </p:txBody>
      </p:sp>
      <p:sp>
        <p:nvSpPr>
          <p:cNvPr id="109" name="Google Shape;109;p3"/>
          <p:cNvSpPr/>
          <p:nvPr/>
        </p:nvSpPr>
        <p:spPr>
          <a:xfrm>
            <a:off x="6206845" y="4426537"/>
            <a:ext cx="5621568" cy="1799260"/>
          </a:xfrm>
          <a:custGeom>
            <a:rect b="b" l="l" r="r" t="t"/>
            <a:pathLst>
              <a:path extrusionOk="0" h="1799260" w="5621568">
                <a:moveTo>
                  <a:pt x="143221" y="0"/>
                </a:moveTo>
                <a:lnTo>
                  <a:pt x="5478347" y="0"/>
                </a:lnTo>
                <a:cubicBezTo>
                  <a:pt x="5557446" y="0"/>
                  <a:pt x="5621568" y="64122"/>
                  <a:pt x="5621568" y="143221"/>
                </a:cubicBezTo>
                <a:lnTo>
                  <a:pt x="5621568" y="1656039"/>
                </a:lnTo>
                <a:cubicBezTo>
                  <a:pt x="5621568" y="1735138"/>
                  <a:pt x="5557446" y="1799260"/>
                  <a:pt x="5478347" y="1799260"/>
                </a:cubicBezTo>
                <a:lnTo>
                  <a:pt x="143221" y="1799260"/>
                </a:lnTo>
                <a:cubicBezTo>
                  <a:pt x="64122" y="1799260"/>
                  <a:pt x="0" y="1735138"/>
                  <a:pt x="0" y="1656039"/>
                </a:cubicBezTo>
                <a:lnTo>
                  <a:pt x="0" y="143221"/>
                </a:lnTo>
                <a:cubicBezTo>
                  <a:pt x="0" y="64175"/>
                  <a:pt x="64175" y="0"/>
                  <a:pt x="143221" y="0"/>
                </a:cubicBezTo>
                <a:close/>
              </a:path>
            </a:pathLst>
          </a:custGeom>
          <a:gradFill>
            <a:gsLst>
              <a:gs pos="0">
                <a:srgbClr val="48BB78">
                  <a:alpha val="20000"/>
                </a:srgbClr>
              </a:gs>
              <a:gs pos="100000">
                <a:srgbClr val="48BB78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8BB7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432872" y="4654802"/>
            <a:ext cx="120846" cy="161128"/>
          </a:xfrm>
          <a:custGeom>
            <a:rect b="b" l="l" r="r" t="t"/>
            <a:pathLst>
              <a:path extrusionOk="0" h="161128" w="120846">
                <a:moveTo>
                  <a:pt x="78644" y="21022"/>
                </a:moveTo>
                <a:cubicBezTo>
                  <a:pt x="81917" y="16522"/>
                  <a:pt x="80910" y="10228"/>
                  <a:pt x="76410" y="6955"/>
                </a:cubicBezTo>
                <a:cubicBezTo>
                  <a:pt x="71910" y="3682"/>
                  <a:pt x="65616" y="4689"/>
                  <a:pt x="62343" y="9189"/>
                </a:cubicBezTo>
                <a:lnTo>
                  <a:pt x="28984" y="55041"/>
                </a:lnTo>
                <a:lnTo>
                  <a:pt x="17183" y="43240"/>
                </a:lnTo>
                <a:cubicBezTo>
                  <a:pt x="13249" y="39306"/>
                  <a:pt x="6861" y="39306"/>
                  <a:pt x="2927" y="43240"/>
                </a:cubicBezTo>
                <a:cubicBezTo>
                  <a:pt x="-1007" y="47174"/>
                  <a:pt x="-1007" y="53562"/>
                  <a:pt x="2927" y="57496"/>
                </a:cubicBezTo>
                <a:lnTo>
                  <a:pt x="23068" y="77637"/>
                </a:lnTo>
                <a:cubicBezTo>
                  <a:pt x="25145" y="79714"/>
                  <a:pt x="28040" y="80784"/>
                  <a:pt x="30967" y="80564"/>
                </a:cubicBezTo>
                <a:cubicBezTo>
                  <a:pt x="33893" y="80344"/>
                  <a:pt x="36600" y="78833"/>
                  <a:pt x="38331" y="76441"/>
                </a:cubicBezTo>
                <a:lnTo>
                  <a:pt x="78613" y="21054"/>
                </a:lnTo>
                <a:close/>
                <a:moveTo>
                  <a:pt x="118926" y="63822"/>
                </a:moveTo>
                <a:cubicBezTo>
                  <a:pt x="122199" y="59321"/>
                  <a:pt x="121192" y="53027"/>
                  <a:pt x="116692" y="49754"/>
                </a:cubicBezTo>
                <a:cubicBezTo>
                  <a:pt x="112191" y="46482"/>
                  <a:pt x="105897" y="47489"/>
                  <a:pt x="102625" y="51989"/>
                </a:cubicBezTo>
                <a:lnTo>
                  <a:pt x="49125" y="125535"/>
                </a:lnTo>
                <a:lnTo>
                  <a:pt x="27253" y="103663"/>
                </a:lnTo>
                <a:cubicBezTo>
                  <a:pt x="23319" y="99729"/>
                  <a:pt x="16931" y="99729"/>
                  <a:pt x="12997" y="103663"/>
                </a:cubicBezTo>
                <a:cubicBezTo>
                  <a:pt x="9063" y="107597"/>
                  <a:pt x="9063" y="113985"/>
                  <a:pt x="12997" y="117919"/>
                </a:cubicBezTo>
                <a:lnTo>
                  <a:pt x="43209" y="148131"/>
                </a:lnTo>
                <a:cubicBezTo>
                  <a:pt x="45286" y="150208"/>
                  <a:pt x="48181" y="151278"/>
                  <a:pt x="51108" y="151057"/>
                </a:cubicBezTo>
                <a:cubicBezTo>
                  <a:pt x="54034" y="150837"/>
                  <a:pt x="56741" y="149326"/>
                  <a:pt x="58472" y="146935"/>
                </a:cubicBezTo>
                <a:lnTo>
                  <a:pt x="118895" y="63853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596237" y="4610044"/>
            <a:ext cx="5129233" cy="250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Keuntungan</a:t>
            </a:r>
            <a:endParaRPr b="0" i="0" sz="1600" u="none" cap="none" strike="noStrike"/>
          </a:p>
        </p:txBody>
      </p:sp>
      <p:sp>
        <p:nvSpPr>
          <p:cNvPr id="112" name="Google Shape;112;p3"/>
          <p:cNvSpPr/>
          <p:nvPr/>
        </p:nvSpPr>
        <p:spPr>
          <a:xfrm>
            <a:off x="6408255" y="5003912"/>
            <a:ext cx="143225" cy="143225"/>
          </a:xfrm>
          <a:custGeom>
            <a:rect b="b" l="l" r="r" t="t"/>
            <a:pathLst>
              <a:path extrusionOk="0" h="143225" w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716" y="46716"/>
                </a:moveTo>
                <a:cubicBezTo>
                  <a:pt x="49345" y="44086"/>
                  <a:pt x="53597" y="44086"/>
                  <a:pt x="56199" y="46716"/>
                </a:cubicBezTo>
                <a:lnTo>
                  <a:pt x="71584" y="62101"/>
                </a:lnTo>
                <a:lnTo>
                  <a:pt x="86970" y="46716"/>
                </a:lnTo>
                <a:cubicBezTo>
                  <a:pt x="89599" y="44086"/>
                  <a:pt x="93851" y="44086"/>
                  <a:pt x="96453" y="46716"/>
                </a:cubicBezTo>
                <a:cubicBezTo>
                  <a:pt x="99054" y="49345"/>
                  <a:pt x="99082" y="53597"/>
                  <a:pt x="96453" y="56199"/>
                </a:cubicBezTo>
                <a:lnTo>
                  <a:pt x="81067" y="71584"/>
                </a:lnTo>
                <a:lnTo>
                  <a:pt x="96453" y="86970"/>
                </a:lnTo>
                <a:cubicBezTo>
                  <a:pt x="99082" y="89599"/>
                  <a:pt x="99082" y="93851"/>
                  <a:pt x="96453" y="96453"/>
                </a:cubicBezTo>
                <a:cubicBezTo>
                  <a:pt x="93823" y="99054"/>
                  <a:pt x="89571" y="99082"/>
                  <a:pt x="86970" y="96453"/>
                </a:cubicBezTo>
                <a:lnTo>
                  <a:pt x="71584" y="81067"/>
                </a:lnTo>
                <a:lnTo>
                  <a:pt x="56199" y="96453"/>
                </a:lnTo>
                <a:cubicBezTo>
                  <a:pt x="53569" y="99082"/>
                  <a:pt x="49317" y="99082"/>
                  <a:pt x="46716" y="96453"/>
                </a:cubicBezTo>
                <a:cubicBezTo>
                  <a:pt x="44114" y="93823"/>
                  <a:pt x="44086" y="89571"/>
                  <a:pt x="46716" y="86970"/>
                </a:cubicBezTo>
                <a:lnTo>
                  <a:pt x="62101" y="71584"/>
                </a:lnTo>
                <a:lnTo>
                  <a:pt x="46716" y="56199"/>
                </a:lnTo>
                <a:cubicBezTo>
                  <a:pt x="44086" y="53569"/>
                  <a:pt x="44086" y="49317"/>
                  <a:pt x="46716" y="46716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640995" y="4968106"/>
            <a:ext cx="984670" cy="21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8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Install Node.js</a:t>
            </a:r>
            <a:endParaRPr b="0" i="0" sz="1600" u="none" cap="none" strike="noStrike"/>
          </a:p>
        </p:txBody>
      </p:sp>
      <p:sp>
        <p:nvSpPr>
          <p:cNvPr id="114" name="Google Shape;114;p3"/>
          <p:cNvSpPr/>
          <p:nvPr/>
        </p:nvSpPr>
        <p:spPr>
          <a:xfrm>
            <a:off x="6408255" y="5290361"/>
            <a:ext cx="143225" cy="143225"/>
          </a:xfrm>
          <a:custGeom>
            <a:rect b="b" l="l" r="r" t="t"/>
            <a:pathLst>
              <a:path extrusionOk="0" h="143225" w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716" y="46716"/>
                </a:moveTo>
                <a:cubicBezTo>
                  <a:pt x="49345" y="44086"/>
                  <a:pt x="53597" y="44086"/>
                  <a:pt x="56199" y="46716"/>
                </a:cubicBezTo>
                <a:lnTo>
                  <a:pt x="71584" y="62101"/>
                </a:lnTo>
                <a:lnTo>
                  <a:pt x="86970" y="46716"/>
                </a:lnTo>
                <a:cubicBezTo>
                  <a:pt x="89599" y="44086"/>
                  <a:pt x="93851" y="44086"/>
                  <a:pt x="96453" y="46716"/>
                </a:cubicBezTo>
                <a:cubicBezTo>
                  <a:pt x="99054" y="49345"/>
                  <a:pt x="99082" y="53597"/>
                  <a:pt x="96453" y="56199"/>
                </a:cubicBezTo>
                <a:lnTo>
                  <a:pt x="81067" y="71584"/>
                </a:lnTo>
                <a:lnTo>
                  <a:pt x="96453" y="86970"/>
                </a:lnTo>
                <a:cubicBezTo>
                  <a:pt x="99082" y="89599"/>
                  <a:pt x="99082" y="93851"/>
                  <a:pt x="96453" y="96453"/>
                </a:cubicBezTo>
                <a:cubicBezTo>
                  <a:pt x="93823" y="99054"/>
                  <a:pt x="89571" y="99082"/>
                  <a:pt x="86970" y="96453"/>
                </a:cubicBezTo>
                <a:lnTo>
                  <a:pt x="71584" y="81067"/>
                </a:lnTo>
                <a:lnTo>
                  <a:pt x="56199" y="96453"/>
                </a:lnTo>
                <a:cubicBezTo>
                  <a:pt x="53569" y="99082"/>
                  <a:pt x="49317" y="99082"/>
                  <a:pt x="46716" y="96453"/>
                </a:cubicBezTo>
                <a:cubicBezTo>
                  <a:pt x="44114" y="93823"/>
                  <a:pt x="44086" y="89571"/>
                  <a:pt x="46716" y="86970"/>
                </a:cubicBezTo>
                <a:lnTo>
                  <a:pt x="62101" y="71584"/>
                </a:lnTo>
                <a:lnTo>
                  <a:pt x="46716" y="56199"/>
                </a:lnTo>
                <a:cubicBezTo>
                  <a:pt x="44086" y="53569"/>
                  <a:pt x="44086" y="49317"/>
                  <a:pt x="46716" y="46716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640995" y="5254555"/>
            <a:ext cx="787736" cy="21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8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npm install</a:t>
            </a:r>
            <a:endParaRPr b="0" i="0" sz="1600" u="none" cap="none" strike="noStrike"/>
          </a:p>
        </p:txBody>
      </p:sp>
      <p:sp>
        <p:nvSpPr>
          <p:cNvPr id="116" name="Google Shape;116;p3"/>
          <p:cNvSpPr/>
          <p:nvPr/>
        </p:nvSpPr>
        <p:spPr>
          <a:xfrm>
            <a:off x="6408255" y="5576811"/>
            <a:ext cx="143225" cy="143225"/>
          </a:xfrm>
          <a:custGeom>
            <a:rect b="b" l="l" r="r" t="t"/>
            <a:pathLst>
              <a:path extrusionOk="0" h="143225" w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46716" y="46716"/>
                </a:moveTo>
                <a:cubicBezTo>
                  <a:pt x="49345" y="44086"/>
                  <a:pt x="53597" y="44086"/>
                  <a:pt x="56199" y="46716"/>
                </a:cubicBezTo>
                <a:lnTo>
                  <a:pt x="71584" y="62101"/>
                </a:lnTo>
                <a:lnTo>
                  <a:pt x="86970" y="46716"/>
                </a:lnTo>
                <a:cubicBezTo>
                  <a:pt x="89599" y="44086"/>
                  <a:pt x="93851" y="44086"/>
                  <a:pt x="96453" y="46716"/>
                </a:cubicBezTo>
                <a:cubicBezTo>
                  <a:pt x="99054" y="49345"/>
                  <a:pt x="99082" y="53597"/>
                  <a:pt x="96453" y="56199"/>
                </a:cubicBezTo>
                <a:lnTo>
                  <a:pt x="81067" y="71584"/>
                </a:lnTo>
                <a:lnTo>
                  <a:pt x="96453" y="86970"/>
                </a:lnTo>
                <a:cubicBezTo>
                  <a:pt x="99082" y="89599"/>
                  <a:pt x="99082" y="93851"/>
                  <a:pt x="96453" y="96453"/>
                </a:cubicBezTo>
                <a:cubicBezTo>
                  <a:pt x="93823" y="99054"/>
                  <a:pt x="89571" y="99082"/>
                  <a:pt x="86970" y="96453"/>
                </a:cubicBezTo>
                <a:lnTo>
                  <a:pt x="71584" y="81067"/>
                </a:lnTo>
                <a:lnTo>
                  <a:pt x="56199" y="96453"/>
                </a:lnTo>
                <a:cubicBezTo>
                  <a:pt x="53569" y="99082"/>
                  <a:pt x="49317" y="99082"/>
                  <a:pt x="46716" y="96453"/>
                </a:cubicBezTo>
                <a:cubicBezTo>
                  <a:pt x="44114" y="93823"/>
                  <a:pt x="44086" y="89571"/>
                  <a:pt x="46716" y="86970"/>
                </a:cubicBezTo>
                <a:lnTo>
                  <a:pt x="62101" y="71584"/>
                </a:lnTo>
                <a:lnTo>
                  <a:pt x="46716" y="56199"/>
                </a:lnTo>
                <a:cubicBezTo>
                  <a:pt x="44086" y="53569"/>
                  <a:pt x="44086" y="49317"/>
                  <a:pt x="46716" y="46716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640995" y="5541004"/>
            <a:ext cx="930960" cy="21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8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Tunggu lama</a:t>
            </a:r>
            <a:endParaRPr b="0" i="0" sz="1600" u="none" cap="none" strike="noStrike"/>
          </a:p>
        </p:txBody>
      </p:sp>
      <p:sp>
        <p:nvSpPr>
          <p:cNvPr id="118" name="Google Shape;118;p3"/>
          <p:cNvSpPr/>
          <p:nvPr/>
        </p:nvSpPr>
        <p:spPr>
          <a:xfrm>
            <a:off x="6408255" y="5863260"/>
            <a:ext cx="143225" cy="143225"/>
          </a:xfrm>
          <a:custGeom>
            <a:rect b="b" l="l" r="r" t="t"/>
            <a:pathLst>
              <a:path extrusionOk="0" h="143225" w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95222" y="59500"/>
                </a:moveTo>
                <a:lnTo>
                  <a:pt x="72843" y="95306"/>
                </a:lnTo>
                <a:cubicBezTo>
                  <a:pt x="71668" y="97180"/>
                  <a:pt x="69654" y="98355"/>
                  <a:pt x="67444" y="98467"/>
                </a:cubicBezTo>
                <a:cubicBezTo>
                  <a:pt x="65234" y="98579"/>
                  <a:pt x="63108" y="97572"/>
                  <a:pt x="61794" y="95781"/>
                </a:cubicBezTo>
                <a:lnTo>
                  <a:pt x="48366" y="77878"/>
                </a:lnTo>
                <a:cubicBezTo>
                  <a:pt x="46128" y="74913"/>
                  <a:pt x="46744" y="70717"/>
                  <a:pt x="49709" y="68479"/>
                </a:cubicBezTo>
                <a:cubicBezTo>
                  <a:pt x="52674" y="66241"/>
                  <a:pt x="56870" y="66857"/>
                  <a:pt x="59108" y="69822"/>
                </a:cubicBezTo>
                <a:lnTo>
                  <a:pt x="66661" y="79893"/>
                </a:lnTo>
                <a:lnTo>
                  <a:pt x="83837" y="52394"/>
                </a:lnTo>
                <a:cubicBezTo>
                  <a:pt x="85795" y="49261"/>
                  <a:pt x="89935" y="48282"/>
                  <a:pt x="93096" y="50269"/>
                </a:cubicBezTo>
                <a:cubicBezTo>
                  <a:pt x="96257" y="52255"/>
                  <a:pt x="97208" y="56367"/>
                  <a:pt x="95222" y="59528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6640995" y="5827454"/>
            <a:ext cx="1244264" cy="214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8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Langsung coding!</a:t>
            </a:r>
            <a:endParaRPr b="0" i="0" sz="1600" u="none" cap="none" strike="noStrike"/>
          </a:p>
        </p:txBody>
      </p:sp>
      <p:sp>
        <p:nvSpPr>
          <p:cNvPr id="120" name="Google Shape;120;p3"/>
          <p:cNvSpPr/>
          <p:nvPr/>
        </p:nvSpPr>
        <p:spPr>
          <a:xfrm>
            <a:off x="6206845" y="6377974"/>
            <a:ext cx="5621568" cy="474432"/>
          </a:xfrm>
          <a:custGeom>
            <a:rect b="b" l="l" r="r" t="t"/>
            <a:pathLst>
              <a:path extrusionOk="0" h="474432" w="5621568">
                <a:moveTo>
                  <a:pt x="107421" y="0"/>
                </a:moveTo>
                <a:lnTo>
                  <a:pt x="5514147" y="0"/>
                </a:lnTo>
                <a:cubicBezTo>
                  <a:pt x="5573474" y="0"/>
                  <a:pt x="5621568" y="48094"/>
                  <a:pt x="5621568" y="107421"/>
                </a:cubicBezTo>
                <a:lnTo>
                  <a:pt x="5621568" y="367011"/>
                </a:lnTo>
                <a:cubicBezTo>
                  <a:pt x="5621568" y="426338"/>
                  <a:pt x="5573474" y="474432"/>
                  <a:pt x="5514147" y="474432"/>
                </a:cubicBezTo>
                <a:lnTo>
                  <a:pt x="107421" y="474432"/>
                </a:lnTo>
                <a:cubicBezTo>
                  <a:pt x="48134" y="474432"/>
                  <a:pt x="0" y="426298"/>
                  <a:pt x="0" y="367011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372449" y="6552529"/>
            <a:ext cx="125322" cy="125322"/>
          </a:xfrm>
          <a:custGeom>
            <a:rect b="b" l="l" r="r" t="t"/>
            <a:pathLst>
              <a:path extrusionOk="0" h="125322" w="125322">
                <a:moveTo>
                  <a:pt x="62661" y="125322"/>
                </a:moveTo>
                <a:cubicBezTo>
                  <a:pt x="97244" y="125322"/>
                  <a:pt x="125322" y="97244"/>
                  <a:pt x="125322" y="62661"/>
                </a:cubicBezTo>
                <a:cubicBezTo>
                  <a:pt x="125322" y="28077"/>
                  <a:pt x="97244" y="0"/>
                  <a:pt x="62661" y="0"/>
                </a:cubicBezTo>
                <a:cubicBezTo>
                  <a:pt x="28077" y="0"/>
                  <a:pt x="0" y="28077"/>
                  <a:pt x="0" y="62661"/>
                </a:cubicBezTo>
                <a:cubicBezTo>
                  <a:pt x="0" y="97244"/>
                  <a:pt x="28077" y="125322"/>
                  <a:pt x="62661" y="125322"/>
                </a:cubicBezTo>
                <a:close/>
                <a:moveTo>
                  <a:pt x="54828" y="39163"/>
                </a:moveTo>
                <a:cubicBezTo>
                  <a:pt x="54828" y="34840"/>
                  <a:pt x="58338" y="31330"/>
                  <a:pt x="62661" y="31330"/>
                </a:cubicBezTo>
                <a:cubicBezTo>
                  <a:pt x="66984" y="31330"/>
                  <a:pt x="70493" y="34840"/>
                  <a:pt x="70493" y="39163"/>
                </a:cubicBezTo>
                <a:cubicBezTo>
                  <a:pt x="70493" y="43486"/>
                  <a:pt x="66984" y="46996"/>
                  <a:pt x="62661" y="46996"/>
                </a:cubicBezTo>
                <a:cubicBezTo>
                  <a:pt x="58338" y="46996"/>
                  <a:pt x="54828" y="43486"/>
                  <a:pt x="54828" y="39163"/>
                </a:cubicBezTo>
                <a:close/>
                <a:moveTo>
                  <a:pt x="52870" y="54828"/>
                </a:moveTo>
                <a:lnTo>
                  <a:pt x="64619" y="54828"/>
                </a:lnTo>
                <a:cubicBezTo>
                  <a:pt x="67874" y="54828"/>
                  <a:pt x="70493" y="57447"/>
                  <a:pt x="70493" y="60703"/>
                </a:cubicBezTo>
                <a:lnTo>
                  <a:pt x="70493" y="82242"/>
                </a:lnTo>
                <a:lnTo>
                  <a:pt x="72452" y="82242"/>
                </a:lnTo>
                <a:cubicBezTo>
                  <a:pt x="75707" y="82242"/>
                  <a:pt x="78326" y="84861"/>
                  <a:pt x="78326" y="88117"/>
                </a:cubicBezTo>
                <a:cubicBezTo>
                  <a:pt x="78326" y="91372"/>
                  <a:pt x="75707" y="93991"/>
                  <a:pt x="72452" y="93991"/>
                </a:cubicBezTo>
                <a:lnTo>
                  <a:pt x="52870" y="93991"/>
                </a:lnTo>
                <a:cubicBezTo>
                  <a:pt x="49615" y="93991"/>
                  <a:pt x="46996" y="91372"/>
                  <a:pt x="46996" y="88117"/>
                </a:cubicBezTo>
                <a:cubicBezTo>
                  <a:pt x="46996" y="84861"/>
                  <a:pt x="49615" y="82242"/>
                  <a:pt x="52870" y="82242"/>
                </a:cubicBezTo>
                <a:lnTo>
                  <a:pt x="58744" y="82242"/>
                </a:lnTo>
                <a:lnTo>
                  <a:pt x="58744" y="66577"/>
                </a:lnTo>
                <a:lnTo>
                  <a:pt x="52870" y="66577"/>
                </a:lnTo>
                <a:cubicBezTo>
                  <a:pt x="49615" y="66577"/>
                  <a:pt x="46996" y="63958"/>
                  <a:pt x="46996" y="60703"/>
                </a:cubicBezTo>
                <a:cubicBezTo>
                  <a:pt x="46996" y="57447"/>
                  <a:pt x="49615" y="54828"/>
                  <a:pt x="52870" y="54828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515673" y="6525674"/>
            <a:ext cx="5227700" cy="17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7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Hemat waktu 20-30 menit &amp; hindari error instalasi!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385775" y="385775"/>
            <a:ext cx="1260253" cy="266390"/>
          </a:xfrm>
          <a:custGeom>
            <a:rect b="b" l="l" r="r" t="t"/>
            <a:pathLst>
              <a:path extrusionOk="0" h="314325" w="1247775">
                <a:moveTo>
                  <a:pt x="76199" y="0"/>
                </a:moveTo>
                <a:lnTo>
                  <a:pt x="1171576" y="0"/>
                </a:lnTo>
                <a:cubicBezTo>
                  <a:pt x="1213660" y="0"/>
                  <a:pt x="1247775" y="34115"/>
                  <a:pt x="1247775" y="76199"/>
                </a:cubicBezTo>
                <a:lnTo>
                  <a:pt x="1247775" y="238126"/>
                </a:lnTo>
                <a:cubicBezTo>
                  <a:pt x="1247775" y="280210"/>
                  <a:pt x="1213660" y="314325"/>
                  <a:pt x="11715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 cap="flat" cmpd="sng" w="20400">
            <a:solidFill>
              <a:srgbClr val="61DAF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775" lIns="146775" spcFirstLastPara="1" rIns="146775" wrap="square" tIns="14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15090" y="413232"/>
            <a:ext cx="1847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KONSEP DASAR</a:t>
            </a:r>
            <a:endParaRPr b="0" i="0" sz="950" u="none" cap="none" strike="noStrike"/>
          </a:p>
        </p:txBody>
      </p:sp>
      <p:sp>
        <p:nvSpPr>
          <p:cNvPr id="130" name="Google Shape;130;p4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 itu React?</a:t>
            </a:r>
            <a:endParaRPr b="0" i="0" sz="160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381000" y="1276350"/>
            <a:ext cx="11515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Library Facebook untuk membangun UI yang cerdas dan efisien</a:t>
            </a:r>
            <a:endParaRPr b="0" i="0" sz="1600" u="none" cap="none" strike="noStrike"/>
          </a:p>
        </p:txBody>
      </p:sp>
      <p:sp>
        <p:nvSpPr>
          <p:cNvPr id="132" name="Google Shape;132;p4"/>
          <p:cNvSpPr/>
          <p:nvPr/>
        </p:nvSpPr>
        <p:spPr>
          <a:xfrm>
            <a:off x="385763" y="1738313"/>
            <a:ext cx="5591175" cy="3095625"/>
          </a:xfrm>
          <a:custGeom>
            <a:rect b="b" l="l" r="r" t="t"/>
            <a:pathLst>
              <a:path extrusionOk="0" h="3095625" w="55911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2943227"/>
                </a:lnTo>
                <a:cubicBezTo>
                  <a:pt x="5591175" y="3027394"/>
                  <a:pt x="5522944" y="3095625"/>
                  <a:pt x="5438777" y="3095625"/>
                </a:cubicBezTo>
                <a:lnTo>
                  <a:pt x="152398" y="3095625"/>
                </a:lnTo>
                <a:cubicBezTo>
                  <a:pt x="68231" y="3095625"/>
                  <a:pt x="0" y="3027394"/>
                  <a:pt x="0" y="29432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81025" y="19335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02469" y="2066925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152525" y="2028825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Biasa</a:t>
            </a:r>
            <a:endParaRPr b="0" i="0" sz="1600" u="none" cap="none" strike="noStrike"/>
          </a:p>
        </p:txBody>
      </p:sp>
      <p:sp>
        <p:nvSpPr>
          <p:cNvPr id="136" name="Google Shape;136;p4"/>
          <p:cNvSpPr/>
          <p:nvPr/>
        </p:nvSpPr>
        <p:spPr>
          <a:xfrm>
            <a:off x="581025" y="2543175"/>
            <a:ext cx="5200650" cy="1238250"/>
          </a:xfrm>
          <a:custGeom>
            <a:rect b="b" l="l" r="r" t="t"/>
            <a:pathLst>
              <a:path extrusionOk="0" h="1238250" w="520065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1162048"/>
                </a:lnTo>
                <a:cubicBezTo>
                  <a:pt x="5200650" y="1204133"/>
                  <a:pt x="5166533" y="1238250"/>
                  <a:pt x="5124448" y="1238250"/>
                </a:cubicBezTo>
                <a:lnTo>
                  <a:pt x="76202" y="1238250"/>
                </a:lnTo>
                <a:cubicBezTo>
                  <a:pt x="34117" y="1238250"/>
                  <a:pt x="0" y="1204133"/>
                  <a:pt x="0" y="1162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81025" y="2543175"/>
            <a:ext cx="5262563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79C0FF"/>
                </a:solidFill>
              </a:rPr>
              <a:t>&lt;div </a:t>
            </a:r>
            <a:r>
              <a:rPr b="0" i="0" lang="en-US" sz="975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"card"</a:t>
            </a:r>
            <a:r>
              <a:rPr b="0" i="0" lang="en-US" sz="975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Gaji: Rp 5.000.000</a:t>
            </a:r>
            <a:r>
              <a:rPr b="0" i="0" lang="en-US" sz="975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&lt;/di</a:t>
            </a:r>
            <a:r>
              <a:rPr lang="en-US" sz="975">
                <a:solidFill>
                  <a:srgbClr val="79C0FF"/>
                </a:solidFill>
              </a:rPr>
              <a:t>v&gt;</a:t>
            </a:r>
            <a:endParaRPr b="0" i="0" sz="1600" u="none" cap="none" strike="noStrike">
              <a:solidFill>
                <a:srgbClr val="79C0FF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79C0FF"/>
                </a:solidFill>
              </a:rPr>
              <a:t>&lt;div </a:t>
            </a:r>
            <a:r>
              <a:rPr b="0" i="0" lang="en-US" sz="975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"card"</a:t>
            </a:r>
            <a:r>
              <a:rPr b="0" i="0" lang="en-US" sz="975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Makan: Rp 50.000</a:t>
            </a:r>
            <a:r>
              <a:rPr lang="en-US" sz="975">
                <a:solidFill>
                  <a:srgbClr val="79C0FF"/>
                </a:solidFill>
              </a:rPr>
              <a:t>&lt;/div&gt;</a:t>
            </a:r>
            <a:endParaRPr b="0" i="0" sz="1600" u="none" cap="none" strike="noStrike">
              <a:solidFill>
                <a:srgbClr val="79C0FF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79C0FF"/>
                </a:solidFill>
              </a:rPr>
              <a:t>&lt;div </a:t>
            </a:r>
            <a:r>
              <a:rPr b="0" i="0" lang="en-US" sz="975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"card"</a:t>
            </a:r>
            <a:r>
              <a:rPr b="0" i="0" lang="en-US" sz="975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Transport: Rp 30.000</a:t>
            </a:r>
            <a:r>
              <a:rPr lang="en-US" sz="975">
                <a:solidFill>
                  <a:srgbClr val="79C0FF"/>
                </a:solidFill>
              </a:rPr>
              <a:t>&lt;/div&gt;</a:t>
            </a:r>
            <a:endParaRPr b="0" i="0" sz="1600" u="none" cap="none" strike="noStrike">
              <a:solidFill>
                <a:srgbClr val="79C0FF"/>
              </a:solidFill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00075" y="3910013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024" y="97840"/>
                </a:moveTo>
                <a:cubicBezTo>
                  <a:pt x="55572" y="91291"/>
                  <a:pt x="65068" y="85725"/>
                  <a:pt x="76200" y="85725"/>
                </a:cubicBezTo>
                <a:cubicBezTo>
                  <a:pt x="87332" y="85725"/>
                  <a:pt x="96828" y="91291"/>
                  <a:pt x="103376" y="97840"/>
                </a:cubicBezTo>
                <a:cubicBezTo>
                  <a:pt x="106680" y="101144"/>
                  <a:pt x="109359" y="104805"/>
                  <a:pt x="111234" y="108377"/>
                </a:cubicBezTo>
                <a:cubicBezTo>
                  <a:pt x="113080" y="111859"/>
                  <a:pt x="114300" y="115639"/>
                  <a:pt x="114300" y="119062"/>
                </a:cubicBezTo>
                <a:cubicBezTo>
                  <a:pt x="114300" y="120610"/>
                  <a:pt x="113526" y="122099"/>
                  <a:pt x="112246" y="122992"/>
                </a:cubicBezTo>
                <a:cubicBezTo>
                  <a:pt x="110966" y="123885"/>
                  <a:pt x="109329" y="124093"/>
                  <a:pt x="107871" y="123527"/>
                </a:cubicBezTo>
                <a:lnTo>
                  <a:pt x="101769" y="121235"/>
                </a:lnTo>
                <a:cubicBezTo>
                  <a:pt x="93762" y="118229"/>
                  <a:pt x="85249" y="116681"/>
                  <a:pt x="76676" y="116681"/>
                </a:cubicBezTo>
                <a:lnTo>
                  <a:pt x="75724" y="116681"/>
                </a:lnTo>
                <a:cubicBezTo>
                  <a:pt x="67151" y="116681"/>
                  <a:pt x="58668" y="118229"/>
                  <a:pt x="50631" y="121235"/>
                </a:cubicBezTo>
                <a:lnTo>
                  <a:pt x="44529" y="123527"/>
                </a:lnTo>
                <a:cubicBezTo>
                  <a:pt x="43071" y="124063"/>
                  <a:pt x="41434" y="123885"/>
                  <a:pt x="40154" y="122992"/>
                </a:cubicBezTo>
                <a:cubicBezTo>
                  <a:pt x="38874" y="122099"/>
                  <a:pt x="38100" y="120610"/>
                  <a:pt x="38100" y="119062"/>
                </a:cubicBezTo>
                <a:cubicBezTo>
                  <a:pt x="38100" y="115610"/>
                  <a:pt x="39350" y="111859"/>
                  <a:pt x="41166" y="108377"/>
                </a:cubicBezTo>
                <a:cubicBezTo>
                  <a:pt x="43041" y="104805"/>
                  <a:pt x="45720" y="101144"/>
                  <a:pt x="49024" y="97840"/>
                </a:cubicBezTo>
                <a:close/>
                <a:moveTo>
                  <a:pt x="36493" y="47387"/>
                </a:moveTo>
                <a:cubicBezTo>
                  <a:pt x="37832" y="45363"/>
                  <a:pt x="40451" y="44648"/>
                  <a:pt x="42624" y="45750"/>
                </a:cubicBezTo>
                <a:lnTo>
                  <a:pt x="66318" y="57656"/>
                </a:lnTo>
                <a:cubicBezTo>
                  <a:pt x="67925" y="58460"/>
                  <a:pt x="68937" y="60097"/>
                  <a:pt x="68937" y="61912"/>
                </a:cubicBezTo>
                <a:cubicBezTo>
                  <a:pt x="68937" y="63728"/>
                  <a:pt x="67925" y="65365"/>
                  <a:pt x="66318" y="66169"/>
                </a:cubicBezTo>
                <a:lnTo>
                  <a:pt x="42624" y="78075"/>
                </a:lnTo>
                <a:cubicBezTo>
                  <a:pt x="40451" y="79147"/>
                  <a:pt x="37832" y="78462"/>
                  <a:pt x="36493" y="76438"/>
                </a:cubicBezTo>
                <a:cubicBezTo>
                  <a:pt x="35153" y="74414"/>
                  <a:pt x="35570" y="71705"/>
                  <a:pt x="37415" y="70158"/>
                </a:cubicBezTo>
                <a:lnTo>
                  <a:pt x="47327" y="61912"/>
                </a:lnTo>
                <a:lnTo>
                  <a:pt x="37445" y="53667"/>
                </a:lnTo>
                <a:cubicBezTo>
                  <a:pt x="35600" y="52120"/>
                  <a:pt x="35183" y="49411"/>
                  <a:pt x="36522" y="47387"/>
                </a:cubicBezTo>
                <a:close/>
                <a:moveTo>
                  <a:pt x="114955" y="53667"/>
                </a:moveTo>
                <a:lnTo>
                  <a:pt x="105073" y="61912"/>
                </a:lnTo>
                <a:lnTo>
                  <a:pt x="114955" y="70158"/>
                </a:lnTo>
                <a:cubicBezTo>
                  <a:pt x="116800" y="71705"/>
                  <a:pt x="117217" y="74414"/>
                  <a:pt x="115878" y="76438"/>
                </a:cubicBezTo>
                <a:cubicBezTo>
                  <a:pt x="114538" y="78462"/>
                  <a:pt x="111919" y="79177"/>
                  <a:pt x="109746" y="78075"/>
                </a:cubicBezTo>
                <a:lnTo>
                  <a:pt x="86052" y="66169"/>
                </a:lnTo>
                <a:cubicBezTo>
                  <a:pt x="84445" y="65365"/>
                  <a:pt x="83433" y="63728"/>
                  <a:pt x="83433" y="61912"/>
                </a:cubicBezTo>
                <a:cubicBezTo>
                  <a:pt x="83433" y="60097"/>
                  <a:pt x="84445" y="58460"/>
                  <a:pt x="86052" y="57656"/>
                </a:cubicBezTo>
                <a:lnTo>
                  <a:pt x="109746" y="45750"/>
                </a:lnTo>
                <a:cubicBezTo>
                  <a:pt x="111919" y="44678"/>
                  <a:pt x="114538" y="45363"/>
                  <a:pt x="115878" y="47387"/>
                </a:cubicBezTo>
                <a:cubicBezTo>
                  <a:pt x="117217" y="49411"/>
                  <a:pt x="116800" y="52120"/>
                  <a:pt x="114955" y="53667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847725" y="3890962"/>
            <a:ext cx="2371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Programmer HTML: Lelah copy-paste</a:t>
            </a:r>
            <a:endParaRPr b="0" i="0" sz="1600" u="none" cap="none" strike="noStrike"/>
          </a:p>
        </p:txBody>
      </p:sp>
      <p:sp>
        <p:nvSpPr>
          <p:cNvPr id="140" name="Google Shape;140;p4"/>
          <p:cNvSpPr/>
          <p:nvPr/>
        </p:nvSpPr>
        <p:spPr>
          <a:xfrm>
            <a:off x="385763" y="4995863"/>
            <a:ext cx="5591175" cy="504825"/>
          </a:xfrm>
          <a:custGeom>
            <a:rect b="b" l="l" r="r" t="t"/>
            <a:pathLst>
              <a:path extrusionOk="0" h="504825" w="559117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390523"/>
                </a:lnTo>
                <a:cubicBezTo>
                  <a:pt x="5591175" y="453650"/>
                  <a:pt x="5540000" y="504825"/>
                  <a:pt x="5476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561975" y="5181600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FFA2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85813" y="5153025"/>
            <a:ext cx="233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A2A2"/>
                </a:solidFill>
                <a:latin typeface="Arial"/>
                <a:ea typeface="Arial"/>
                <a:cs typeface="Arial"/>
                <a:sym typeface="Arial"/>
              </a:rPr>
              <a:t>Setiap perubahan data = edit manual</a:t>
            </a:r>
            <a:endParaRPr b="0" i="0" sz="1600" u="none" cap="none" strike="noStrike"/>
          </a:p>
        </p:txBody>
      </p:sp>
      <p:sp>
        <p:nvSpPr>
          <p:cNvPr id="143" name="Google Shape;143;p4"/>
          <p:cNvSpPr/>
          <p:nvPr/>
        </p:nvSpPr>
        <p:spPr>
          <a:xfrm>
            <a:off x="6215063" y="1738313"/>
            <a:ext cx="5591175" cy="3095625"/>
          </a:xfrm>
          <a:custGeom>
            <a:rect b="b" l="l" r="r" t="t"/>
            <a:pathLst>
              <a:path extrusionOk="0" h="3095625" w="55911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2943227"/>
                </a:lnTo>
                <a:cubicBezTo>
                  <a:pt x="5591175" y="3027394"/>
                  <a:pt x="5522944" y="3095625"/>
                  <a:pt x="5438777" y="3095625"/>
                </a:cubicBezTo>
                <a:lnTo>
                  <a:pt x="152398" y="3095625"/>
                </a:lnTo>
                <a:cubicBezTo>
                  <a:pt x="68231" y="3095625"/>
                  <a:pt x="0" y="3027394"/>
                  <a:pt x="0" y="29432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410325" y="19335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543675" y="2066925"/>
            <a:ext cx="190500" cy="190500"/>
          </a:xfrm>
          <a:custGeom>
            <a:rect b="b" l="l" r="r" t="t"/>
            <a:pathLst>
              <a:path extrusionOk="0" h="190500" w="190500">
                <a:moveTo>
                  <a:pt x="155600" y="65931"/>
                </a:moveTo>
                <a:cubicBezTo>
                  <a:pt x="153591" y="65261"/>
                  <a:pt x="151581" y="64629"/>
                  <a:pt x="149572" y="64033"/>
                </a:cubicBezTo>
                <a:cubicBezTo>
                  <a:pt x="149907" y="62657"/>
                  <a:pt x="150205" y="61280"/>
                  <a:pt x="150502" y="59903"/>
                </a:cubicBezTo>
                <a:cubicBezTo>
                  <a:pt x="155079" y="37728"/>
                  <a:pt x="152065" y="19906"/>
                  <a:pt x="141908" y="14027"/>
                </a:cubicBezTo>
                <a:cubicBezTo>
                  <a:pt x="132122" y="8409"/>
                  <a:pt x="116160" y="14250"/>
                  <a:pt x="100012" y="28315"/>
                </a:cubicBezTo>
                <a:cubicBezTo>
                  <a:pt x="98413" y="29691"/>
                  <a:pt x="96850" y="31142"/>
                  <a:pt x="95362" y="32593"/>
                </a:cubicBezTo>
                <a:cubicBezTo>
                  <a:pt x="94357" y="31626"/>
                  <a:pt x="93315" y="30659"/>
                  <a:pt x="92273" y="29728"/>
                </a:cubicBezTo>
                <a:cubicBezTo>
                  <a:pt x="75344" y="14697"/>
                  <a:pt x="58378" y="8372"/>
                  <a:pt x="48220" y="14287"/>
                </a:cubicBezTo>
                <a:cubicBezTo>
                  <a:pt x="38472" y="19943"/>
                  <a:pt x="35570" y="36723"/>
                  <a:pt x="39663" y="57708"/>
                </a:cubicBezTo>
                <a:cubicBezTo>
                  <a:pt x="40072" y="59792"/>
                  <a:pt x="40518" y="61838"/>
                  <a:pt x="41039" y="63922"/>
                </a:cubicBezTo>
                <a:cubicBezTo>
                  <a:pt x="38658" y="64591"/>
                  <a:pt x="36314" y="65336"/>
                  <a:pt x="34119" y="66117"/>
                </a:cubicBezTo>
                <a:cubicBezTo>
                  <a:pt x="14250" y="73000"/>
                  <a:pt x="0" y="83865"/>
                  <a:pt x="0" y="95101"/>
                </a:cubicBezTo>
                <a:cubicBezTo>
                  <a:pt x="0" y="106710"/>
                  <a:pt x="15180" y="118356"/>
                  <a:pt x="35830" y="125425"/>
                </a:cubicBezTo>
                <a:cubicBezTo>
                  <a:pt x="37505" y="125983"/>
                  <a:pt x="39179" y="126541"/>
                  <a:pt x="40891" y="127025"/>
                </a:cubicBezTo>
                <a:cubicBezTo>
                  <a:pt x="40332" y="129257"/>
                  <a:pt x="39849" y="131452"/>
                  <a:pt x="39402" y="133722"/>
                </a:cubicBezTo>
                <a:cubicBezTo>
                  <a:pt x="35496" y="154372"/>
                  <a:pt x="38546" y="170743"/>
                  <a:pt x="48295" y="176361"/>
                </a:cubicBezTo>
                <a:cubicBezTo>
                  <a:pt x="58341" y="182166"/>
                  <a:pt x="75233" y="176213"/>
                  <a:pt x="91678" y="161813"/>
                </a:cubicBezTo>
                <a:cubicBezTo>
                  <a:pt x="92980" y="160660"/>
                  <a:pt x="94283" y="159469"/>
                  <a:pt x="95585" y="158204"/>
                </a:cubicBezTo>
                <a:cubicBezTo>
                  <a:pt x="97222" y="159804"/>
                  <a:pt x="98933" y="161330"/>
                  <a:pt x="100645" y="162818"/>
                </a:cubicBezTo>
                <a:cubicBezTo>
                  <a:pt x="116570" y="176510"/>
                  <a:pt x="132308" y="182054"/>
                  <a:pt x="142019" y="176436"/>
                </a:cubicBezTo>
                <a:cubicBezTo>
                  <a:pt x="152065" y="170631"/>
                  <a:pt x="155339" y="153033"/>
                  <a:pt x="151098" y="131601"/>
                </a:cubicBezTo>
                <a:cubicBezTo>
                  <a:pt x="150763" y="129964"/>
                  <a:pt x="150391" y="128290"/>
                  <a:pt x="149982" y="126578"/>
                </a:cubicBezTo>
                <a:cubicBezTo>
                  <a:pt x="151172" y="126243"/>
                  <a:pt x="152326" y="125871"/>
                  <a:pt x="153479" y="125499"/>
                </a:cubicBezTo>
                <a:cubicBezTo>
                  <a:pt x="174947" y="118393"/>
                  <a:pt x="190500" y="106896"/>
                  <a:pt x="190500" y="95101"/>
                </a:cubicBezTo>
                <a:cubicBezTo>
                  <a:pt x="190500" y="83827"/>
                  <a:pt x="175840" y="72889"/>
                  <a:pt x="155600" y="65931"/>
                </a:cubicBezTo>
                <a:close/>
                <a:moveTo>
                  <a:pt x="105259" y="34342"/>
                </a:moveTo>
                <a:cubicBezTo>
                  <a:pt x="119100" y="22287"/>
                  <a:pt x="132011" y="17562"/>
                  <a:pt x="137889" y="20948"/>
                </a:cubicBezTo>
                <a:cubicBezTo>
                  <a:pt x="144177" y="24557"/>
                  <a:pt x="146596" y="39142"/>
                  <a:pt x="142652" y="58303"/>
                </a:cubicBezTo>
                <a:cubicBezTo>
                  <a:pt x="142391" y="59568"/>
                  <a:pt x="142131" y="60796"/>
                  <a:pt x="141796" y="62024"/>
                </a:cubicBezTo>
                <a:cubicBezTo>
                  <a:pt x="133536" y="60164"/>
                  <a:pt x="125164" y="58824"/>
                  <a:pt x="116756" y="58080"/>
                </a:cubicBezTo>
                <a:cubicBezTo>
                  <a:pt x="111919" y="51160"/>
                  <a:pt x="106635" y="44537"/>
                  <a:pt x="100905" y="38323"/>
                </a:cubicBezTo>
                <a:cubicBezTo>
                  <a:pt x="102357" y="36947"/>
                  <a:pt x="103770" y="35644"/>
                  <a:pt x="105259" y="34342"/>
                </a:cubicBezTo>
                <a:close/>
                <a:moveTo>
                  <a:pt x="62210" y="114412"/>
                </a:moveTo>
                <a:cubicBezTo>
                  <a:pt x="64108" y="117649"/>
                  <a:pt x="66042" y="120886"/>
                  <a:pt x="68089" y="124048"/>
                </a:cubicBezTo>
                <a:cubicBezTo>
                  <a:pt x="62285" y="123416"/>
                  <a:pt x="56517" y="122486"/>
                  <a:pt x="50825" y="121258"/>
                </a:cubicBezTo>
                <a:cubicBezTo>
                  <a:pt x="52462" y="115900"/>
                  <a:pt x="54508" y="110356"/>
                  <a:pt x="56890" y="104701"/>
                </a:cubicBezTo>
                <a:cubicBezTo>
                  <a:pt x="58601" y="107975"/>
                  <a:pt x="60350" y="111212"/>
                  <a:pt x="62210" y="114412"/>
                </a:cubicBezTo>
                <a:close/>
                <a:moveTo>
                  <a:pt x="50936" y="69652"/>
                </a:moveTo>
                <a:cubicBezTo>
                  <a:pt x="56294" y="68461"/>
                  <a:pt x="61987" y="67494"/>
                  <a:pt x="67903" y="66749"/>
                </a:cubicBezTo>
                <a:cubicBezTo>
                  <a:pt x="65931" y="69838"/>
                  <a:pt x="63996" y="73000"/>
                  <a:pt x="62173" y="76200"/>
                </a:cubicBezTo>
                <a:cubicBezTo>
                  <a:pt x="60350" y="79363"/>
                  <a:pt x="58564" y="82600"/>
                  <a:pt x="56890" y="85874"/>
                </a:cubicBezTo>
                <a:cubicBezTo>
                  <a:pt x="54546" y="80330"/>
                  <a:pt x="52574" y="74898"/>
                  <a:pt x="50936" y="69652"/>
                </a:cubicBezTo>
                <a:close/>
                <a:moveTo>
                  <a:pt x="61131" y="95287"/>
                </a:moveTo>
                <a:cubicBezTo>
                  <a:pt x="63587" y="90153"/>
                  <a:pt x="66266" y="85130"/>
                  <a:pt x="69093" y="80181"/>
                </a:cubicBezTo>
                <a:cubicBezTo>
                  <a:pt x="71921" y="75233"/>
                  <a:pt x="74972" y="70433"/>
                  <a:pt x="78172" y="65708"/>
                </a:cubicBezTo>
                <a:cubicBezTo>
                  <a:pt x="83753" y="65298"/>
                  <a:pt x="89446" y="65075"/>
                  <a:pt x="95250" y="65075"/>
                </a:cubicBezTo>
                <a:cubicBezTo>
                  <a:pt x="101054" y="65075"/>
                  <a:pt x="106784" y="65298"/>
                  <a:pt x="112328" y="65708"/>
                </a:cubicBezTo>
                <a:cubicBezTo>
                  <a:pt x="115491" y="70396"/>
                  <a:pt x="118504" y="75195"/>
                  <a:pt x="121369" y="80107"/>
                </a:cubicBezTo>
                <a:cubicBezTo>
                  <a:pt x="124234" y="85018"/>
                  <a:pt x="126913" y="90041"/>
                  <a:pt x="129443" y="95138"/>
                </a:cubicBezTo>
                <a:cubicBezTo>
                  <a:pt x="126950" y="100273"/>
                  <a:pt x="124271" y="105333"/>
                  <a:pt x="121407" y="110319"/>
                </a:cubicBezTo>
                <a:cubicBezTo>
                  <a:pt x="118579" y="115267"/>
                  <a:pt x="115565" y="120067"/>
                  <a:pt x="112402" y="124830"/>
                </a:cubicBezTo>
                <a:cubicBezTo>
                  <a:pt x="106859" y="125239"/>
                  <a:pt x="101092" y="125425"/>
                  <a:pt x="95250" y="125425"/>
                </a:cubicBezTo>
                <a:cubicBezTo>
                  <a:pt x="89408" y="125425"/>
                  <a:pt x="83753" y="125239"/>
                  <a:pt x="78284" y="124904"/>
                </a:cubicBezTo>
                <a:cubicBezTo>
                  <a:pt x="75047" y="120179"/>
                  <a:pt x="71996" y="115342"/>
                  <a:pt x="69131" y="110393"/>
                </a:cubicBezTo>
                <a:cubicBezTo>
                  <a:pt x="66266" y="105445"/>
                  <a:pt x="63624" y="100422"/>
                  <a:pt x="61131" y="95287"/>
                </a:cubicBezTo>
                <a:close/>
                <a:moveTo>
                  <a:pt x="128327" y="114337"/>
                </a:moveTo>
                <a:cubicBezTo>
                  <a:pt x="130225" y="111063"/>
                  <a:pt x="132011" y="107752"/>
                  <a:pt x="133759" y="104403"/>
                </a:cubicBezTo>
                <a:cubicBezTo>
                  <a:pt x="136141" y="109798"/>
                  <a:pt x="138224" y="115267"/>
                  <a:pt x="140047" y="120886"/>
                </a:cubicBezTo>
                <a:cubicBezTo>
                  <a:pt x="134280" y="122188"/>
                  <a:pt x="128439" y="123192"/>
                  <a:pt x="122560" y="123862"/>
                </a:cubicBezTo>
                <a:cubicBezTo>
                  <a:pt x="124569" y="120737"/>
                  <a:pt x="126467" y="117537"/>
                  <a:pt x="128327" y="114337"/>
                </a:cubicBezTo>
                <a:close/>
                <a:moveTo>
                  <a:pt x="133685" y="85874"/>
                </a:moveTo>
                <a:cubicBezTo>
                  <a:pt x="131936" y="82600"/>
                  <a:pt x="130150" y="79325"/>
                  <a:pt x="128290" y="76126"/>
                </a:cubicBezTo>
                <a:cubicBezTo>
                  <a:pt x="126467" y="72963"/>
                  <a:pt x="124569" y="69838"/>
                  <a:pt x="122597" y="66749"/>
                </a:cubicBezTo>
                <a:cubicBezTo>
                  <a:pt x="128588" y="67494"/>
                  <a:pt x="134317" y="68498"/>
                  <a:pt x="139675" y="69726"/>
                </a:cubicBezTo>
                <a:cubicBezTo>
                  <a:pt x="137964" y="75233"/>
                  <a:pt x="135954" y="80590"/>
                  <a:pt x="133685" y="85874"/>
                </a:cubicBezTo>
                <a:close/>
                <a:moveTo>
                  <a:pt x="95324" y="44016"/>
                </a:moveTo>
                <a:cubicBezTo>
                  <a:pt x="99231" y="48258"/>
                  <a:pt x="102915" y="52722"/>
                  <a:pt x="106338" y="57336"/>
                </a:cubicBezTo>
                <a:cubicBezTo>
                  <a:pt x="98971" y="57001"/>
                  <a:pt x="91567" y="57001"/>
                  <a:pt x="84200" y="57336"/>
                </a:cubicBezTo>
                <a:cubicBezTo>
                  <a:pt x="87846" y="52536"/>
                  <a:pt x="91604" y="48071"/>
                  <a:pt x="95324" y="44016"/>
                </a:cubicBezTo>
                <a:close/>
                <a:moveTo>
                  <a:pt x="52164" y="21208"/>
                </a:moveTo>
                <a:cubicBezTo>
                  <a:pt x="58415" y="17562"/>
                  <a:pt x="72293" y="22771"/>
                  <a:pt x="86916" y="35719"/>
                </a:cubicBezTo>
                <a:cubicBezTo>
                  <a:pt x="87846" y="36537"/>
                  <a:pt x="88776" y="37430"/>
                  <a:pt x="89743" y="38323"/>
                </a:cubicBezTo>
                <a:cubicBezTo>
                  <a:pt x="83976" y="44537"/>
                  <a:pt x="78656" y="51160"/>
                  <a:pt x="73782" y="58080"/>
                </a:cubicBezTo>
                <a:cubicBezTo>
                  <a:pt x="65373" y="58824"/>
                  <a:pt x="57038" y="60127"/>
                  <a:pt x="48778" y="61950"/>
                </a:cubicBezTo>
                <a:cubicBezTo>
                  <a:pt x="48295" y="60052"/>
                  <a:pt x="47885" y="58117"/>
                  <a:pt x="47476" y="56183"/>
                </a:cubicBezTo>
                <a:cubicBezTo>
                  <a:pt x="43979" y="38174"/>
                  <a:pt x="46286" y="24594"/>
                  <a:pt x="52164" y="21208"/>
                </a:cubicBezTo>
                <a:close/>
                <a:moveTo>
                  <a:pt x="43049" y="119286"/>
                </a:moveTo>
                <a:cubicBezTo>
                  <a:pt x="41486" y="118839"/>
                  <a:pt x="39960" y="118356"/>
                  <a:pt x="38435" y="117835"/>
                </a:cubicBezTo>
                <a:cubicBezTo>
                  <a:pt x="30510" y="115342"/>
                  <a:pt x="21506" y="111398"/>
                  <a:pt x="14994" y="106226"/>
                </a:cubicBezTo>
                <a:cubicBezTo>
                  <a:pt x="11237" y="103622"/>
                  <a:pt x="8706" y="99603"/>
                  <a:pt x="8000" y="95101"/>
                </a:cubicBezTo>
                <a:cubicBezTo>
                  <a:pt x="8000" y="88292"/>
                  <a:pt x="19757" y="79586"/>
                  <a:pt x="36723" y="73670"/>
                </a:cubicBezTo>
                <a:cubicBezTo>
                  <a:pt x="38844" y="72926"/>
                  <a:pt x="41002" y="72256"/>
                  <a:pt x="43160" y="71624"/>
                </a:cubicBezTo>
                <a:cubicBezTo>
                  <a:pt x="45690" y="79697"/>
                  <a:pt x="48741" y="87623"/>
                  <a:pt x="52276" y="95287"/>
                </a:cubicBezTo>
                <a:cubicBezTo>
                  <a:pt x="48704" y="103063"/>
                  <a:pt x="45616" y="111100"/>
                  <a:pt x="43049" y="119286"/>
                </a:cubicBezTo>
                <a:close/>
                <a:moveTo>
                  <a:pt x="86432" y="155749"/>
                </a:moveTo>
                <a:cubicBezTo>
                  <a:pt x="80293" y="161367"/>
                  <a:pt x="73186" y="165832"/>
                  <a:pt x="65447" y="168883"/>
                </a:cubicBezTo>
                <a:cubicBezTo>
                  <a:pt x="61317" y="170855"/>
                  <a:pt x="56555" y="171041"/>
                  <a:pt x="52313" y="169366"/>
                </a:cubicBezTo>
                <a:cubicBezTo>
                  <a:pt x="46397" y="165943"/>
                  <a:pt x="43942" y="152809"/>
                  <a:pt x="47290" y="135136"/>
                </a:cubicBezTo>
                <a:cubicBezTo>
                  <a:pt x="47699" y="133052"/>
                  <a:pt x="48146" y="130969"/>
                  <a:pt x="48667" y="128922"/>
                </a:cubicBezTo>
                <a:cubicBezTo>
                  <a:pt x="57001" y="130708"/>
                  <a:pt x="65410" y="131936"/>
                  <a:pt x="73930" y="132569"/>
                </a:cubicBezTo>
                <a:cubicBezTo>
                  <a:pt x="78842" y="139526"/>
                  <a:pt x="84237" y="146186"/>
                  <a:pt x="90004" y="152437"/>
                </a:cubicBezTo>
                <a:cubicBezTo>
                  <a:pt x="88813" y="153591"/>
                  <a:pt x="87623" y="154707"/>
                  <a:pt x="86432" y="155749"/>
                </a:cubicBezTo>
                <a:close/>
                <a:moveTo>
                  <a:pt x="95548" y="146707"/>
                </a:moveTo>
                <a:cubicBezTo>
                  <a:pt x="91753" y="142615"/>
                  <a:pt x="87957" y="138075"/>
                  <a:pt x="84274" y="133201"/>
                </a:cubicBezTo>
                <a:cubicBezTo>
                  <a:pt x="87846" y="133350"/>
                  <a:pt x="91529" y="133424"/>
                  <a:pt x="95250" y="133424"/>
                </a:cubicBezTo>
                <a:cubicBezTo>
                  <a:pt x="99082" y="133424"/>
                  <a:pt x="102840" y="133350"/>
                  <a:pt x="106561" y="133164"/>
                </a:cubicBezTo>
                <a:cubicBezTo>
                  <a:pt x="103138" y="137889"/>
                  <a:pt x="99454" y="142391"/>
                  <a:pt x="95548" y="146707"/>
                </a:cubicBezTo>
                <a:close/>
                <a:moveTo>
                  <a:pt x="144177" y="157869"/>
                </a:moveTo>
                <a:cubicBezTo>
                  <a:pt x="143842" y="162409"/>
                  <a:pt x="141610" y="166650"/>
                  <a:pt x="138038" y="169515"/>
                </a:cubicBezTo>
                <a:cubicBezTo>
                  <a:pt x="132122" y="172938"/>
                  <a:pt x="119509" y="168473"/>
                  <a:pt x="105891" y="156790"/>
                </a:cubicBezTo>
                <a:cubicBezTo>
                  <a:pt x="104329" y="155451"/>
                  <a:pt x="102766" y="154000"/>
                  <a:pt x="101166" y="152512"/>
                </a:cubicBezTo>
                <a:cubicBezTo>
                  <a:pt x="106859" y="146224"/>
                  <a:pt x="112105" y="139564"/>
                  <a:pt x="116867" y="132569"/>
                </a:cubicBezTo>
                <a:cubicBezTo>
                  <a:pt x="125388" y="131862"/>
                  <a:pt x="133871" y="130559"/>
                  <a:pt x="142242" y="128662"/>
                </a:cubicBezTo>
                <a:cubicBezTo>
                  <a:pt x="142615" y="130187"/>
                  <a:pt x="142949" y="131713"/>
                  <a:pt x="143247" y="133201"/>
                </a:cubicBezTo>
                <a:cubicBezTo>
                  <a:pt x="145070" y="141238"/>
                  <a:pt x="145368" y="149609"/>
                  <a:pt x="144177" y="157869"/>
                </a:cubicBezTo>
                <a:close/>
                <a:moveTo>
                  <a:pt x="150949" y="117872"/>
                </a:moveTo>
                <a:cubicBezTo>
                  <a:pt x="149907" y="118207"/>
                  <a:pt x="148865" y="118542"/>
                  <a:pt x="147786" y="118839"/>
                </a:cubicBezTo>
                <a:cubicBezTo>
                  <a:pt x="145182" y="110728"/>
                  <a:pt x="141982" y="102803"/>
                  <a:pt x="138299" y="95101"/>
                </a:cubicBezTo>
                <a:cubicBezTo>
                  <a:pt x="141870" y="87511"/>
                  <a:pt x="144884" y="79697"/>
                  <a:pt x="147414" y="71698"/>
                </a:cubicBezTo>
                <a:cubicBezTo>
                  <a:pt x="149349" y="72256"/>
                  <a:pt x="151209" y="72851"/>
                  <a:pt x="152995" y="73447"/>
                </a:cubicBezTo>
                <a:cubicBezTo>
                  <a:pt x="170334" y="79400"/>
                  <a:pt x="182500" y="88255"/>
                  <a:pt x="182500" y="95027"/>
                </a:cubicBezTo>
                <a:cubicBezTo>
                  <a:pt x="182500" y="102319"/>
                  <a:pt x="169515" y="111733"/>
                  <a:pt x="150949" y="117872"/>
                </a:cubicBezTo>
                <a:close/>
                <a:moveTo>
                  <a:pt x="95250" y="112291"/>
                </a:moveTo>
                <a:cubicBezTo>
                  <a:pt x="104655" y="112291"/>
                  <a:pt x="112291" y="104655"/>
                  <a:pt x="112291" y="95250"/>
                </a:cubicBezTo>
                <a:cubicBezTo>
                  <a:pt x="112291" y="85845"/>
                  <a:pt x="104655" y="78209"/>
                  <a:pt x="95250" y="78209"/>
                </a:cubicBezTo>
                <a:cubicBezTo>
                  <a:pt x="85845" y="78209"/>
                  <a:pt x="78209" y="85845"/>
                  <a:pt x="78209" y="95250"/>
                </a:cubicBezTo>
                <a:cubicBezTo>
                  <a:pt x="78209" y="104655"/>
                  <a:pt x="85845" y="112291"/>
                  <a:pt x="95250" y="112291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981825" y="2028825"/>
            <a:ext cx="1381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(Cerdas)</a:t>
            </a:r>
            <a:endParaRPr b="0" i="0" sz="1600" u="none" cap="none" strike="noStrike"/>
          </a:p>
        </p:txBody>
      </p:sp>
      <p:sp>
        <p:nvSpPr>
          <p:cNvPr id="147" name="Google Shape;147;p4"/>
          <p:cNvSpPr/>
          <p:nvPr/>
        </p:nvSpPr>
        <p:spPr>
          <a:xfrm>
            <a:off x="6410325" y="2543175"/>
            <a:ext cx="5200650" cy="1419225"/>
          </a:xfrm>
          <a:custGeom>
            <a:rect b="b" l="l" r="r" t="t"/>
            <a:pathLst>
              <a:path extrusionOk="0" h="1419225" w="5200650">
                <a:moveTo>
                  <a:pt x="76198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1343027"/>
                </a:lnTo>
                <a:cubicBezTo>
                  <a:pt x="5200650" y="1385110"/>
                  <a:pt x="5166535" y="1419225"/>
                  <a:pt x="5124452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410325" y="2543175"/>
            <a:ext cx="5262563" cy="1419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// Tulis SATU cetakan, React render otomatis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transaksi.map(item =&gt; (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className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"card"</a:t>
            </a:r>
            <a:r>
              <a:rPr b="0" i="0" lang="en-US" sz="975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{item.nama}: Rp {item.jumlah}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r>
              <a:rPr b="0" i="0" lang="en-US" sz="975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149" name="Google Shape;149;p4"/>
          <p:cNvSpPr/>
          <p:nvPr/>
        </p:nvSpPr>
        <p:spPr>
          <a:xfrm>
            <a:off x="6419850" y="4095750"/>
            <a:ext cx="171450" cy="152400"/>
          </a:xfrm>
          <a:custGeom>
            <a:rect b="b" l="l" r="r" t="t"/>
            <a:pathLst>
              <a:path extrusionOk="0" h="152400" w="171450">
                <a:moveTo>
                  <a:pt x="19050" y="19050"/>
                </a:moveTo>
                <a:cubicBezTo>
                  <a:pt x="19050" y="13781"/>
                  <a:pt x="23306" y="9525"/>
                  <a:pt x="28575" y="9525"/>
                </a:cubicBezTo>
                <a:lnTo>
                  <a:pt x="133350" y="9525"/>
                </a:lnTo>
                <a:cubicBezTo>
                  <a:pt x="154394" y="9525"/>
                  <a:pt x="171450" y="26581"/>
                  <a:pt x="171450" y="47625"/>
                </a:cubicBezTo>
                <a:cubicBezTo>
                  <a:pt x="171450" y="68669"/>
                  <a:pt x="154394" y="85725"/>
                  <a:pt x="133350" y="85725"/>
                </a:cubicBezTo>
                <a:cubicBezTo>
                  <a:pt x="133350" y="101501"/>
                  <a:pt x="120551" y="114300"/>
                  <a:pt x="104775" y="114300"/>
                </a:cubicBezTo>
                <a:lnTo>
                  <a:pt x="47625" y="114300"/>
                </a:lnTo>
                <a:cubicBezTo>
                  <a:pt x="31849" y="114300"/>
                  <a:pt x="19050" y="101501"/>
                  <a:pt x="19050" y="85725"/>
                </a:cubicBezTo>
                <a:lnTo>
                  <a:pt x="19050" y="19050"/>
                </a:lnTo>
                <a:close/>
                <a:moveTo>
                  <a:pt x="152400" y="47625"/>
                </a:moveTo>
                <a:cubicBezTo>
                  <a:pt x="152400" y="37118"/>
                  <a:pt x="143857" y="28575"/>
                  <a:pt x="133350" y="28575"/>
                </a:cubicBezTo>
                <a:lnTo>
                  <a:pt x="133350" y="66675"/>
                </a:lnTo>
                <a:cubicBezTo>
                  <a:pt x="143857" y="66675"/>
                  <a:pt x="152400" y="58132"/>
                  <a:pt x="152400" y="47625"/>
                </a:cubicBezTo>
                <a:close/>
                <a:moveTo>
                  <a:pt x="19050" y="133350"/>
                </a:moveTo>
                <a:lnTo>
                  <a:pt x="133350" y="133350"/>
                </a:lnTo>
                <a:cubicBezTo>
                  <a:pt x="138619" y="133350"/>
                  <a:pt x="142875" y="137606"/>
                  <a:pt x="142875" y="142875"/>
                </a:cubicBezTo>
                <a:cubicBezTo>
                  <a:pt x="142875" y="148144"/>
                  <a:pt x="138619" y="152400"/>
                  <a:pt x="133350" y="152400"/>
                </a:cubicBezTo>
                <a:lnTo>
                  <a:pt x="19050" y="152400"/>
                </a:lnTo>
                <a:cubicBezTo>
                  <a:pt x="13781" y="152400"/>
                  <a:pt x="9525" y="148144"/>
                  <a:pt x="9525" y="142875"/>
                </a:cubicBezTo>
                <a:cubicBezTo>
                  <a:pt x="9525" y="137606"/>
                  <a:pt x="13781" y="133350"/>
                  <a:pt x="19050" y="133350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677025" y="4076700"/>
            <a:ext cx="408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Programmer React: Ngopi sambil React kerja</a:t>
            </a:r>
            <a:endParaRPr b="0" i="0" sz="1600" u="none" cap="none" strike="noStrike"/>
          </a:p>
        </p:txBody>
      </p:sp>
      <p:sp>
        <p:nvSpPr>
          <p:cNvPr id="151" name="Google Shape;151;p4"/>
          <p:cNvSpPr/>
          <p:nvPr/>
        </p:nvSpPr>
        <p:spPr>
          <a:xfrm>
            <a:off x="6215063" y="4995863"/>
            <a:ext cx="5591175" cy="504825"/>
          </a:xfrm>
          <a:custGeom>
            <a:rect b="b" l="l" r="r" t="t"/>
            <a:pathLst>
              <a:path extrusionOk="0" h="504825" w="559117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390523"/>
                </a:lnTo>
                <a:cubicBezTo>
                  <a:pt x="5591175" y="453650"/>
                  <a:pt x="5540000" y="504825"/>
                  <a:pt x="5476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48BB78">
              <a:alpha val="10196"/>
            </a:srgbClr>
          </a:solidFill>
          <a:ln cap="flat" cmpd="sng" w="12700">
            <a:solidFill>
              <a:srgbClr val="48BB7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391275" y="5181600"/>
            <a:ext cx="133350" cy="133350"/>
          </a:xfrm>
          <a:custGeom>
            <a:rect b="b" l="l" r="r" t="t"/>
            <a:pathLst>
              <a:path extrusionOk="0" h="133350" w="133350">
                <a:moveTo>
                  <a:pt x="103789" y="3177"/>
                </a:moveTo>
                <a:lnTo>
                  <a:pt x="80817" y="26149"/>
                </a:lnTo>
                <a:lnTo>
                  <a:pt x="107201" y="52533"/>
                </a:lnTo>
                <a:lnTo>
                  <a:pt x="130173" y="29561"/>
                </a:lnTo>
                <a:cubicBezTo>
                  <a:pt x="132204" y="27503"/>
                  <a:pt x="133350" y="24743"/>
                  <a:pt x="133350" y="21878"/>
                </a:cubicBezTo>
                <a:cubicBezTo>
                  <a:pt x="133350" y="19013"/>
                  <a:pt x="132204" y="16252"/>
                  <a:pt x="130173" y="14194"/>
                </a:cubicBezTo>
                <a:lnTo>
                  <a:pt x="119156" y="3177"/>
                </a:lnTo>
                <a:cubicBezTo>
                  <a:pt x="117098" y="1146"/>
                  <a:pt x="114337" y="0"/>
                  <a:pt x="111472" y="0"/>
                </a:cubicBezTo>
                <a:cubicBezTo>
                  <a:pt x="108607" y="0"/>
                  <a:pt x="105847" y="1146"/>
                  <a:pt x="103789" y="3177"/>
                </a:cubicBezTo>
                <a:close/>
                <a:moveTo>
                  <a:pt x="71988" y="34978"/>
                </a:moveTo>
                <a:lnTo>
                  <a:pt x="3177" y="103789"/>
                </a:lnTo>
                <a:cubicBezTo>
                  <a:pt x="1146" y="105847"/>
                  <a:pt x="0" y="108607"/>
                  <a:pt x="0" y="111472"/>
                </a:cubicBezTo>
                <a:cubicBezTo>
                  <a:pt x="0" y="114337"/>
                  <a:pt x="1146" y="117098"/>
                  <a:pt x="3177" y="119156"/>
                </a:cubicBezTo>
                <a:lnTo>
                  <a:pt x="14194" y="130173"/>
                </a:lnTo>
                <a:cubicBezTo>
                  <a:pt x="16252" y="132204"/>
                  <a:pt x="19013" y="133350"/>
                  <a:pt x="21878" y="133350"/>
                </a:cubicBezTo>
                <a:cubicBezTo>
                  <a:pt x="24743" y="133350"/>
                  <a:pt x="27503" y="132204"/>
                  <a:pt x="29561" y="130173"/>
                </a:cubicBezTo>
                <a:lnTo>
                  <a:pt x="98372" y="61362"/>
                </a:lnTo>
                <a:lnTo>
                  <a:pt x="71988" y="34978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615113" y="5153025"/>
            <a:ext cx="2419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Data berubah = tampilan auto-update!</a:t>
            </a:r>
            <a:endParaRPr b="0" i="0" sz="1600" u="none" cap="none" strike="noStrike"/>
          </a:p>
        </p:txBody>
      </p:sp>
      <p:sp>
        <p:nvSpPr>
          <p:cNvPr id="154" name="Google Shape;154;p4"/>
          <p:cNvSpPr/>
          <p:nvPr/>
        </p:nvSpPr>
        <p:spPr>
          <a:xfrm>
            <a:off x="385763" y="5662613"/>
            <a:ext cx="11420475" cy="809625"/>
          </a:xfrm>
          <a:custGeom>
            <a:rect b="b" l="l" r="r" t="t"/>
            <a:pathLst>
              <a:path extrusionOk="0" h="809625" w="1142047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695322"/>
                </a:lnTo>
                <a:cubicBezTo>
                  <a:pt x="11420475" y="758408"/>
                  <a:pt x="11369258" y="809625"/>
                  <a:pt x="113061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>
            <a:gsLst>
              <a:gs pos="0">
                <a:srgbClr val="61DAFB">
                  <a:alpha val="20000"/>
                </a:srgbClr>
              </a:gs>
              <a:gs pos="100000">
                <a:srgbClr val="764BA2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581025" y="5876925"/>
            <a:ext cx="114300" cy="152400"/>
          </a:xfrm>
          <a:custGeom>
            <a:rect b="b" l="l" r="r" t="t"/>
            <a:pathLst>
              <a:path extrusionOk="0" h="152400" w="1143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790575" y="5819775"/>
            <a:ext cx="10934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Intinya: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React itu library Facebook untuk bikin UI. Keunggulannya: kita bikin </a:t>
            </a:r>
            <a:r>
              <a:rPr b="1" i="0" lang="en-US" sz="120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'cetakan' (component)</a:t>
            </a: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satu kali, kalau datanya ada 100, React yang otomatis render 100x. Kita fokus ke logika, bukan copy-paste kode.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330949" y="330949"/>
            <a:ext cx="784472" cy="269662"/>
          </a:xfrm>
          <a:custGeom>
            <a:rect b="b" l="l" r="r" t="t"/>
            <a:pathLst>
              <a:path extrusionOk="0" h="269662" w="784472">
                <a:moveTo>
                  <a:pt x="65372" y="0"/>
                </a:moveTo>
                <a:lnTo>
                  <a:pt x="719100" y="0"/>
                </a:lnTo>
                <a:cubicBezTo>
                  <a:pt x="755204" y="0"/>
                  <a:pt x="784472" y="29268"/>
                  <a:pt x="784472" y="65372"/>
                </a:cubicBezTo>
                <a:lnTo>
                  <a:pt x="784472" y="204291"/>
                </a:lnTo>
                <a:cubicBezTo>
                  <a:pt x="784472" y="240394"/>
                  <a:pt x="755204" y="269662"/>
                  <a:pt x="719100" y="269662"/>
                </a:cubicBezTo>
                <a:lnTo>
                  <a:pt x="65372" y="269662"/>
                </a:lnTo>
                <a:cubicBezTo>
                  <a:pt x="29292" y="269662"/>
                  <a:pt x="0" y="240370"/>
                  <a:pt x="0" y="204291"/>
                </a:cubicBezTo>
                <a:lnTo>
                  <a:pt x="0" y="65372"/>
                </a:lnTo>
                <a:cubicBezTo>
                  <a:pt x="0" y="29292"/>
                  <a:pt x="29292" y="0"/>
                  <a:pt x="65372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 cap="flat" cmpd="sng" w="12700">
            <a:solidFill>
              <a:srgbClr val="764BA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433094" y="396322"/>
            <a:ext cx="640575" cy="1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1" u="none" cap="none" strike="noStrike">
                <a:solidFill>
                  <a:srgbClr val="764BA2"/>
                </a:solidFill>
                <a:latin typeface="Arial"/>
                <a:ea typeface="Arial"/>
                <a:cs typeface="Arial"/>
                <a:sym typeface="Arial"/>
              </a:rPr>
              <a:t>STRUKTUR</a:t>
            </a:r>
            <a:endParaRPr b="0" i="0" sz="1600" u="none" cap="none" strike="noStrike"/>
          </a:p>
        </p:txBody>
      </p:sp>
      <p:sp>
        <p:nvSpPr>
          <p:cNvPr id="164" name="Google Shape;164;p5"/>
          <p:cNvSpPr/>
          <p:nvPr/>
        </p:nvSpPr>
        <p:spPr>
          <a:xfrm>
            <a:off x="326863" y="702756"/>
            <a:ext cx="11685362" cy="326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Struktur File CodeSandbox</a:t>
            </a:r>
            <a:endParaRPr b="0" i="0" sz="1600" u="none" cap="none" strike="noStrike"/>
          </a:p>
        </p:txBody>
      </p:sp>
      <p:sp>
        <p:nvSpPr>
          <p:cNvPr id="165" name="Google Shape;165;p5"/>
          <p:cNvSpPr/>
          <p:nvPr/>
        </p:nvSpPr>
        <p:spPr>
          <a:xfrm>
            <a:off x="326863" y="1094992"/>
            <a:ext cx="11611818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Memahami organisasi file dan konsep dasar React</a:t>
            </a:r>
            <a:endParaRPr b="0" i="0" sz="1600" u="none" cap="none" strike="noStrike"/>
          </a:p>
        </p:txBody>
      </p:sp>
      <p:sp>
        <p:nvSpPr>
          <p:cNvPr id="166" name="Google Shape;166;p5"/>
          <p:cNvSpPr/>
          <p:nvPr/>
        </p:nvSpPr>
        <p:spPr>
          <a:xfrm>
            <a:off x="330949" y="1491314"/>
            <a:ext cx="5090895" cy="3946874"/>
          </a:xfrm>
          <a:custGeom>
            <a:rect b="b" l="l" r="r" t="t"/>
            <a:pathLst>
              <a:path extrusionOk="0" h="3946874" w="5090895">
                <a:moveTo>
                  <a:pt x="130760" y="0"/>
                </a:moveTo>
                <a:lnTo>
                  <a:pt x="4960136" y="0"/>
                </a:lnTo>
                <a:cubicBezTo>
                  <a:pt x="5032352" y="0"/>
                  <a:pt x="5090895" y="58543"/>
                  <a:pt x="5090895" y="130760"/>
                </a:cubicBezTo>
                <a:lnTo>
                  <a:pt x="5090895" y="3816114"/>
                </a:lnTo>
                <a:cubicBezTo>
                  <a:pt x="5090895" y="3888331"/>
                  <a:pt x="5032352" y="3946874"/>
                  <a:pt x="4960136" y="3946874"/>
                </a:cubicBezTo>
                <a:lnTo>
                  <a:pt x="130760" y="3946874"/>
                </a:lnTo>
                <a:cubicBezTo>
                  <a:pt x="58543" y="3946874"/>
                  <a:pt x="0" y="3888331"/>
                  <a:pt x="0" y="3816114"/>
                </a:cubicBezTo>
                <a:lnTo>
                  <a:pt x="0" y="130760"/>
                </a:lnTo>
                <a:cubicBezTo>
                  <a:pt x="0" y="58543"/>
                  <a:pt x="58543" y="0"/>
                  <a:pt x="130760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09702" y="1699689"/>
            <a:ext cx="165475" cy="147088"/>
          </a:xfrm>
          <a:custGeom>
            <a:rect b="b" l="l" r="r" t="t"/>
            <a:pathLst>
              <a:path extrusionOk="0" h="147088" w="165475">
                <a:moveTo>
                  <a:pt x="13790" y="6895"/>
                </a:moveTo>
                <a:cubicBezTo>
                  <a:pt x="13790" y="3074"/>
                  <a:pt x="10716" y="0"/>
                  <a:pt x="6895" y="0"/>
                </a:cubicBezTo>
                <a:cubicBezTo>
                  <a:pt x="3074" y="0"/>
                  <a:pt x="0" y="3074"/>
                  <a:pt x="0" y="6895"/>
                </a:cubicBezTo>
                <a:lnTo>
                  <a:pt x="0" y="112615"/>
                </a:lnTo>
                <a:cubicBezTo>
                  <a:pt x="0" y="121492"/>
                  <a:pt x="7211" y="128702"/>
                  <a:pt x="16088" y="128702"/>
                </a:cubicBezTo>
                <a:lnTo>
                  <a:pt x="68948" y="128702"/>
                </a:lnTo>
                <a:lnTo>
                  <a:pt x="68948" y="114913"/>
                </a:lnTo>
                <a:lnTo>
                  <a:pt x="16088" y="114913"/>
                </a:lnTo>
                <a:cubicBezTo>
                  <a:pt x="14824" y="114913"/>
                  <a:pt x="13790" y="113879"/>
                  <a:pt x="13790" y="112615"/>
                </a:cubicBezTo>
                <a:lnTo>
                  <a:pt x="13790" y="45965"/>
                </a:lnTo>
                <a:lnTo>
                  <a:pt x="68948" y="45965"/>
                </a:lnTo>
                <a:lnTo>
                  <a:pt x="68948" y="32176"/>
                </a:lnTo>
                <a:lnTo>
                  <a:pt x="13790" y="32176"/>
                </a:lnTo>
                <a:lnTo>
                  <a:pt x="13790" y="6895"/>
                </a:lnTo>
                <a:close/>
                <a:moveTo>
                  <a:pt x="96527" y="64351"/>
                </a:moveTo>
                <a:lnTo>
                  <a:pt x="151685" y="64351"/>
                </a:lnTo>
                <a:cubicBezTo>
                  <a:pt x="159298" y="64351"/>
                  <a:pt x="165475" y="58175"/>
                  <a:pt x="165475" y="50562"/>
                </a:cubicBezTo>
                <a:lnTo>
                  <a:pt x="165475" y="22983"/>
                </a:lnTo>
                <a:cubicBezTo>
                  <a:pt x="165475" y="15370"/>
                  <a:pt x="159298" y="9193"/>
                  <a:pt x="151685" y="9193"/>
                </a:cubicBezTo>
                <a:lnTo>
                  <a:pt x="127927" y="9193"/>
                </a:lnTo>
                <a:cubicBezTo>
                  <a:pt x="125485" y="9193"/>
                  <a:pt x="123158" y="8216"/>
                  <a:pt x="121434" y="6493"/>
                </a:cubicBezTo>
                <a:lnTo>
                  <a:pt x="118964" y="4022"/>
                </a:lnTo>
                <a:cubicBezTo>
                  <a:pt x="116378" y="1436"/>
                  <a:pt x="112873" y="-29"/>
                  <a:pt x="109225" y="-29"/>
                </a:cubicBezTo>
                <a:lnTo>
                  <a:pt x="96527" y="0"/>
                </a:lnTo>
                <a:cubicBezTo>
                  <a:pt x="88914" y="0"/>
                  <a:pt x="82737" y="6177"/>
                  <a:pt x="82737" y="13790"/>
                </a:cubicBezTo>
                <a:lnTo>
                  <a:pt x="82737" y="50562"/>
                </a:lnTo>
                <a:cubicBezTo>
                  <a:pt x="82737" y="58175"/>
                  <a:pt x="88914" y="64351"/>
                  <a:pt x="96527" y="64351"/>
                </a:cubicBezTo>
                <a:close/>
                <a:moveTo>
                  <a:pt x="96527" y="147088"/>
                </a:moveTo>
                <a:lnTo>
                  <a:pt x="151685" y="147088"/>
                </a:lnTo>
                <a:cubicBezTo>
                  <a:pt x="159298" y="147088"/>
                  <a:pt x="165475" y="140912"/>
                  <a:pt x="165475" y="133299"/>
                </a:cubicBezTo>
                <a:lnTo>
                  <a:pt x="165475" y="105720"/>
                </a:lnTo>
                <a:cubicBezTo>
                  <a:pt x="165475" y="98107"/>
                  <a:pt x="159298" y="91930"/>
                  <a:pt x="151685" y="91930"/>
                </a:cubicBezTo>
                <a:lnTo>
                  <a:pt x="127927" y="91930"/>
                </a:lnTo>
                <a:cubicBezTo>
                  <a:pt x="125485" y="91930"/>
                  <a:pt x="123158" y="90954"/>
                  <a:pt x="121434" y="89230"/>
                </a:cubicBezTo>
                <a:lnTo>
                  <a:pt x="118964" y="86759"/>
                </a:lnTo>
                <a:cubicBezTo>
                  <a:pt x="116378" y="84174"/>
                  <a:pt x="112873" y="82709"/>
                  <a:pt x="109225" y="82709"/>
                </a:cubicBezTo>
                <a:lnTo>
                  <a:pt x="96527" y="82737"/>
                </a:lnTo>
                <a:cubicBezTo>
                  <a:pt x="88914" y="82737"/>
                  <a:pt x="82737" y="88914"/>
                  <a:pt x="82737" y="96527"/>
                </a:cubicBezTo>
                <a:lnTo>
                  <a:pt x="82737" y="133299"/>
                </a:lnTo>
                <a:cubicBezTo>
                  <a:pt x="82737" y="140912"/>
                  <a:pt x="88914" y="147088"/>
                  <a:pt x="96527" y="147088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86413" y="1658831"/>
            <a:ext cx="4641458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Struktur Folder</a:t>
            </a:r>
            <a:endParaRPr b="0" i="0" sz="1600" u="none" cap="none" strike="noStrike"/>
          </a:p>
        </p:txBody>
      </p:sp>
      <p:sp>
        <p:nvSpPr>
          <p:cNvPr id="169" name="Google Shape;169;p5"/>
          <p:cNvSpPr/>
          <p:nvPr/>
        </p:nvSpPr>
        <p:spPr>
          <a:xfrm>
            <a:off x="514810" y="2018381"/>
            <a:ext cx="4739517" cy="1144021"/>
          </a:xfrm>
          <a:custGeom>
            <a:rect b="b" l="l" r="r" t="t"/>
            <a:pathLst>
              <a:path extrusionOk="0" h="1144021" w="4739517">
                <a:moveTo>
                  <a:pt x="32686" y="0"/>
                </a:moveTo>
                <a:lnTo>
                  <a:pt x="4641463" y="0"/>
                </a:lnTo>
                <a:cubicBezTo>
                  <a:pt x="4695617" y="0"/>
                  <a:pt x="4739517" y="43900"/>
                  <a:pt x="4739517" y="98054"/>
                </a:cubicBezTo>
                <a:lnTo>
                  <a:pt x="4739517" y="1045967"/>
                </a:lnTo>
                <a:cubicBezTo>
                  <a:pt x="4739517" y="1100121"/>
                  <a:pt x="4695617" y="1144021"/>
                  <a:pt x="4641463" y="1144021"/>
                </a:cubicBezTo>
                <a:lnTo>
                  <a:pt x="32686" y="1144021"/>
                </a:lnTo>
                <a:cubicBezTo>
                  <a:pt x="14634" y="1144021"/>
                  <a:pt x="0" y="1129387"/>
                  <a:pt x="0" y="1111335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14810" y="2018381"/>
            <a:ext cx="32686" cy="1144021"/>
          </a:xfrm>
          <a:custGeom>
            <a:rect b="b" l="l" r="r" t="t"/>
            <a:pathLst>
              <a:path extrusionOk="0" h="1144021" w="32686">
                <a:moveTo>
                  <a:pt x="32686" y="0"/>
                </a:moveTo>
                <a:lnTo>
                  <a:pt x="32686" y="0"/>
                </a:lnTo>
                <a:lnTo>
                  <a:pt x="32686" y="1144021"/>
                </a:lnTo>
                <a:lnTo>
                  <a:pt x="32686" y="1144021"/>
                </a:lnTo>
                <a:cubicBezTo>
                  <a:pt x="14634" y="1144021"/>
                  <a:pt x="0" y="1129387"/>
                  <a:pt x="0" y="1111335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672113" y="2165469"/>
            <a:ext cx="183861" cy="163432"/>
          </a:xfrm>
          <a:custGeom>
            <a:rect b="b" l="l" r="r" t="t"/>
            <a:pathLst>
              <a:path extrusionOk="0" h="163432" w="183861">
                <a:moveTo>
                  <a:pt x="17875" y="72012"/>
                </a:moveTo>
                <a:lnTo>
                  <a:pt x="10342" y="94548"/>
                </a:lnTo>
                <a:lnTo>
                  <a:pt x="10342" y="30643"/>
                </a:lnTo>
                <a:cubicBezTo>
                  <a:pt x="10342" y="19376"/>
                  <a:pt x="19503" y="10214"/>
                  <a:pt x="30771" y="10214"/>
                </a:cubicBezTo>
                <a:lnTo>
                  <a:pt x="75044" y="10214"/>
                </a:lnTo>
                <a:cubicBezTo>
                  <a:pt x="79449" y="10214"/>
                  <a:pt x="83759" y="11651"/>
                  <a:pt x="87302" y="14300"/>
                </a:cubicBezTo>
                <a:lnTo>
                  <a:pt x="99559" y="23493"/>
                </a:lnTo>
                <a:cubicBezTo>
                  <a:pt x="101315" y="24834"/>
                  <a:pt x="103485" y="25536"/>
                  <a:pt x="105688" y="25536"/>
                </a:cubicBezTo>
                <a:lnTo>
                  <a:pt x="143130" y="25536"/>
                </a:lnTo>
                <a:cubicBezTo>
                  <a:pt x="154398" y="25536"/>
                  <a:pt x="163559" y="34697"/>
                  <a:pt x="163559" y="45965"/>
                </a:cubicBezTo>
                <a:lnTo>
                  <a:pt x="163559" y="51072"/>
                </a:lnTo>
                <a:lnTo>
                  <a:pt x="46923" y="51072"/>
                </a:lnTo>
                <a:cubicBezTo>
                  <a:pt x="33740" y="51072"/>
                  <a:pt x="22025" y="59499"/>
                  <a:pt x="17843" y="72012"/>
                </a:cubicBezTo>
                <a:close/>
                <a:moveTo>
                  <a:pt x="152515" y="143003"/>
                </a:moveTo>
                <a:lnTo>
                  <a:pt x="31601" y="143003"/>
                </a:lnTo>
                <a:cubicBezTo>
                  <a:pt x="21131" y="143003"/>
                  <a:pt x="13758" y="132756"/>
                  <a:pt x="17077" y="122829"/>
                </a:cubicBezTo>
                <a:lnTo>
                  <a:pt x="32399" y="76864"/>
                </a:lnTo>
                <a:cubicBezTo>
                  <a:pt x="34474" y="70608"/>
                  <a:pt x="40347" y="66394"/>
                  <a:pt x="46923" y="66394"/>
                </a:cubicBezTo>
                <a:lnTo>
                  <a:pt x="167837" y="66394"/>
                </a:lnTo>
                <a:cubicBezTo>
                  <a:pt x="178306" y="66394"/>
                  <a:pt x="185680" y="76640"/>
                  <a:pt x="182360" y="86568"/>
                </a:cubicBezTo>
                <a:lnTo>
                  <a:pt x="167039" y="132533"/>
                </a:lnTo>
                <a:cubicBezTo>
                  <a:pt x="164964" y="138789"/>
                  <a:pt x="159090" y="143003"/>
                  <a:pt x="152515" y="143003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964247" y="2149126"/>
            <a:ext cx="384064" cy="19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6AD55"/>
                </a:solidFill>
                <a:latin typeface="Arial"/>
                <a:ea typeface="Arial"/>
                <a:cs typeface="Arial"/>
                <a:sym typeface="Arial"/>
              </a:rPr>
              <a:t>src/</a:t>
            </a:r>
            <a:endParaRPr b="0" i="0" sz="1600" u="none" cap="none" strike="noStrike"/>
          </a:p>
        </p:txBody>
      </p:sp>
      <p:sp>
        <p:nvSpPr>
          <p:cNvPr id="173" name="Google Shape;173;p5"/>
          <p:cNvSpPr/>
          <p:nvPr/>
        </p:nvSpPr>
        <p:spPr>
          <a:xfrm>
            <a:off x="956075" y="2426960"/>
            <a:ext cx="98059" cy="130745"/>
          </a:xfrm>
          <a:custGeom>
            <a:rect b="b" l="l" r="r" t="t"/>
            <a:pathLst>
              <a:path extrusionOk="0" h="130745" w="98059">
                <a:moveTo>
                  <a:pt x="0" y="16343"/>
                </a:moveTo>
                <a:cubicBezTo>
                  <a:pt x="0" y="7329"/>
                  <a:pt x="7329" y="0"/>
                  <a:pt x="16343" y="0"/>
                </a:cubicBezTo>
                <a:lnTo>
                  <a:pt x="54520" y="0"/>
                </a:lnTo>
                <a:cubicBezTo>
                  <a:pt x="58861" y="0"/>
                  <a:pt x="63023" y="1711"/>
                  <a:pt x="66088" y="4775"/>
                </a:cubicBezTo>
                <a:lnTo>
                  <a:pt x="93284" y="31997"/>
                </a:lnTo>
                <a:cubicBezTo>
                  <a:pt x="96348" y="35061"/>
                  <a:pt x="98059" y="39224"/>
                  <a:pt x="98059" y="43565"/>
                </a:cubicBezTo>
                <a:lnTo>
                  <a:pt x="98059" y="114402"/>
                </a:lnTo>
                <a:cubicBezTo>
                  <a:pt x="98059" y="123416"/>
                  <a:pt x="90730" y="130745"/>
                  <a:pt x="81716" y="130745"/>
                </a:cubicBezTo>
                <a:lnTo>
                  <a:pt x="16343" y="130745"/>
                </a:lnTo>
                <a:cubicBezTo>
                  <a:pt x="7329" y="130745"/>
                  <a:pt x="0" y="123416"/>
                  <a:pt x="0" y="114402"/>
                </a:cubicBezTo>
                <a:lnTo>
                  <a:pt x="0" y="16343"/>
                </a:lnTo>
                <a:close/>
                <a:moveTo>
                  <a:pt x="53115" y="14939"/>
                </a:moveTo>
                <a:lnTo>
                  <a:pt x="53115" y="38815"/>
                </a:lnTo>
                <a:cubicBezTo>
                  <a:pt x="53115" y="42211"/>
                  <a:pt x="55848" y="44944"/>
                  <a:pt x="59244" y="44944"/>
                </a:cubicBezTo>
                <a:lnTo>
                  <a:pt x="83120" y="44944"/>
                </a:lnTo>
                <a:lnTo>
                  <a:pt x="53115" y="14939"/>
                </a:lnTo>
                <a:close/>
                <a:moveTo>
                  <a:pt x="39377" y="75485"/>
                </a:moveTo>
                <a:cubicBezTo>
                  <a:pt x="41573" y="72906"/>
                  <a:pt x="41292" y="69050"/>
                  <a:pt x="38713" y="66854"/>
                </a:cubicBezTo>
                <a:cubicBezTo>
                  <a:pt x="36134" y="64658"/>
                  <a:pt x="32278" y="64939"/>
                  <a:pt x="30082" y="67518"/>
                </a:cubicBezTo>
                <a:lnTo>
                  <a:pt x="17824" y="81818"/>
                </a:lnTo>
                <a:cubicBezTo>
                  <a:pt x="15858" y="84116"/>
                  <a:pt x="15858" y="87487"/>
                  <a:pt x="17824" y="89785"/>
                </a:cubicBezTo>
                <a:lnTo>
                  <a:pt x="30082" y="104086"/>
                </a:lnTo>
                <a:cubicBezTo>
                  <a:pt x="32278" y="106665"/>
                  <a:pt x="36159" y="106946"/>
                  <a:pt x="38713" y="104749"/>
                </a:cubicBezTo>
                <a:cubicBezTo>
                  <a:pt x="41266" y="102553"/>
                  <a:pt x="41573" y="98672"/>
                  <a:pt x="39377" y="96118"/>
                </a:cubicBezTo>
                <a:lnTo>
                  <a:pt x="30541" y="85802"/>
                </a:lnTo>
                <a:lnTo>
                  <a:pt x="39377" y="75485"/>
                </a:lnTo>
                <a:close/>
                <a:moveTo>
                  <a:pt x="67977" y="67518"/>
                </a:moveTo>
                <a:cubicBezTo>
                  <a:pt x="65781" y="64939"/>
                  <a:pt x="61900" y="64658"/>
                  <a:pt x="59346" y="66854"/>
                </a:cubicBezTo>
                <a:cubicBezTo>
                  <a:pt x="56792" y="69050"/>
                  <a:pt x="56486" y="72931"/>
                  <a:pt x="58682" y="75485"/>
                </a:cubicBezTo>
                <a:lnTo>
                  <a:pt x="67518" y="85802"/>
                </a:lnTo>
                <a:lnTo>
                  <a:pt x="58682" y="96118"/>
                </a:lnTo>
                <a:cubicBezTo>
                  <a:pt x="56486" y="98697"/>
                  <a:pt x="56767" y="102553"/>
                  <a:pt x="59346" y="104749"/>
                </a:cubicBezTo>
                <a:cubicBezTo>
                  <a:pt x="61925" y="106946"/>
                  <a:pt x="65781" y="106665"/>
                  <a:pt x="67977" y="104086"/>
                </a:cubicBezTo>
                <a:lnTo>
                  <a:pt x="80235" y="89785"/>
                </a:lnTo>
                <a:cubicBezTo>
                  <a:pt x="82201" y="87487"/>
                  <a:pt x="82201" y="84116"/>
                  <a:pt x="80235" y="81818"/>
                </a:cubicBezTo>
                <a:lnTo>
                  <a:pt x="67977" y="67518"/>
                </a:ln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1152193" y="2410617"/>
            <a:ext cx="473952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1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App.js</a:t>
            </a:r>
            <a:endParaRPr b="0" i="0" sz="1600" u="none" cap="none" strike="noStrike"/>
          </a:p>
        </p:txBody>
      </p:sp>
      <p:sp>
        <p:nvSpPr>
          <p:cNvPr id="175" name="Google Shape;175;p5"/>
          <p:cNvSpPr/>
          <p:nvPr/>
        </p:nvSpPr>
        <p:spPr>
          <a:xfrm>
            <a:off x="1630869" y="2426960"/>
            <a:ext cx="514810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2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← UTAMA</a:t>
            </a:r>
            <a:endParaRPr b="0" i="0" sz="1600" u="none" cap="none" strike="noStrike"/>
          </a:p>
        </p:txBody>
      </p:sp>
      <p:sp>
        <p:nvSpPr>
          <p:cNvPr id="176" name="Google Shape;176;p5"/>
          <p:cNvSpPr/>
          <p:nvPr/>
        </p:nvSpPr>
        <p:spPr>
          <a:xfrm>
            <a:off x="956075" y="2655764"/>
            <a:ext cx="98059" cy="130745"/>
          </a:xfrm>
          <a:custGeom>
            <a:rect b="b" l="l" r="r" t="t"/>
            <a:pathLst>
              <a:path extrusionOk="0" h="130745" w="98059">
                <a:moveTo>
                  <a:pt x="0" y="16343"/>
                </a:moveTo>
                <a:cubicBezTo>
                  <a:pt x="0" y="7329"/>
                  <a:pt x="7329" y="0"/>
                  <a:pt x="16343" y="0"/>
                </a:cubicBezTo>
                <a:lnTo>
                  <a:pt x="54520" y="0"/>
                </a:lnTo>
                <a:cubicBezTo>
                  <a:pt x="58861" y="0"/>
                  <a:pt x="63023" y="1711"/>
                  <a:pt x="66088" y="4775"/>
                </a:cubicBezTo>
                <a:lnTo>
                  <a:pt x="93284" y="31997"/>
                </a:lnTo>
                <a:cubicBezTo>
                  <a:pt x="96348" y="35061"/>
                  <a:pt x="98059" y="39224"/>
                  <a:pt x="98059" y="43565"/>
                </a:cubicBezTo>
                <a:lnTo>
                  <a:pt x="98059" y="114402"/>
                </a:lnTo>
                <a:cubicBezTo>
                  <a:pt x="98059" y="123416"/>
                  <a:pt x="90730" y="130745"/>
                  <a:pt x="81716" y="130745"/>
                </a:cubicBezTo>
                <a:lnTo>
                  <a:pt x="16343" y="130745"/>
                </a:lnTo>
                <a:cubicBezTo>
                  <a:pt x="7329" y="130745"/>
                  <a:pt x="0" y="123416"/>
                  <a:pt x="0" y="114402"/>
                </a:cubicBezTo>
                <a:lnTo>
                  <a:pt x="0" y="16343"/>
                </a:lnTo>
                <a:close/>
                <a:moveTo>
                  <a:pt x="53115" y="14939"/>
                </a:moveTo>
                <a:lnTo>
                  <a:pt x="53115" y="38815"/>
                </a:lnTo>
                <a:cubicBezTo>
                  <a:pt x="53115" y="42211"/>
                  <a:pt x="55848" y="44944"/>
                  <a:pt x="59244" y="44944"/>
                </a:cubicBezTo>
                <a:lnTo>
                  <a:pt x="83120" y="44944"/>
                </a:lnTo>
                <a:lnTo>
                  <a:pt x="53115" y="14939"/>
                </a:lnTo>
                <a:close/>
                <a:moveTo>
                  <a:pt x="39377" y="75485"/>
                </a:moveTo>
                <a:cubicBezTo>
                  <a:pt x="41573" y="72906"/>
                  <a:pt x="41292" y="69050"/>
                  <a:pt x="38713" y="66854"/>
                </a:cubicBezTo>
                <a:cubicBezTo>
                  <a:pt x="36134" y="64658"/>
                  <a:pt x="32278" y="64939"/>
                  <a:pt x="30082" y="67518"/>
                </a:cubicBezTo>
                <a:lnTo>
                  <a:pt x="17824" y="81818"/>
                </a:lnTo>
                <a:cubicBezTo>
                  <a:pt x="15858" y="84116"/>
                  <a:pt x="15858" y="87487"/>
                  <a:pt x="17824" y="89785"/>
                </a:cubicBezTo>
                <a:lnTo>
                  <a:pt x="30082" y="104086"/>
                </a:lnTo>
                <a:cubicBezTo>
                  <a:pt x="32278" y="106665"/>
                  <a:pt x="36159" y="106946"/>
                  <a:pt x="38713" y="104749"/>
                </a:cubicBezTo>
                <a:cubicBezTo>
                  <a:pt x="41266" y="102553"/>
                  <a:pt x="41573" y="98672"/>
                  <a:pt x="39377" y="96118"/>
                </a:cubicBezTo>
                <a:lnTo>
                  <a:pt x="30541" y="85802"/>
                </a:lnTo>
                <a:lnTo>
                  <a:pt x="39377" y="75485"/>
                </a:lnTo>
                <a:close/>
                <a:moveTo>
                  <a:pt x="67977" y="67518"/>
                </a:moveTo>
                <a:cubicBezTo>
                  <a:pt x="65781" y="64939"/>
                  <a:pt x="61900" y="64658"/>
                  <a:pt x="59346" y="66854"/>
                </a:cubicBezTo>
                <a:cubicBezTo>
                  <a:pt x="56792" y="69050"/>
                  <a:pt x="56486" y="72931"/>
                  <a:pt x="58682" y="75485"/>
                </a:cubicBezTo>
                <a:lnTo>
                  <a:pt x="67518" y="85802"/>
                </a:lnTo>
                <a:lnTo>
                  <a:pt x="58682" y="96118"/>
                </a:lnTo>
                <a:cubicBezTo>
                  <a:pt x="56486" y="98697"/>
                  <a:pt x="56767" y="102553"/>
                  <a:pt x="59346" y="104749"/>
                </a:cubicBezTo>
                <a:cubicBezTo>
                  <a:pt x="61925" y="106946"/>
                  <a:pt x="65781" y="106665"/>
                  <a:pt x="67977" y="104086"/>
                </a:cubicBezTo>
                <a:lnTo>
                  <a:pt x="80235" y="89785"/>
                </a:lnTo>
                <a:cubicBezTo>
                  <a:pt x="82201" y="87487"/>
                  <a:pt x="82201" y="84116"/>
                  <a:pt x="80235" y="81818"/>
                </a:cubicBezTo>
                <a:lnTo>
                  <a:pt x="67977" y="67518"/>
                </a:ln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152193" y="2639421"/>
            <a:ext cx="743614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1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styles.css</a:t>
            </a:r>
            <a:endParaRPr b="0" i="0" sz="1600" u="none" cap="none" strike="noStrike"/>
          </a:p>
        </p:txBody>
      </p:sp>
      <p:sp>
        <p:nvSpPr>
          <p:cNvPr id="178" name="Google Shape;178;p5"/>
          <p:cNvSpPr/>
          <p:nvPr/>
        </p:nvSpPr>
        <p:spPr>
          <a:xfrm>
            <a:off x="1906341" y="2655764"/>
            <a:ext cx="351378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2" u="none" cap="none" strike="noStrike">
                <a:solidFill>
                  <a:srgbClr val="6A7282"/>
                </a:solidFill>
                <a:latin typeface="Arial"/>
                <a:ea typeface="Arial"/>
                <a:cs typeface="Arial"/>
                <a:sym typeface="Arial"/>
              </a:rPr>
              <a:t>Styling</a:t>
            </a:r>
            <a:endParaRPr b="0" i="0" sz="1600" u="none" cap="none" strike="noStrike"/>
          </a:p>
        </p:txBody>
      </p:sp>
      <p:sp>
        <p:nvSpPr>
          <p:cNvPr id="179" name="Google Shape;179;p5"/>
          <p:cNvSpPr/>
          <p:nvPr/>
        </p:nvSpPr>
        <p:spPr>
          <a:xfrm>
            <a:off x="956075" y="2884568"/>
            <a:ext cx="98059" cy="130745"/>
          </a:xfrm>
          <a:custGeom>
            <a:rect b="b" l="l" r="r" t="t"/>
            <a:pathLst>
              <a:path extrusionOk="0" h="130745" w="98059">
                <a:moveTo>
                  <a:pt x="0" y="16343"/>
                </a:moveTo>
                <a:cubicBezTo>
                  <a:pt x="0" y="7329"/>
                  <a:pt x="7329" y="0"/>
                  <a:pt x="16343" y="0"/>
                </a:cubicBezTo>
                <a:lnTo>
                  <a:pt x="54520" y="0"/>
                </a:lnTo>
                <a:cubicBezTo>
                  <a:pt x="58861" y="0"/>
                  <a:pt x="63023" y="1711"/>
                  <a:pt x="66088" y="4775"/>
                </a:cubicBezTo>
                <a:lnTo>
                  <a:pt x="93284" y="31997"/>
                </a:lnTo>
                <a:cubicBezTo>
                  <a:pt x="96348" y="35061"/>
                  <a:pt x="98059" y="39224"/>
                  <a:pt x="98059" y="43565"/>
                </a:cubicBezTo>
                <a:lnTo>
                  <a:pt x="98059" y="114402"/>
                </a:lnTo>
                <a:cubicBezTo>
                  <a:pt x="98059" y="123416"/>
                  <a:pt x="90730" y="130745"/>
                  <a:pt x="81716" y="130745"/>
                </a:cubicBezTo>
                <a:lnTo>
                  <a:pt x="16343" y="130745"/>
                </a:lnTo>
                <a:cubicBezTo>
                  <a:pt x="7329" y="130745"/>
                  <a:pt x="0" y="123416"/>
                  <a:pt x="0" y="114402"/>
                </a:cubicBezTo>
                <a:lnTo>
                  <a:pt x="0" y="16343"/>
                </a:lnTo>
                <a:close/>
                <a:moveTo>
                  <a:pt x="53115" y="14939"/>
                </a:moveTo>
                <a:lnTo>
                  <a:pt x="53115" y="38815"/>
                </a:lnTo>
                <a:cubicBezTo>
                  <a:pt x="53115" y="42211"/>
                  <a:pt x="55848" y="44944"/>
                  <a:pt x="59244" y="44944"/>
                </a:cubicBezTo>
                <a:lnTo>
                  <a:pt x="83120" y="44944"/>
                </a:lnTo>
                <a:lnTo>
                  <a:pt x="53115" y="14939"/>
                </a:lnTo>
                <a:close/>
                <a:moveTo>
                  <a:pt x="39377" y="75485"/>
                </a:moveTo>
                <a:cubicBezTo>
                  <a:pt x="41573" y="72906"/>
                  <a:pt x="41292" y="69050"/>
                  <a:pt x="38713" y="66854"/>
                </a:cubicBezTo>
                <a:cubicBezTo>
                  <a:pt x="36134" y="64658"/>
                  <a:pt x="32278" y="64939"/>
                  <a:pt x="30082" y="67518"/>
                </a:cubicBezTo>
                <a:lnTo>
                  <a:pt x="17824" y="81818"/>
                </a:lnTo>
                <a:cubicBezTo>
                  <a:pt x="15858" y="84116"/>
                  <a:pt x="15858" y="87487"/>
                  <a:pt x="17824" y="89785"/>
                </a:cubicBezTo>
                <a:lnTo>
                  <a:pt x="30082" y="104086"/>
                </a:lnTo>
                <a:cubicBezTo>
                  <a:pt x="32278" y="106665"/>
                  <a:pt x="36159" y="106946"/>
                  <a:pt x="38713" y="104749"/>
                </a:cubicBezTo>
                <a:cubicBezTo>
                  <a:pt x="41266" y="102553"/>
                  <a:pt x="41573" y="98672"/>
                  <a:pt x="39377" y="96118"/>
                </a:cubicBezTo>
                <a:lnTo>
                  <a:pt x="30541" y="85802"/>
                </a:lnTo>
                <a:lnTo>
                  <a:pt x="39377" y="75485"/>
                </a:lnTo>
                <a:close/>
                <a:moveTo>
                  <a:pt x="67977" y="67518"/>
                </a:moveTo>
                <a:cubicBezTo>
                  <a:pt x="65781" y="64939"/>
                  <a:pt x="61900" y="64658"/>
                  <a:pt x="59346" y="66854"/>
                </a:cubicBezTo>
                <a:cubicBezTo>
                  <a:pt x="56792" y="69050"/>
                  <a:pt x="56486" y="72931"/>
                  <a:pt x="58682" y="75485"/>
                </a:cubicBezTo>
                <a:lnTo>
                  <a:pt x="67518" y="85802"/>
                </a:lnTo>
                <a:lnTo>
                  <a:pt x="58682" y="96118"/>
                </a:lnTo>
                <a:cubicBezTo>
                  <a:pt x="56486" y="98697"/>
                  <a:pt x="56767" y="102553"/>
                  <a:pt x="59346" y="104749"/>
                </a:cubicBezTo>
                <a:cubicBezTo>
                  <a:pt x="61925" y="106946"/>
                  <a:pt x="65781" y="106665"/>
                  <a:pt x="67977" y="104086"/>
                </a:cubicBezTo>
                <a:lnTo>
                  <a:pt x="80235" y="89785"/>
                </a:lnTo>
                <a:cubicBezTo>
                  <a:pt x="82201" y="87487"/>
                  <a:pt x="82201" y="84116"/>
                  <a:pt x="80235" y="81818"/>
                </a:cubicBezTo>
                <a:lnTo>
                  <a:pt x="67977" y="67518"/>
                </a:lnTo>
                <a:close/>
              </a:path>
            </a:pathLst>
          </a:custGeom>
          <a:solidFill>
            <a:srgbClr val="6A7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1152193" y="2868225"/>
            <a:ext cx="604697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1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index.js</a:t>
            </a:r>
            <a:endParaRPr b="0" i="0" sz="1600" u="none" cap="none" strike="noStrike"/>
          </a:p>
        </p:txBody>
      </p:sp>
      <p:sp>
        <p:nvSpPr>
          <p:cNvPr id="181" name="Google Shape;181;p5"/>
          <p:cNvSpPr/>
          <p:nvPr/>
        </p:nvSpPr>
        <p:spPr>
          <a:xfrm>
            <a:off x="1768573" y="2884568"/>
            <a:ext cx="702756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2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Jangan diubah</a:t>
            </a:r>
            <a:endParaRPr b="0" i="0" sz="1600" u="none" cap="none" strike="noStrike"/>
          </a:p>
        </p:txBody>
      </p:sp>
      <p:sp>
        <p:nvSpPr>
          <p:cNvPr id="182" name="Google Shape;182;p5"/>
          <p:cNvSpPr/>
          <p:nvPr/>
        </p:nvSpPr>
        <p:spPr>
          <a:xfrm>
            <a:off x="330949" y="5577105"/>
            <a:ext cx="5090895" cy="433094"/>
          </a:xfrm>
          <a:custGeom>
            <a:rect b="b" l="l" r="r" t="t"/>
            <a:pathLst>
              <a:path extrusionOk="0" h="433094" w="5090895">
                <a:moveTo>
                  <a:pt x="98061" y="0"/>
                </a:moveTo>
                <a:lnTo>
                  <a:pt x="4992834" y="0"/>
                </a:lnTo>
                <a:cubicBezTo>
                  <a:pt x="5046992" y="0"/>
                  <a:pt x="5090895" y="43903"/>
                  <a:pt x="5090895" y="98061"/>
                </a:cubicBezTo>
                <a:lnTo>
                  <a:pt x="5090895" y="335033"/>
                </a:lnTo>
                <a:cubicBezTo>
                  <a:pt x="5090895" y="389190"/>
                  <a:pt x="5046992" y="433094"/>
                  <a:pt x="4992834" y="433094"/>
                </a:cubicBezTo>
                <a:lnTo>
                  <a:pt x="98061" y="433094"/>
                </a:lnTo>
                <a:cubicBezTo>
                  <a:pt x="43940" y="433094"/>
                  <a:pt x="0" y="389154"/>
                  <a:pt x="0" y="335033"/>
                </a:cubicBezTo>
                <a:lnTo>
                  <a:pt x="0" y="98061"/>
                </a:lnTo>
                <a:cubicBezTo>
                  <a:pt x="0" y="43940"/>
                  <a:pt x="43940" y="0"/>
                  <a:pt x="98061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82123" y="5736450"/>
            <a:ext cx="114402" cy="114402"/>
          </a:xfrm>
          <a:custGeom>
            <a:rect b="b" l="l" r="r" t="t"/>
            <a:pathLst>
              <a:path extrusionOk="0" h="114402" w="114402">
                <a:moveTo>
                  <a:pt x="57201" y="114402"/>
                </a:moveTo>
                <a:cubicBezTo>
                  <a:pt x="88771" y="114402"/>
                  <a:pt x="114402" y="88771"/>
                  <a:pt x="114402" y="57201"/>
                </a:cubicBezTo>
                <a:cubicBezTo>
                  <a:pt x="114402" y="25631"/>
                  <a:pt x="88771" y="0"/>
                  <a:pt x="57201" y="0"/>
                </a:cubicBezTo>
                <a:cubicBezTo>
                  <a:pt x="25631" y="0"/>
                  <a:pt x="0" y="25631"/>
                  <a:pt x="0" y="57201"/>
                </a:cubicBezTo>
                <a:cubicBezTo>
                  <a:pt x="0" y="88771"/>
                  <a:pt x="25631" y="114402"/>
                  <a:pt x="57201" y="114402"/>
                </a:cubicBezTo>
                <a:close/>
                <a:moveTo>
                  <a:pt x="50051" y="35751"/>
                </a:moveTo>
                <a:cubicBezTo>
                  <a:pt x="50051" y="31804"/>
                  <a:pt x="53255" y="28601"/>
                  <a:pt x="57201" y="28601"/>
                </a:cubicBezTo>
                <a:cubicBezTo>
                  <a:pt x="61147" y="28601"/>
                  <a:pt x="64351" y="31804"/>
                  <a:pt x="64351" y="35751"/>
                </a:cubicBezTo>
                <a:cubicBezTo>
                  <a:pt x="64351" y="39697"/>
                  <a:pt x="61147" y="42901"/>
                  <a:pt x="57201" y="42901"/>
                </a:cubicBezTo>
                <a:cubicBezTo>
                  <a:pt x="53255" y="42901"/>
                  <a:pt x="50051" y="39697"/>
                  <a:pt x="50051" y="35751"/>
                </a:cubicBezTo>
                <a:close/>
                <a:moveTo>
                  <a:pt x="48263" y="50051"/>
                </a:moveTo>
                <a:lnTo>
                  <a:pt x="58989" y="50051"/>
                </a:lnTo>
                <a:cubicBezTo>
                  <a:pt x="61960" y="50051"/>
                  <a:pt x="64351" y="52442"/>
                  <a:pt x="64351" y="55414"/>
                </a:cubicBezTo>
                <a:lnTo>
                  <a:pt x="64351" y="75076"/>
                </a:lnTo>
                <a:lnTo>
                  <a:pt x="66139" y="75076"/>
                </a:lnTo>
                <a:cubicBezTo>
                  <a:pt x="69111" y="75076"/>
                  <a:pt x="71501" y="77467"/>
                  <a:pt x="71501" y="80439"/>
                </a:cubicBezTo>
                <a:cubicBezTo>
                  <a:pt x="71501" y="83411"/>
                  <a:pt x="69111" y="85802"/>
                  <a:pt x="66139" y="85802"/>
                </a:cubicBezTo>
                <a:lnTo>
                  <a:pt x="48263" y="85802"/>
                </a:lnTo>
                <a:cubicBezTo>
                  <a:pt x="45292" y="85802"/>
                  <a:pt x="42901" y="83411"/>
                  <a:pt x="42901" y="80439"/>
                </a:cubicBezTo>
                <a:cubicBezTo>
                  <a:pt x="42901" y="77467"/>
                  <a:pt x="45292" y="75076"/>
                  <a:pt x="48263" y="75076"/>
                </a:cubicBezTo>
                <a:lnTo>
                  <a:pt x="53626" y="75076"/>
                </a:lnTo>
                <a:lnTo>
                  <a:pt x="53626" y="60776"/>
                </a:lnTo>
                <a:lnTo>
                  <a:pt x="48263" y="60776"/>
                </a:lnTo>
                <a:cubicBezTo>
                  <a:pt x="45292" y="60776"/>
                  <a:pt x="42901" y="58385"/>
                  <a:pt x="42901" y="55414"/>
                </a:cubicBezTo>
                <a:cubicBezTo>
                  <a:pt x="42901" y="52442"/>
                  <a:pt x="45292" y="50051"/>
                  <a:pt x="48263" y="50051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12869" y="5711936"/>
            <a:ext cx="4731346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1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Kita kerja 90% di App.js!</a:t>
            </a:r>
            <a:endParaRPr b="0" i="0" sz="1600" u="none" cap="none" strike="noStrike"/>
          </a:p>
        </p:txBody>
      </p:sp>
      <p:sp>
        <p:nvSpPr>
          <p:cNvPr id="185" name="Google Shape;185;p5"/>
          <p:cNvSpPr/>
          <p:nvPr/>
        </p:nvSpPr>
        <p:spPr>
          <a:xfrm>
            <a:off x="5629390" y="1491314"/>
            <a:ext cx="6226745" cy="4518885"/>
          </a:xfrm>
          <a:custGeom>
            <a:rect b="b" l="l" r="r" t="t"/>
            <a:pathLst>
              <a:path extrusionOk="0" h="4518885" w="6226745">
                <a:moveTo>
                  <a:pt x="130731" y="0"/>
                </a:moveTo>
                <a:lnTo>
                  <a:pt x="6096014" y="0"/>
                </a:lnTo>
                <a:cubicBezTo>
                  <a:pt x="6168215" y="0"/>
                  <a:pt x="6226745" y="58530"/>
                  <a:pt x="6226745" y="130731"/>
                </a:cubicBezTo>
                <a:lnTo>
                  <a:pt x="6226745" y="4388153"/>
                </a:lnTo>
                <a:cubicBezTo>
                  <a:pt x="6226745" y="4460354"/>
                  <a:pt x="6168215" y="4518885"/>
                  <a:pt x="6096014" y="4518885"/>
                </a:cubicBezTo>
                <a:lnTo>
                  <a:pt x="130731" y="4518885"/>
                </a:lnTo>
                <a:cubicBezTo>
                  <a:pt x="58530" y="4518885"/>
                  <a:pt x="0" y="4460354"/>
                  <a:pt x="0" y="4388153"/>
                </a:cubicBezTo>
                <a:lnTo>
                  <a:pt x="0" y="130731"/>
                </a:lnTo>
                <a:cubicBezTo>
                  <a:pt x="0" y="58530"/>
                  <a:pt x="58530" y="0"/>
                  <a:pt x="130731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826529" y="1699689"/>
            <a:ext cx="128702" cy="147088"/>
          </a:xfrm>
          <a:custGeom>
            <a:rect b="b" l="l" r="r" t="t"/>
            <a:pathLst>
              <a:path extrusionOk="0" h="147088" w="128702">
                <a:moveTo>
                  <a:pt x="110316" y="147088"/>
                </a:moveTo>
                <a:lnTo>
                  <a:pt x="27579" y="147088"/>
                </a:lnTo>
                <a:cubicBezTo>
                  <a:pt x="12353" y="147088"/>
                  <a:pt x="0" y="134735"/>
                  <a:pt x="0" y="119509"/>
                </a:cubicBezTo>
                <a:lnTo>
                  <a:pt x="0" y="27579"/>
                </a:lnTo>
                <a:cubicBezTo>
                  <a:pt x="0" y="12353"/>
                  <a:pt x="12353" y="0"/>
                  <a:pt x="27579" y="0"/>
                </a:cubicBezTo>
                <a:lnTo>
                  <a:pt x="114913" y="0"/>
                </a:lnTo>
                <a:cubicBezTo>
                  <a:pt x="122526" y="0"/>
                  <a:pt x="128702" y="6177"/>
                  <a:pt x="128702" y="13790"/>
                </a:cubicBezTo>
                <a:lnTo>
                  <a:pt x="128702" y="96527"/>
                </a:lnTo>
                <a:cubicBezTo>
                  <a:pt x="128702" y="102531"/>
                  <a:pt x="124853" y="107645"/>
                  <a:pt x="119509" y="109541"/>
                </a:cubicBezTo>
                <a:lnTo>
                  <a:pt x="119509" y="128702"/>
                </a:lnTo>
                <a:cubicBezTo>
                  <a:pt x="124594" y="128702"/>
                  <a:pt x="128702" y="132811"/>
                  <a:pt x="128702" y="137895"/>
                </a:cubicBezTo>
                <a:cubicBezTo>
                  <a:pt x="128702" y="142980"/>
                  <a:pt x="124594" y="147088"/>
                  <a:pt x="119509" y="147088"/>
                </a:cubicBezTo>
                <a:lnTo>
                  <a:pt x="110316" y="147088"/>
                </a:lnTo>
                <a:close/>
                <a:moveTo>
                  <a:pt x="27579" y="110316"/>
                </a:moveTo>
                <a:cubicBezTo>
                  <a:pt x="22494" y="110316"/>
                  <a:pt x="18386" y="114424"/>
                  <a:pt x="18386" y="119509"/>
                </a:cubicBezTo>
                <a:cubicBezTo>
                  <a:pt x="18386" y="124594"/>
                  <a:pt x="22494" y="128702"/>
                  <a:pt x="27579" y="128702"/>
                </a:cubicBezTo>
                <a:lnTo>
                  <a:pt x="101123" y="128702"/>
                </a:lnTo>
                <a:lnTo>
                  <a:pt x="101123" y="110316"/>
                </a:lnTo>
                <a:lnTo>
                  <a:pt x="27579" y="110316"/>
                </a:lnTo>
                <a:close/>
                <a:moveTo>
                  <a:pt x="36772" y="43667"/>
                </a:moveTo>
                <a:cubicBezTo>
                  <a:pt x="36772" y="47488"/>
                  <a:pt x="39846" y="50562"/>
                  <a:pt x="43667" y="50562"/>
                </a:cubicBezTo>
                <a:lnTo>
                  <a:pt x="94229" y="50562"/>
                </a:lnTo>
                <a:cubicBezTo>
                  <a:pt x="98049" y="50562"/>
                  <a:pt x="101123" y="47488"/>
                  <a:pt x="101123" y="43667"/>
                </a:cubicBezTo>
                <a:cubicBezTo>
                  <a:pt x="101123" y="39846"/>
                  <a:pt x="98049" y="36772"/>
                  <a:pt x="94229" y="36772"/>
                </a:cubicBezTo>
                <a:lnTo>
                  <a:pt x="43667" y="36772"/>
                </a:lnTo>
                <a:cubicBezTo>
                  <a:pt x="39846" y="36772"/>
                  <a:pt x="36772" y="39846"/>
                  <a:pt x="36772" y="43667"/>
                </a:cubicBezTo>
                <a:close/>
                <a:moveTo>
                  <a:pt x="43667" y="64351"/>
                </a:moveTo>
                <a:cubicBezTo>
                  <a:pt x="39846" y="64351"/>
                  <a:pt x="36772" y="67425"/>
                  <a:pt x="36772" y="71246"/>
                </a:cubicBezTo>
                <a:cubicBezTo>
                  <a:pt x="36772" y="75067"/>
                  <a:pt x="39846" y="78141"/>
                  <a:pt x="43667" y="78141"/>
                </a:cubicBezTo>
                <a:lnTo>
                  <a:pt x="94229" y="78141"/>
                </a:lnTo>
                <a:cubicBezTo>
                  <a:pt x="98049" y="78141"/>
                  <a:pt x="101123" y="75067"/>
                  <a:pt x="101123" y="71246"/>
                </a:cubicBezTo>
                <a:cubicBezTo>
                  <a:pt x="101123" y="67425"/>
                  <a:pt x="98049" y="64351"/>
                  <a:pt x="94229" y="64351"/>
                </a:cubicBezTo>
                <a:lnTo>
                  <a:pt x="43667" y="64351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5984854" y="1658831"/>
            <a:ext cx="5777308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Konsep React</a:t>
            </a:r>
            <a:endParaRPr b="0" i="0" sz="1600" u="none" cap="none" strike="noStrike"/>
          </a:p>
        </p:txBody>
      </p:sp>
      <p:sp>
        <p:nvSpPr>
          <p:cNvPr id="188" name="Google Shape;188;p5"/>
          <p:cNvSpPr/>
          <p:nvPr/>
        </p:nvSpPr>
        <p:spPr>
          <a:xfrm>
            <a:off x="5796907" y="2018381"/>
            <a:ext cx="5891710" cy="882531"/>
          </a:xfrm>
          <a:custGeom>
            <a:rect b="b" l="l" r="r" t="t"/>
            <a:pathLst>
              <a:path extrusionOk="0" h="882531" w="5891710">
                <a:moveTo>
                  <a:pt x="98058" y="0"/>
                </a:moveTo>
                <a:lnTo>
                  <a:pt x="5793652" y="0"/>
                </a:lnTo>
                <a:cubicBezTo>
                  <a:pt x="5847808" y="0"/>
                  <a:pt x="5891710" y="43902"/>
                  <a:pt x="5891710" y="98058"/>
                </a:cubicBezTo>
                <a:lnTo>
                  <a:pt x="5891710" y="784473"/>
                </a:lnTo>
                <a:cubicBezTo>
                  <a:pt x="5891710" y="838629"/>
                  <a:pt x="5847808" y="882531"/>
                  <a:pt x="5793652" y="882531"/>
                </a:cubicBezTo>
                <a:lnTo>
                  <a:pt x="98058" y="882531"/>
                </a:lnTo>
                <a:cubicBezTo>
                  <a:pt x="43902" y="882531"/>
                  <a:pt x="0" y="838629"/>
                  <a:pt x="0" y="784473"/>
                </a:cubicBezTo>
                <a:lnTo>
                  <a:pt x="0" y="98058"/>
                </a:lnTo>
                <a:cubicBezTo>
                  <a:pt x="0" y="43938"/>
                  <a:pt x="43938" y="0"/>
                  <a:pt x="98058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5927653" y="2149126"/>
            <a:ext cx="326863" cy="326863"/>
          </a:xfrm>
          <a:custGeom>
            <a:rect b="b" l="l" r="r" t="t"/>
            <a:pathLst>
              <a:path extrusionOk="0" h="326863" w="326863">
                <a:moveTo>
                  <a:pt x="65373" y="0"/>
                </a:moveTo>
                <a:lnTo>
                  <a:pt x="261491" y="0"/>
                </a:lnTo>
                <a:cubicBezTo>
                  <a:pt x="297571" y="0"/>
                  <a:pt x="326863" y="29293"/>
                  <a:pt x="326863" y="65373"/>
                </a:cubicBezTo>
                <a:lnTo>
                  <a:pt x="326863" y="261491"/>
                </a:lnTo>
                <a:cubicBezTo>
                  <a:pt x="326863" y="297571"/>
                  <a:pt x="297571" y="326863"/>
                  <a:pt x="261491" y="326863"/>
                </a:cubicBezTo>
                <a:lnTo>
                  <a:pt x="65373" y="326863"/>
                </a:lnTo>
                <a:cubicBezTo>
                  <a:pt x="29293" y="326863"/>
                  <a:pt x="0" y="297571"/>
                  <a:pt x="0" y="261491"/>
                </a:cubicBezTo>
                <a:lnTo>
                  <a:pt x="0" y="65373"/>
                </a:lnTo>
                <a:cubicBezTo>
                  <a:pt x="0" y="29293"/>
                  <a:pt x="29293" y="0"/>
                  <a:pt x="65373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6025712" y="2247185"/>
            <a:ext cx="130745" cy="130745"/>
          </a:xfrm>
          <a:custGeom>
            <a:rect b="b" l="l" r="r" t="t"/>
            <a:pathLst>
              <a:path extrusionOk="0" h="130745" w="130745">
                <a:moveTo>
                  <a:pt x="57278" y="-638"/>
                </a:moveTo>
                <a:cubicBezTo>
                  <a:pt x="62334" y="-3550"/>
                  <a:pt x="68565" y="-3550"/>
                  <a:pt x="73621" y="-638"/>
                </a:cubicBezTo>
                <a:lnTo>
                  <a:pt x="118539" y="25281"/>
                </a:lnTo>
                <a:cubicBezTo>
                  <a:pt x="123595" y="28192"/>
                  <a:pt x="126711" y="33606"/>
                  <a:pt x="126711" y="39428"/>
                </a:cubicBezTo>
                <a:lnTo>
                  <a:pt x="126711" y="91266"/>
                </a:lnTo>
                <a:cubicBezTo>
                  <a:pt x="126711" y="97114"/>
                  <a:pt x="123595" y="102502"/>
                  <a:pt x="118539" y="105413"/>
                </a:cubicBezTo>
                <a:lnTo>
                  <a:pt x="73621" y="131384"/>
                </a:lnTo>
                <a:cubicBezTo>
                  <a:pt x="68565" y="134295"/>
                  <a:pt x="62334" y="134295"/>
                  <a:pt x="57278" y="131384"/>
                </a:cubicBezTo>
                <a:lnTo>
                  <a:pt x="12385" y="105464"/>
                </a:lnTo>
                <a:cubicBezTo>
                  <a:pt x="7329" y="102553"/>
                  <a:pt x="4213" y="97140"/>
                  <a:pt x="4213" y="91317"/>
                </a:cubicBezTo>
                <a:lnTo>
                  <a:pt x="4213" y="39479"/>
                </a:lnTo>
                <a:cubicBezTo>
                  <a:pt x="4213" y="33631"/>
                  <a:pt x="7329" y="28243"/>
                  <a:pt x="12385" y="25332"/>
                </a:cubicBezTo>
                <a:lnTo>
                  <a:pt x="57278" y="-638"/>
                </a:lnTo>
                <a:close/>
                <a:moveTo>
                  <a:pt x="110342" y="91292"/>
                </a:moveTo>
                <a:lnTo>
                  <a:pt x="110342" y="48876"/>
                </a:lnTo>
                <a:lnTo>
                  <a:pt x="73621" y="70071"/>
                </a:lnTo>
                <a:lnTo>
                  <a:pt x="73621" y="112487"/>
                </a:lnTo>
                <a:lnTo>
                  <a:pt x="110342" y="91292"/>
                </a:ln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352575" y="2149126"/>
            <a:ext cx="5270670" cy="19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b="0" i="0" sz="1600" u="none" cap="none" strike="noStrike"/>
          </a:p>
        </p:txBody>
      </p:sp>
      <p:sp>
        <p:nvSpPr>
          <p:cNvPr id="192" name="Google Shape;192;p5"/>
          <p:cNvSpPr/>
          <p:nvPr/>
        </p:nvSpPr>
        <p:spPr>
          <a:xfrm>
            <a:off x="6352575" y="2377930"/>
            <a:ext cx="5262499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1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Fungsi yang return tampilan HTML</a:t>
            </a:r>
            <a:endParaRPr b="0" i="0" sz="1600" u="none" cap="none" strike="noStrike"/>
          </a:p>
        </p:txBody>
      </p:sp>
      <p:sp>
        <p:nvSpPr>
          <p:cNvPr id="193" name="Google Shape;193;p5"/>
          <p:cNvSpPr/>
          <p:nvPr/>
        </p:nvSpPr>
        <p:spPr>
          <a:xfrm>
            <a:off x="6368918" y="2631249"/>
            <a:ext cx="114402" cy="114402"/>
          </a:xfrm>
          <a:custGeom>
            <a:rect b="b" l="l" r="r" t="t"/>
            <a:pathLst>
              <a:path extrusionOk="0" h="114402" w="114402">
                <a:moveTo>
                  <a:pt x="55235" y="3799"/>
                </a:moveTo>
                <a:cubicBezTo>
                  <a:pt x="50297" y="3106"/>
                  <a:pt x="45269" y="4000"/>
                  <a:pt x="40845" y="6346"/>
                </a:cubicBezTo>
                <a:lnTo>
                  <a:pt x="24310" y="15172"/>
                </a:lnTo>
                <a:cubicBezTo>
                  <a:pt x="19909" y="17518"/>
                  <a:pt x="16356" y="21205"/>
                  <a:pt x="14166" y="25696"/>
                </a:cubicBezTo>
                <a:lnTo>
                  <a:pt x="5966" y="42588"/>
                </a:lnTo>
                <a:cubicBezTo>
                  <a:pt x="3776" y="47079"/>
                  <a:pt x="3061" y="52174"/>
                  <a:pt x="3933" y="57089"/>
                </a:cubicBezTo>
                <a:lnTo>
                  <a:pt x="7172" y="75590"/>
                </a:lnTo>
                <a:cubicBezTo>
                  <a:pt x="8044" y="80528"/>
                  <a:pt x="10435" y="85042"/>
                  <a:pt x="14032" y="88528"/>
                </a:cubicBezTo>
                <a:lnTo>
                  <a:pt x="27506" y="101577"/>
                </a:lnTo>
                <a:cubicBezTo>
                  <a:pt x="31103" y="105062"/>
                  <a:pt x="35684" y="107297"/>
                  <a:pt x="40622" y="107989"/>
                </a:cubicBezTo>
                <a:lnTo>
                  <a:pt x="59167" y="110604"/>
                </a:lnTo>
                <a:cubicBezTo>
                  <a:pt x="64105" y="111296"/>
                  <a:pt x="69133" y="110403"/>
                  <a:pt x="73557" y="108056"/>
                </a:cubicBezTo>
                <a:lnTo>
                  <a:pt x="90092" y="99230"/>
                </a:lnTo>
                <a:cubicBezTo>
                  <a:pt x="94493" y="96884"/>
                  <a:pt x="98046" y="93198"/>
                  <a:pt x="100236" y="88684"/>
                </a:cubicBezTo>
                <a:lnTo>
                  <a:pt x="108436" y="71814"/>
                </a:lnTo>
                <a:cubicBezTo>
                  <a:pt x="110626" y="67323"/>
                  <a:pt x="111341" y="62229"/>
                  <a:pt x="110470" y="57313"/>
                </a:cubicBezTo>
                <a:lnTo>
                  <a:pt x="107207" y="38812"/>
                </a:lnTo>
                <a:cubicBezTo>
                  <a:pt x="106336" y="33874"/>
                  <a:pt x="103945" y="29360"/>
                  <a:pt x="100348" y="25875"/>
                </a:cubicBezTo>
                <a:lnTo>
                  <a:pt x="86896" y="12848"/>
                </a:lnTo>
                <a:cubicBezTo>
                  <a:pt x="83299" y="9362"/>
                  <a:pt x="78719" y="7128"/>
                  <a:pt x="73780" y="6435"/>
                </a:cubicBezTo>
                <a:lnTo>
                  <a:pt x="55235" y="3799"/>
                </a:lnTo>
                <a:close/>
                <a:moveTo>
                  <a:pt x="46476" y="32176"/>
                </a:moveTo>
                <a:cubicBezTo>
                  <a:pt x="50422" y="32176"/>
                  <a:pt x="53626" y="35379"/>
                  <a:pt x="53626" y="39326"/>
                </a:cubicBezTo>
                <a:cubicBezTo>
                  <a:pt x="53626" y="43272"/>
                  <a:pt x="50422" y="46476"/>
                  <a:pt x="46476" y="46476"/>
                </a:cubicBezTo>
                <a:cubicBezTo>
                  <a:pt x="42530" y="46476"/>
                  <a:pt x="39326" y="43272"/>
                  <a:pt x="39326" y="39326"/>
                </a:cubicBezTo>
                <a:cubicBezTo>
                  <a:pt x="39326" y="35379"/>
                  <a:pt x="42530" y="32176"/>
                  <a:pt x="46476" y="32176"/>
                </a:cubicBezTo>
                <a:close/>
                <a:moveTo>
                  <a:pt x="32176" y="75076"/>
                </a:moveTo>
                <a:cubicBezTo>
                  <a:pt x="32176" y="71130"/>
                  <a:pt x="35379" y="67926"/>
                  <a:pt x="39326" y="67926"/>
                </a:cubicBezTo>
                <a:cubicBezTo>
                  <a:pt x="43272" y="67926"/>
                  <a:pt x="46476" y="71130"/>
                  <a:pt x="46476" y="75076"/>
                </a:cubicBezTo>
                <a:cubicBezTo>
                  <a:pt x="46476" y="79023"/>
                  <a:pt x="43272" y="82227"/>
                  <a:pt x="39326" y="82227"/>
                </a:cubicBezTo>
                <a:cubicBezTo>
                  <a:pt x="35379" y="82227"/>
                  <a:pt x="32176" y="79023"/>
                  <a:pt x="32176" y="75076"/>
                </a:cubicBezTo>
                <a:close/>
                <a:moveTo>
                  <a:pt x="82227" y="60776"/>
                </a:moveTo>
                <a:cubicBezTo>
                  <a:pt x="86173" y="60776"/>
                  <a:pt x="89377" y="63980"/>
                  <a:pt x="89377" y="67926"/>
                </a:cubicBezTo>
                <a:cubicBezTo>
                  <a:pt x="89377" y="71873"/>
                  <a:pt x="86173" y="75076"/>
                  <a:pt x="82227" y="75076"/>
                </a:cubicBezTo>
                <a:cubicBezTo>
                  <a:pt x="78280" y="75076"/>
                  <a:pt x="75076" y="71873"/>
                  <a:pt x="75076" y="67926"/>
                </a:cubicBezTo>
                <a:cubicBezTo>
                  <a:pt x="75076" y="63980"/>
                  <a:pt x="78280" y="60776"/>
                  <a:pt x="82227" y="60776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560950" y="2606726"/>
            <a:ext cx="22929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1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Analogi: Cetakan kue</a:t>
            </a:r>
            <a:endParaRPr b="0" i="0" sz="1600" u="none" cap="none" strike="noStrike"/>
          </a:p>
        </p:txBody>
      </p:sp>
      <p:sp>
        <p:nvSpPr>
          <p:cNvPr id="195" name="Google Shape;195;p5"/>
          <p:cNvSpPr/>
          <p:nvPr/>
        </p:nvSpPr>
        <p:spPr>
          <a:xfrm>
            <a:off x="5796907" y="2998971"/>
            <a:ext cx="5891710" cy="882531"/>
          </a:xfrm>
          <a:custGeom>
            <a:rect b="b" l="l" r="r" t="t"/>
            <a:pathLst>
              <a:path extrusionOk="0" h="882531" w="5891710">
                <a:moveTo>
                  <a:pt x="98058" y="0"/>
                </a:moveTo>
                <a:lnTo>
                  <a:pt x="5793652" y="0"/>
                </a:lnTo>
                <a:cubicBezTo>
                  <a:pt x="5847808" y="0"/>
                  <a:pt x="5891710" y="43902"/>
                  <a:pt x="5891710" y="98058"/>
                </a:cubicBezTo>
                <a:lnTo>
                  <a:pt x="5891710" y="784473"/>
                </a:lnTo>
                <a:cubicBezTo>
                  <a:pt x="5891710" y="838629"/>
                  <a:pt x="5847808" y="882531"/>
                  <a:pt x="5793652" y="882531"/>
                </a:cubicBezTo>
                <a:lnTo>
                  <a:pt x="98058" y="882531"/>
                </a:lnTo>
                <a:cubicBezTo>
                  <a:pt x="43902" y="882531"/>
                  <a:pt x="0" y="838629"/>
                  <a:pt x="0" y="784473"/>
                </a:cubicBezTo>
                <a:lnTo>
                  <a:pt x="0" y="98058"/>
                </a:lnTo>
                <a:cubicBezTo>
                  <a:pt x="0" y="43938"/>
                  <a:pt x="43938" y="0"/>
                  <a:pt x="98058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927653" y="3129716"/>
            <a:ext cx="326863" cy="326863"/>
          </a:xfrm>
          <a:custGeom>
            <a:rect b="b" l="l" r="r" t="t"/>
            <a:pathLst>
              <a:path extrusionOk="0" h="326863" w="326863">
                <a:moveTo>
                  <a:pt x="65373" y="0"/>
                </a:moveTo>
                <a:lnTo>
                  <a:pt x="261491" y="0"/>
                </a:lnTo>
                <a:cubicBezTo>
                  <a:pt x="297571" y="0"/>
                  <a:pt x="326863" y="29293"/>
                  <a:pt x="326863" y="65373"/>
                </a:cubicBezTo>
                <a:lnTo>
                  <a:pt x="326863" y="261491"/>
                </a:lnTo>
                <a:cubicBezTo>
                  <a:pt x="326863" y="297571"/>
                  <a:pt x="297571" y="326863"/>
                  <a:pt x="261491" y="326863"/>
                </a:cubicBezTo>
                <a:lnTo>
                  <a:pt x="65373" y="326863"/>
                </a:lnTo>
                <a:cubicBezTo>
                  <a:pt x="29293" y="326863"/>
                  <a:pt x="0" y="297571"/>
                  <a:pt x="0" y="261491"/>
                </a:cubicBezTo>
                <a:lnTo>
                  <a:pt x="0" y="65373"/>
                </a:lnTo>
                <a:cubicBezTo>
                  <a:pt x="0" y="29293"/>
                  <a:pt x="29293" y="0"/>
                  <a:pt x="65373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6017540" y="3227775"/>
            <a:ext cx="147088" cy="130745"/>
          </a:xfrm>
          <a:custGeom>
            <a:rect b="b" l="l" r="r" t="t"/>
            <a:pathLst>
              <a:path extrusionOk="0" h="130745" w="147088">
                <a:moveTo>
                  <a:pt x="92135" y="306"/>
                </a:moveTo>
                <a:cubicBezTo>
                  <a:pt x="87793" y="-945"/>
                  <a:pt x="83274" y="1583"/>
                  <a:pt x="82022" y="5924"/>
                </a:cubicBezTo>
                <a:lnTo>
                  <a:pt x="49336" y="120327"/>
                </a:lnTo>
                <a:cubicBezTo>
                  <a:pt x="48085" y="124668"/>
                  <a:pt x="50613" y="129188"/>
                  <a:pt x="54954" y="130439"/>
                </a:cubicBezTo>
                <a:cubicBezTo>
                  <a:pt x="59295" y="131690"/>
                  <a:pt x="63815" y="129162"/>
                  <a:pt x="65066" y="124821"/>
                </a:cubicBezTo>
                <a:lnTo>
                  <a:pt x="97753" y="10419"/>
                </a:lnTo>
                <a:cubicBezTo>
                  <a:pt x="99004" y="6078"/>
                  <a:pt x="96476" y="1558"/>
                  <a:pt x="92135" y="306"/>
                </a:cubicBezTo>
                <a:close/>
                <a:moveTo>
                  <a:pt x="108631" y="35061"/>
                </a:moveTo>
                <a:cubicBezTo>
                  <a:pt x="105439" y="38253"/>
                  <a:pt x="105439" y="43437"/>
                  <a:pt x="108631" y="46629"/>
                </a:cubicBezTo>
                <a:lnTo>
                  <a:pt x="127375" y="65373"/>
                </a:lnTo>
                <a:lnTo>
                  <a:pt x="108631" y="84116"/>
                </a:lnTo>
                <a:cubicBezTo>
                  <a:pt x="105439" y="87308"/>
                  <a:pt x="105439" y="92492"/>
                  <a:pt x="108631" y="95684"/>
                </a:cubicBezTo>
                <a:cubicBezTo>
                  <a:pt x="111823" y="98876"/>
                  <a:pt x="117007" y="98876"/>
                  <a:pt x="120199" y="95684"/>
                </a:cubicBezTo>
                <a:lnTo>
                  <a:pt x="144714" y="71169"/>
                </a:lnTo>
                <a:cubicBezTo>
                  <a:pt x="147906" y="67977"/>
                  <a:pt x="147906" y="62793"/>
                  <a:pt x="144714" y="59601"/>
                </a:cubicBezTo>
                <a:lnTo>
                  <a:pt x="120199" y="35087"/>
                </a:lnTo>
                <a:cubicBezTo>
                  <a:pt x="117007" y="31895"/>
                  <a:pt x="111823" y="31895"/>
                  <a:pt x="108631" y="35087"/>
                </a:cubicBezTo>
                <a:close/>
                <a:moveTo>
                  <a:pt x="38483" y="35061"/>
                </a:moveTo>
                <a:cubicBezTo>
                  <a:pt x="35291" y="31869"/>
                  <a:pt x="30107" y="31869"/>
                  <a:pt x="26915" y="35061"/>
                </a:cubicBezTo>
                <a:lnTo>
                  <a:pt x="2400" y="59576"/>
                </a:lnTo>
                <a:cubicBezTo>
                  <a:pt x="-792" y="62768"/>
                  <a:pt x="-792" y="67952"/>
                  <a:pt x="2400" y="71144"/>
                </a:cubicBezTo>
                <a:lnTo>
                  <a:pt x="26915" y="95659"/>
                </a:lnTo>
                <a:cubicBezTo>
                  <a:pt x="30107" y="98851"/>
                  <a:pt x="35291" y="98851"/>
                  <a:pt x="38483" y="95659"/>
                </a:cubicBezTo>
                <a:cubicBezTo>
                  <a:pt x="41675" y="92467"/>
                  <a:pt x="41675" y="87283"/>
                  <a:pt x="38483" y="84091"/>
                </a:cubicBezTo>
                <a:lnTo>
                  <a:pt x="19739" y="65373"/>
                </a:lnTo>
                <a:lnTo>
                  <a:pt x="38458" y="46629"/>
                </a:lnTo>
                <a:cubicBezTo>
                  <a:pt x="41650" y="43437"/>
                  <a:pt x="41650" y="38253"/>
                  <a:pt x="38458" y="35061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6352575" y="3129716"/>
            <a:ext cx="5270670" cy="19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JSX</a:t>
            </a:r>
            <a:endParaRPr b="0" i="0" sz="1600" u="none" cap="none" strike="noStrike"/>
          </a:p>
        </p:txBody>
      </p:sp>
      <p:sp>
        <p:nvSpPr>
          <p:cNvPr id="199" name="Google Shape;199;p5"/>
          <p:cNvSpPr/>
          <p:nvPr/>
        </p:nvSpPr>
        <p:spPr>
          <a:xfrm>
            <a:off x="6352575" y="3358520"/>
            <a:ext cx="5262499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1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HTML di dalam JavaScript</a:t>
            </a:r>
            <a:endParaRPr b="0" i="0" sz="1600" u="none" cap="none" strike="noStrike"/>
          </a:p>
        </p:txBody>
      </p:sp>
      <p:sp>
        <p:nvSpPr>
          <p:cNvPr id="200" name="Google Shape;200;p5"/>
          <p:cNvSpPr/>
          <p:nvPr/>
        </p:nvSpPr>
        <p:spPr>
          <a:xfrm>
            <a:off x="6368918" y="3611839"/>
            <a:ext cx="114402" cy="114402"/>
          </a:xfrm>
          <a:custGeom>
            <a:rect b="b" l="l" r="r" t="t"/>
            <a:pathLst>
              <a:path extrusionOk="0" h="114402" w="114402">
                <a:moveTo>
                  <a:pt x="78853" y="4737"/>
                </a:moveTo>
                <a:lnTo>
                  <a:pt x="68820" y="14769"/>
                </a:lnTo>
                <a:lnTo>
                  <a:pt x="99633" y="45582"/>
                </a:lnTo>
                <a:lnTo>
                  <a:pt x="109665" y="35550"/>
                </a:lnTo>
                <a:cubicBezTo>
                  <a:pt x="112704" y="32533"/>
                  <a:pt x="114402" y="28422"/>
                  <a:pt x="114402" y="24132"/>
                </a:cubicBezTo>
                <a:cubicBezTo>
                  <a:pt x="114402" y="19842"/>
                  <a:pt x="112704" y="15730"/>
                  <a:pt x="109665" y="12714"/>
                </a:cubicBezTo>
                <a:lnTo>
                  <a:pt x="101688" y="4737"/>
                </a:lnTo>
                <a:cubicBezTo>
                  <a:pt x="98672" y="1698"/>
                  <a:pt x="94561" y="0"/>
                  <a:pt x="90270" y="0"/>
                </a:cubicBezTo>
                <a:cubicBezTo>
                  <a:pt x="85980" y="0"/>
                  <a:pt x="81869" y="1698"/>
                  <a:pt x="78853" y="4737"/>
                </a:cubicBezTo>
                <a:close/>
                <a:moveTo>
                  <a:pt x="61245" y="22344"/>
                </a:moveTo>
                <a:lnTo>
                  <a:pt x="13161" y="70406"/>
                </a:lnTo>
                <a:cubicBezTo>
                  <a:pt x="10770" y="72797"/>
                  <a:pt x="9027" y="75791"/>
                  <a:pt x="8111" y="79054"/>
                </a:cubicBezTo>
                <a:lnTo>
                  <a:pt x="201" y="107610"/>
                </a:lnTo>
                <a:cubicBezTo>
                  <a:pt x="-313" y="109464"/>
                  <a:pt x="201" y="111475"/>
                  <a:pt x="1586" y="112838"/>
                </a:cubicBezTo>
                <a:cubicBezTo>
                  <a:pt x="2972" y="114201"/>
                  <a:pt x="4960" y="114737"/>
                  <a:pt x="6815" y="114223"/>
                </a:cubicBezTo>
                <a:lnTo>
                  <a:pt x="35371" y="106291"/>
                </a:lnTo>
                <a:cubicBezTo>
                  <a:pt x="38633" y="105375"/>
                  <a:pt x="41605" y="103655"/>
                  <a:pt x="44018" y="101241"/>
                </a:cubicBezTo>
                <a:lnTo>
                  <a:pt x="92058" y="53157"/>
                </a:lnTo>
                <a:lnTo>
                  <a:pt x="61245" y="22344"/>
                </a:ln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560950" y="3587325"/>
            <a:ext cx="2617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1" u="none" cap="none" strike="noStrike">
                <a:solidFill>
                  <a:srgbClr val="764BA2"/>
                </a:solidFill>
                <a:latin typeface="Arial"/>
                <a:ea typeface="Arial"/>
                <a:cs typeface="Arial"/>
                <a:sym typeface="Arial"/>
              </a:rPr>
              <a:t>Menulis struktur di dalam logika</a:t>
            </a:r>
            <a:endParaRPr b="0" i="0" sz="1600" u="none" cap="none" strike="noStrike"/>
          </a:p>
        </p:txBody>
      </p:sp>
      <p:sp>
        <p:nvSpPr>
          <p:cNvPr id="202" name="Google Shape;202;p5"/>
          <p:cNvSpPr/>
          <p:nvPr/>
        </p:nvSpPr>
        <p:spPr>
          <a:xfrm>
            <a:off x="5796907" y="3979560"/>
            <a:ext cx="5891710" cy="882531"/>
          </a:xfrm>
          <a:custGeom>
            <a:rect b="b" l="l" r="r" t="t"/>
            <a:pathLst>
              <a:path extrusionOk="0" h="882531" w="5891710">
                <a:moveTo>
                  <a:pt x="98058" y="0"/>
                </a:moveTo>
                <a:lnTo>
                  <a:pt x="5793652" y="0"/>
                </a:lnTo>
                <a:cubicBezTo>
                  <a:pt x="5847808" y="0"/>
                  <a:pt x="5891710" y="43902"/>
                  <a:pt x="5891710" y="98058"/>
                </a:cubicBezTo>
                <a:lnTo>
                  <a:pt x="5891710" y="784473"/>
                </a:lnTo>
                <a:cubicBezTo>
                  <a:pt x="5891710" y="838629"/>
                  <a:pt x="5847808" y="882531"/>
                  <a:pt x="5793652" y="882531"/>
                </a:cubicBezTo>
                <a:lnTo>
                  <a:pt x="98058" y="882531"/>
                </a:lnTo>
                <a:cubicBezTo>
                  <a:pt x="43902" y="882531"/>
                  <a:pt x="0" y="838629"/>
                  <a:pt x="0" y="784473"/>
                </a:cubicBezTo>
                <a:lnTo>
                  <a:pt x="0" y="98058"/>
                </a:lnTo>
                <a:cubicBezTo>
                  <a:pt x="0" y="43938"/>
                  <a:pt x="43938" y="0"/>
                  <a:pt x="98058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5927653" y="4110306"/>
            <a:ext cx="326863" cy="326863"/>
          </a:xfrm>
          <a:custGeom>
            <a:rect b="b" l="l" r="r" t="t"/>
            <a:pathLst>
              <a:path extrusionOk="0" h="326863" w="326863">
                <a:moveTo>
                  <a:pt x="65373" y="0"/>
                </a:moveTo>
                <a:lnTo>
                  <a:pt x="261491" y="0"/>
                </a:lnTo>
                <a:cubicBezTo>
                  <a:pt x="297571" y="0"/>
                  <a:pt x="326863" y="29293"/>
                  <a:pt x="326863" y="65373"/>
                </a:cubicBezTo>
                <a:lnTo>
                  <a:pt x="326863" y="261491"/>
                </a:lnTo>
                <a:cubicBezTo>
                  <a:pt x="326863" y="297571"/>
                  <a:pt x="297571" y="326863"/>
                  <a:pt x="261491" y="326863"/>
                </a:cubicBezTo>
                <a:lnTo>
                  <a:pt x="65373" y="326863"/>
                </a:lnTo>
                <a:cubicBezTo>
                  <a:pt x="29293" y="326863"/>
                  <a:pt x="0" y="297571"/>
                  <a:pt x="0" y="261491"/>
                </a:cubicBezTo>
                <a:lnTo>
                  <a:pt x="0" y="65373"/>
                </a:lnTo>
                <a:cubicBezTo>
                  <a:pt x="0" y="29293"/>
                  <a:pt x="29293" y="0"/>
                  <a:pt x="65373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6025712" y="4208365"/>
            <a:ext cx="130745" cy="130745"/>
          </a:xfrm>
          <a:custGeom>
            <a:rect b="b" l="l" r="r" t="t"/>
            <a:pathLst>
              <a:path extrusionOk="0" h="130745" w="130745">
                <a:moveTo>
                  <a:pt x="16343" y="16343"/>
                </a:moveTo>
                <a:cubicBezTo>
                  <a:pt x="7329" y="16343"/>
                  <a:pt x="0" y="23672"/>
                  <a:pt x="0" y="32686"/>
                </a:cubicBezTo>
                <a:lnTo>
                  <a:pt x="0" y="34576"/>
                </a:lnTo>
                <a:cubicBezTo>
                  <a:pt x="0" y="36312"/>
                  <a:pt x="1124" y="37794"/>
                  <a:pt x="2579" y="38738"/>
                </a:cubicBezTo>
                <a:cubicBezTo>
                  <a:pt x="5950" y="40935"/>
                  <a:pt x="8172" y="44714"/>
                  <a:pt x="8172" y="49029"/>
                </a:cubicBezTo>
                <a:cubicBezTo>
                  <a:pt x="8172" y="53345"/>
                  <a:pt x="5950" y="57124"/>
                  <a:pt x="2579" y="59321"/>
                </a:cubicBezTo>
                <a:cubicBezTo>
                  <a:pt x="1124" y="60265"/>
                  <a:pt x="0" y="61747"/>
                  <a:pt x="0" y="63483"/>
                </a:cubicBezTo>
                <a:lnTo>
                  <a:pt x="0" y="77630"/>
                </a:lnTo>
                <a:lnTo>
                  <a:pt x="130745" y="77630"/>
                </a:lnTo>
                <a:lnTo>
                  <a:pt x="130745" y="63483"/>
                </a:lnTo>
                <a:cubicBezTo>
                  <a:pt x="130745" y="61747"/>
                  <a:pt x="129622" y="60265"/>
                  <a:pt x="128166" y="59321"/>
                </a:cubicBezTo>
                <a:cubicBezTo>
                  <a:pt x="124795" y="57124"/>
                  <a:pt x="122574" y="53345"/>
                  <a:pt x="122574" y="49029"/>
                </a:cubicBezTo>
                <a:cubicBezTo>
                  <a:pt x="122574" y="44714"/>
                  <a:pt x="124795" y="40935"/>
                  <a:pt x="128166" y="38738"/>
                </a:cubicBezTo>
                <a:cubicBezTo>
                  <a:pt x="129622" y="37794"/>
                  <a:pt x="130745" y="36312"/>
                  <a:pt x="130745" y="34576"/>
                </a:cubicBezTo>
                <a:lnTo>
                  <a:pt x="130745" y="32686"/>
                </a:lnTo>
                <a:cubicBezTo>
                  <a:pt x="130745" y="23672"/>
                  <a:pt x="123416" y="16343"/>
                  <a:pt x="114402" y="16343"/>
                </a:cubicBezTo>
                <a:lnTo>
                  <a:pt x="16343" y="16343"/>
                </a:lnTo>
                <a:close/>
                <a:moveTo>
                  <a:pt x="130745" y="106231"/>
                </a:moveTo>
                <a:lnTo>
                  <a:pt x="130745" y="89887"/>
                </a:lnTo>
                <a:lnTo>
                  <a:pt x="0" y="89887"/>
                </a:lnTo>
                <a:lnTo>
                  <a:pt x="0" y="106231"/>
                </a:lnTo>
                <a:cubicBezTo>
                  <a:pt x="0" y="110750"/>
                  <a:pt x="3652" y="114402"/>
                  <a:pt x="8172" y="114402"/>
                </a:cubicBezTo>
                <a:lnTo>
                  <a:pt x="24515" y="114402"/>
                </a:lnTo>
                <a:lnTo>
                  <a:pt x="24515" y="108273"/>
                </a:lnTo>
                <a:cubicBezTo>
                  <a:pt x="24515" y="104877"/>
                  <a:pt x="27247" y="102145"/>
                  <a:pt x="30643" y="102145"/>
                </a:cubicBezTo>
                <a:cubicBezTo>
                  <a:pt x="34040" y="102145"/>
                  <a:pt x="36772" y="104877"/>
                  <a:pt x="36772" y="108273"/>
                </a:cubicBezTo>
                <a:lnTo>
                  <a:pt x="36772" y="114402"/>
                </a:lnTo>
                <a:lnTo>
                  <a:pt x="59244" y="114402"/>
                </a:lnTo>
                <a:lnTo>
                  <a:pt x="59244" y="108273"/>
                </a:lnTo>
                <a:cubicBezTo>
                  <a:pt x="59244" y="104877"/>
                  <a:pt x="61976" y="102145"/>
                  <a:pt x="65373" y="102145"/>
                </a:cubicBezTo>
                <a:cubicBezTo>
                  <a:pt x="68769" y="102145"/>
                  <a:pt x="71501" y="104877"/>
                  <a:pt x="71501" y="108273"/>
                </a:cubicBezTo>
                <a:lnTo>
                  <a:pt x="71501" y="114402"/>
                </a:lnTo>
                <a:lnTo>
                  <a:pt x="93973" y="114402"/>
                </a:lnTo>
                <a:lnTo>
                  <a:pt x="93973" y="108273"/>
                </a:lnTo>
                <a:cubicBezTo>
                  <a:pt x="93973" y="104877"/>
                  <a:pt x="96706" y="102145"/>
                  <a:pt x="100102" y="102145"/>
                </a:cubicBezTo>
                <a:cubicBezTo>
                  <a:pt x="103498" y="102145"/>
                  <a:pt x="106231" y="104877"/>
                  <a:pt x="106231" y="108273"/>
                </a:cubicBezTo>
                <a:lnTo>
                  <a:pt x="106231" y="114402"/>
                </a:lnTo>
                <a:lnTo>
                  <a:pt x="122574" y="114402"/>
                </a:lnTo>
                <a:cubicBezTo>
                  <a:pt x="127094" y="114402"/>
                  <a:pt x="130745" y="110750"/>
                  <a:pt x="130745" y="106231"/>
                </a:cubicBezTo>
                <a:close/>
                <a:moveTo>
                  <a:pt x="40858" y="40858"/>
                </a:moveTo>
                <a:lnTo>
                  <a:pt x="40858" y="57201"/>
                </a:lnTo>
                <a:cubicBezTo>
                  <a:pt x="40858" y="61721"/>
                  <a:pt x="37206" y="65373"/>
                  <a:pt x="32686" y="65373"/>
                </a:cubicBezTo>
                <a:cubicBezTo>
                  <a:pt x="28166" y="65373"/>
                  <a:pt x="24515" y="61721"/>
                  <a:pt x="24515" y="57201"/>
                </a:cubicBezTo>
                <a:lnTo>
                  <a:pt x="24515" y="40858"/>
                </a:lnTo>
                <a:cubicBezTo>
                  <a:pt x="24515" y="36338"/>
                  <a:pt x="28166" y="32686"/>
                  <a:pt x="32686" y="32686"/>
                </a:cubicBezTo>
                <a:cubicBezTo>
                  <a:pt x="37206" y="32686"/>
                  <a:pt x="40858" y="36338"/>
                  <a:pt x="40858" y="40858"/>
                </a:cubicBezTo>
                <a:close/>
                <a:moveTo>
                  <a:pt x="73544" y="40858"/>
                </a:moveTo>
                <a:lnTo>
                  <a:pt x="73544" y="57201"/>
                </a:lnTo>
                <a:cubicBezTo>
                  <a:pt x="73544" y="61721"/>
                  <a:pt x="69893" y="65373"/>
                  <a:pt x="65373" y="65373"/>
                </a:cubicBezTo>
                <a:cubicBezTo>
                  <a:pt x="60853" y="65373"/>
                  <a:pt x="57201" y="61721"/>
                  <a:pt x="57201" y="57201"/>
                </a:cubicBezTo>
                <a:lnTo>
                  <a:pt x="57201" y="40858"/>
                </a:lnTo>
                <a:cubicBezTo>
                  <a:pt x="57201" y="36338"/>
                  <a:pt x="60853" y="32686"/>
                  <a:pt x="65373" y="32686"/>
                </a:cubicBezTo>
                <a:cubicBezTo>
                  <a:pt x="69893" y="32686"/>
                  <a:pt x="73544" y="36338"/>
                  <a:pt x="73544" y="40858"/>
                </a:cubicBezTo>
                <a:close/>
                <a:moveTo>
                  <a:pt x="106231" y="40858"/>
                </a:moveTo>
                <a:lnTo>
                  <a:pt x="106231" y="57201"/>
                </a:lnTo>
                <a:cubicBezTo>
                  <a:pt x="106231" y="61721"/>
                  <a:pt x="102579" y="65373"/>
                  <a:pt x="98059" y="65373"/>
                </a:cubicBezTo>
                <a:cubicBezTo>
                  <a:pt x="93539" y="65373"/>
                  <a:pt x="89887" y="61721"/>
                  <a:pt x="89887" y="57201"/>
                </a:cubicBezTo>
                <a:lnTo>
                  <a:pt x="89887" y="40858"/>
                </a:lnTo>
                <a:cubicBezTo>
                  <a:pt x="89887" y="36338"/>
                  <a:pt x="93539" y="32686"/>
                  <a:pt x="98059" y="32686"/>
                </a:cubicBezTo>
                <a:cubicBezTo>
                  <a:pt x="102579" y="32686"/>
                  <a:pt x="106231" y="36338"/>
                  <a:pt x="106231" y="40858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352575" y="4110306"/>
            <a:ext cx="5270670" cy="19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 (useState)</a:t>
            </a:r>
            <a:endParaRPr b="0" i="0" sz="1600" u="none" cap="none" strike="noStrike"/>
          </a:p>
        </p:txBody>
      </p:sp>
      <p:sp>
        <p:nvSpPr>
          <p:cNvPr id="206" name="Google Shape;206;p5"/>
          <p:cNvSpPr/>
          <p:nvPr/>
        </p:nvSpPr>
        <p:spPr>
          <a:xfrm>
            <a:off x="6352575" y="4339110"/>
            <a:ext cx="5262499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1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Memori/data yang bisa berubah</a:t>
            </a:r>
            <a:endParaRPr b="0" i="0" sz="1600" u="none" cap="none" strike="noStrike"/>
          </a:p>
        </p:txBody>
      </p:sp>
      <p:sp>
        <p:nvSpPr>
          <p:cNvPr id="207" name="Google Shape;207;p5"/>
          <p:cNvSpPr/>
          <p:nvPr/>
        </p:nvSpPr>
        <p:spPr>
          <a:xfrm>
            <a:off x="6354618" y="4592429"/>
            <a:ext cx="143003" cy="114402"/>
          </a:xfrm>
          <a:custGeom>
            <a:rect b="b" l="l" r="r" t="t"/>
            <a:pathLst>
              <a:path extrusionOk="0" h="114402" w="143003">
                <a:moveTo>
                  <a:pt x="125194" y="53000"/>
                </a:moveTo>
                <a:cubicBezTo>
                  <a:pt x="127518" y="55637"/>
                  <a:pt x="131518" y="56218"/>
                  <a:pt x="134534" y="54229"/>
                </a:cubicBezTo>
                <a:cubicBezTo>
                  <a:pt x="137819" y="52040"/>
                  <a:pt x="138713" y="47593"/>
                  <a:pt x="136523" y="44308"/>
                </a:cubicBezTo>
                <a:lnTo>
                  <a:pt x="125798" y="28221"/>
                </a:lnTo>
                <a:cubicBezTo>
                  <a:pt x="125172" y="27282"/>
                  <a:pt x="124323" y="26500"/>
                  <a:pt x="123317" y="25942"/>
                </a:cubicBezTo>
                <a:lnTo>
                  <a:pt x="78517" y="1050"/>
                </a:lnTo>
                <a:cubicBezTo>
                  <a:pt x="74205" y="-1341"/>
                  <a:pt x="68954" y="-1341"/>
                  <a:pt x="64619" y="1050"/>
                </a:cubicBezTo>
                <a:lnTo>
                  <a:pt x="19842" y="25919"/>
                </a:lnTo>
                <a:cubicBezTo>
                  <a:pt x="18635" y="26590"/>
                  <a:pt x="17674" y="27573"/>
                  <a:pt x="17026" y="28779"/>
                </a:cubicBezTo>
                <a:lnTo>
                  <a:pt x="6189" y="48867"/>
                </a:lnTo>
                <a:cubicBezTo>
                  <a:pt x="3374" y="54095"/>
                  <a:pt x="5340" y="60597"/>
                  <a:pt x="10569" y="63413"/>
                </a:cubicBezTo>
                <a:lnTo>
                  <a:pt x="17942" y="67368"/>
                </a:lnTo>
                <a:lnTo>
                  <a:pt x="17942" y="79277"/>
                </a:lnTo>
                <a:cubicBezTo>
                  <a:pt x="17942" y="84416"/>
                  <a:pt x="20713" y="89176"/>
                  <a:pt x="25182" y="91723"/>
                </a:cubicBezTo>
                <a:lnTo>
                  <a:pt x="64508" y="114000"/>
                </a:lnTo>
                <a:cubicBezTo>
                  <a:pt x="68887" y="116480"/>
                  <a:pt x="74227" y="116480"/>
                  <a:pt x="78607" y="114000"/>
                </a:cubicBezTo>
                <a:lnTo>
                  <a:pt x="117933" y="91723"/>
                </a:lnTo>
                <a:cubicBezTo>
                  <a:pt x="122424" y="89176"/>
                  <a:pt x="125172" y="84439"/>
                  <a:pt x="125172" y="79277"/>
                </a:cubicBezTo>
                <a:lnTo>
                  <a:pt x="125172" y="53023"/>
                </a:lnTo>
                <a:close/>
                <a:moveTo>
                  <a:pt x="71568" y="50811"/>
                </a:moveTo>
                <a:lnTo>
                  <a:pt x="38030" y="32176"/>
                </a:lnTo>
                <a:lnTo>
                  <a:pt x="71568" y="13541"/>
                </a:lnTo>
                <a:lnTo>
                  <a:pt x="105107" y="32176"/>
                </a:lnTo>
                <a:lnTo>
                  <a:pt x="71568" y="50811"/>
                </a:lnTo>
                <a:close/>
                <a:moveTo>
                  <a:pt x="62296" y="62027"/>
                </a:moveTo>
                <a:lnTo>
                  <a:pt x="57536" y="72350"/>
                </a:lnTo>
                <a:lnTo>
                  <a:pt x="20490" y="52509"/>
                </a:lnTo>
                <a:lnTo>
                  <a:pt x="26165" y="41962"/>
                </a:lnTo>
                <a:lnTo>
                  <a:pt x="62296" y="62027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6560950" y="4567928"/>
            <a:ext cx="3050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1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Kotak pensil yang isinya bisa nambah</a:t>
            </a:r>
            <a:endParaRPr b="0" i="0" sz="1600" u="none" cap="none" strike="noStrike"/>
          </a:p>
        </p:txBody>
      </p:sp>
      <p:sp>
        <p:nvSpPr>
          <p:cNvPr id="209" name="Google Shape;209;p5"/>
          <p:cNvSpPr/>
          <p:nvPr/>
        </p:nvSpPr>
        <p:spPr>
          <a:xfrm>
            <a:off x="5796907" y="4960150"/>
            <a:ext cx="5891710" cy="882531"/>
          </a:xfrm>
          <a:custGeom>
            <a:rect b="b" l="l" r="r" t="t"/>
            <a:pathLst>
              <a:path extrusionOk="0" h="882531" w="5891710">
                <a:moveTo>
                  <a:pt x="98058" y="0"/>
                </a:moveTo>
                <a:lnTo>
                  <a:pt x="5793652" y="0"/>
                </a:lnTo>
                <a:cubicBezTo>
                  <a:pt x="5847808" y="0"/>
                  <a:pt x="5891710" y="43902"/>
                  <a:pt x="5891710" y="98058"/>
                </a:cubicBezTo>
                <a:lnTo>
                  <a:pt x="5891710" y="784473"/>
                </a:lnTo>
                <a:cubicBezTo>
                  <a:pt x="5891710" y="838629"/>
                  <a:pt x="5847808" y="882531"/>
                  <a:pt x="5793652" y="882531"/>
                </a:cubicBezTo>
                <a:lnTo>
                  <a:pt x="98058" y="882531"/>
                </a:lnTo>
                <a:cubicBezTo>
                  <a:pt x="43902" y="882531"/>
                  <a:pt x="0" y="838629"/>
                  <a:pt x="0" y="784473"/>
                </a:cubicBezTo>
                <a:lnTo>
                  <a:pt x="0" y="98058"/>
                </a:lnTo>
                <a:cubicBezTo>
                  <a:pt x="0" y="43938"/>
                  <a:pt x="43938" y="0"/>
                  <a:pt x="98058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927653" y="5090895"/>
            <a:ext cx="326863" cy="326863"/>
          </a:xfrm>
          <a:custGeom>
            <a:rect b="b" l="l" r="r" t="t"/>
            <a:pathLst>
              <a:path extrusionOk="0" h="326863" w="326863">
                <a:moveTo>
                  <a:pt x="65373" y="0"/>
                </a:moveTo>
                <a:lnTo>
                  <a:pt x="261491" y="0"/>
                </a:lnTo>
                <a:cubicBezTo>
                  <a:pt x="297571" y="0"/>
                  <a:pt x="326863" y="29293"/>
                  <a:pt x="326863" y="65373"/>
                </a:cubicBezTo>
                <a:lnTo>
                  <a:pt x="326863" y="261491"/>
                </a:lnTo>
                <a:cubicBezTo>
                  <a:pt x="326863" y="297571"/>
                  <a:pt x="297571" y="326863"/>
                  <a:pt x="261491" y="326863"/>
                </a:cubicBezTo>
                <a:lnTo>
                  <a:pt x="65373" y="326863"/>
                </a:lnTo>
                <a:cubicBezTo>
                  <a:pt x="29293" y="326863"/>
                  <a:pt x="0" y="297571"/>
                  <a:pt x="0" y="261491"/>
                </a:cubicBezTo>
                <a:lnTo>
                  <a:pt x="0" y="65373"/>
                </a:lnTo>
                <a:cubicBezTo>
                  <a:pt x="0" y="29293"/>
                  <a:pt x="29293" y="0"/>
                  <a:pt x="65373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6017540" y="5188954"/>
            <a:ext cx="147088" cy="130745"/>
          </a:xfrm>
          <a:custGeom>
            <a:rect b="b" l="l" r="r" t="t"/>
            <a:pathLst>
              <a:path extrusionOk="0" h="130745" w="147088">
                <a:moveTo>
                  <a:pt x="136976" y="-6716"/>
                </a:moveTo>
                <a:cubicBezTo>
                  <a:pt x="139479" y="-7610"/>
                  <a:pt x="142237" y="-6971"/>
                  <a:pt x="144126" y="-5107"/>
                </a:cubicBezTo>
                <a:cubicBezTo>
                  <a:pt x="146016" y="-3243"/>
                  <a:pt x="146629" y="-460"/>
                  <a:pt x="145735" y="2043"/>
                </a:cubicBezTo>
                <a:lnTo>
                  <a:pt x="100281" y="128932"/>
                </a:lnTo>
                <a:cubicBezTo>
                  <a:pt x="99004" y="132482"/>
                  <a:pt x="95659" y="134831"/>
                  <a:pt x="91905" y="134831"/>
                </a:cubicBezTo>
                <a:cubicBezTo>
                  <a:pt x="88279" y="134831"/>
                  <a:pt x="85010" y="132635"/>
                  <a:pt x="83657" y="129290"/>
                </a:cubicBezTo>
                <a:lnTo>
                  <a:pt x="67262" y="88943"/>
                </a:lnTo>
                <a:cubicBezTo>
                  <a:pt x="66113" y="86134"/>
                  <a:pt x="66624" y="82916"/>
                  <a:pt x="68590" y="80618"/>
                </a:cubicBezTo>
                <a:lnTo>
                  <a:pt x="92722" y="51915"/>
                </a:lnTo>
                <a:cubicBezTo>
                  <a:pt x="94024" y="50357"/>
                  <a:pt x="93922" y="48085"/>
                  <a:pt x="92492" y="46655"/>
                </a:cubicBezTo>
                <a:cubicBezTo>
                  <a:pt x="91062" y="45225"/>
                  <a:pt x="88764" y="45122"/>
                  <a:pt x="87232" y="46425"/>
                </a:cubicBezTo>
                <a:lnTo>
                  <a:pt x="58529" y="70505"/>
                </a:lnTo>
                <a:cubicBezTo>
                  <a:pt x="56205" y="72446"/>
                  <a:pt x="53013" y="72957"/>
                  <a:pt x="50204" y="71833"/>
                </a:cubicBezTo>
                <a:lnTo>
                  <a:pt x="9729" y="55362"/>
                </a:lnTo>
                <a:cubicBezTo>
                  <a:pt x="6384" y="54009"/>
                  <a:pt x="4188" y="50740"/>
                  <a:pt x="4188" y="47114"/>
                </a:cubicBezTo>
                <a:cubicBezTo>
                  <a:pt x="4188" y="43360"/>
                  <a:pt x="6537" y="40015"/>
                  <a:pt x="10087" y="38738"/>
                </a:cubicBezTo>
                <a:lnTo>
                  <a:pt x="136976" y="-6716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352575" y="5090895"/>
            <a:ext cx="5270670" cy="19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Props</a:t>
            </a:r>
            <a:endParaRPr b="0" i="0" sz="1600" u="none" cap="none" strike="noStrike"/>
          </a:p>
        </p:txBody>
      </p:sp>
      <p:sp>
        <p:nvSpPr>
          <p:cNvPr id="213" name="Google Shape;213;p5"/>
          <p:cNvSpPr/>
          <p:nvPr/>
        </p:nvSpPr>
        <p:spPr>
          <a:xfrm>
            <a:off x="6352575" y="5319700"/>
            <a:ext cx="5262499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1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Data yang dikirim antar komponen</a:t>
            </a:r>
            <a:endParaRPr b="0" i="0" sz="1600" u="none" cap="none" strike="noStrike"/>
          </a:p>
        </p:txBody>
      </p:sp>
      <p:sp>
        <p:nvSpPr>
          <p:cNvPr id="214" name="Google Shape;214;p5"/>
          <p:cNvSpPr/>
          <p:nvPr/>
        </p:nvSpPr>
        <p:spPr>
          <a:xfrm>
            <a:off x="6368918" y="5573019"/>
            <a:ext cx="114402" cy="114402"/>
          </a:xfrm>
          <a:custGeom>
            <a:rect b="b" l="l" r="r" t="t"/>
            <a:pathLst>
              <a:path extrusionOk="0" h="114402" w="114402">
                <a:moveTo>
                  <a:pt x="10725" y="14300"/>
                </a:moveTo>
                <a:cubicBezTo>
                  <a:pt x="4804" y="14300"/>
                  <a:pt x="0" y="19104"/>
                  <a:pt x="0" y="25025"/>
                </a:cubicBezTo>
                <a:cubicBezTo>
                  <a:pt x="0" y="28399"/>
                  <a:pt x="1586" y="31572"/>
                  <a:pt x="4290" y="33606"/>
                </a:cubicBezTo>
                <a:lnTo>
                  <a:pt x="50766" y="68463"/>
                </a:lnTo>
                <a:cubicBezTo>
                  <a:pt x="54587" y="71323"/>
                  <a:pt x="59815" y="71323"/>
                  <a:pt x="63636" y="68463"/>
                </a:cubicBezTo>
                <a:lnTo>
                  <a:pt x="110112" y="33606"/>
                </a:lnTo>
                <a:cubicBezTo>
                  <a:pt x="112816" y="31572"/>
                  <a:pt x="114402" y="28399"/>
                  <a:pt x="114402" y="25025"/>
                </a:cubicBezTo>
                <a:cubicBezTo>
                  <a:pt x="114402" y="19104"/>
                  <a:pt x="109598" y="14300"/>
                  <a:pt x="103677" y="14300"/>
                </a:cubicBezTo>
                <a:lnTo>
                  <a:pt x="10725" y="14300"/>
                </a:lnTo>
                <a:close/>
                <a:moveTo>
                  <a:pt x="0" y="43795"/>
                </a:moveTo>
                <a:lnTo>
                  <a:pt x="0" y="85802"/>
                </a:lnTo>
                <a:cubicBezTo>
                  <a:pt x="0" y="93689"/>
                  <a:pt x="6413" y="100102"/>
                  <a:pt x="14300" y="100102"/>
                </a:cubicBezTo>
                <a:lnTo>
                  <a:pt x="100102" y="100102"/>
                </a:lnTo>
                <a:cubicBezTo>
                  <a:pt x="107989" y="100102"/>
                  <a:pt x="114402" y="93689"/>
                  <a:pt x="114402" y="85802"/>
                </a:cubicBezTo>
                <a:lnTo>
                  <a:pt x="114402" y="43795"/>
                </a:lnTo>
                <a:lnTo>
                  <a:pt x="70071" y="77043"/>
                </a:lnTo>
                <a:cubicBezTo>
                  <a:pt x="62452" y="82763"/>
                  <a:pt x="51950" y="82763"/>
                  <a:pt x="44331" y="77043"/>
                </a:cubicBezTo>
                <a:lnTo>
                  <a:pt x="0" y="43795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6560950" y="5548500"/>
            <a:ext cx="27801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1" u="none" cap="none" strike="noStrike">
                <a:solidFill>
                  <a:srgbClr val="F6AD55"/>
                </a:solidFill>
                <a:latin typeface="Arial"/>
                <a:ea typeface="Arial"/>
                <a:cs typeface="Arial"/>
                <a:sym typeface="Arial"/>
              </a:rPr>
              <a:t>Surat yang diberikan ke komponen lain</a:t>
            </a:r>
            <a:endParaRPr b="0" i="0" sz="1600" u="none" cap="none" strike="noStrike"/>
          </a:p>
        </p:txBody>
      </p:sp>
      <p:sp>
        <p:nvSpPr>
          <p:cNvPr id="216" name="Google Shape;216;p5"/>
          <p:cNvSpPr/>
          <p:nvPr/>
        </p:nvSpPr>
        <p:spPr>
          <a:xfrm>
            <a:off x="330949" y="6149115"/>
            <a:ext cx="11530102" cy="490295"/>
          </a:xfrm>
          <a:custGeom>
            <a:rect b="b" l="l" r="r" t="t"/>
            <a:pathLst>
              <a:path extrusionOk="0" h="490295" w="11530102">
                <a:moveTo>
                  <a:pt x="98059" y="0"/>
                </a:moveTo>
                <a:lnTo>
                  <a:pt x="11432043" y="0"/>
                </a:lnTo>
                <a:cubicBezTo>
                  <a:pt x="11486199" y="0"/>
                  <a:pt x="11530102" y="43903"/>
                  <a:pt x="11530102" y="98059"/>
                </a:cubicBezTo>
                <a:lnTo>
                  <a:pt x="11530102" y="392236"/>
                </a:lnTo>
                <a:cubicBezTo>
                  <a:pt x="11530102" y="446392"/>
                  <a:pt x="11486199" y="490295"/>
                  <a:pt x="11432043" y="490295"/>
                </a:cubicBezTo>
                <a:lnTo>
                  <a:pt x="98059" y="490295"/>
                </a:lnTo>
                <a:cubicBezTo>
                  <a:pt x="43903" y="490295"/>
                  <a:pt x="0" y="446392"/>
                  <a:pt x="0" y="392236"/>
                </a:cubicBezTo>
                <a:lnTo>
                  <a:pt x="0" y="98059"/>
                </a:lnTo>
                <a:cubicBezTo>
                  <a:pt x="0" y="43903"/>
                  <a:pt x="43903" y="0"/>
                  <a:pt x="98059" y="0"/>
                </a:cubicBezTo>
                <a:close/>
              </a:path>
            </a:pathLst>
          </a:custGeom>
          <a:gradFill>
            <a:gsLst>
              <a:gs pos="0">
                <a:srgbClr val="48BB78">
                  <a:alpha val="20000"/>
                </a:srgbClr>
              </a:gs>
              <a:gs pos="100000">
                <a:srgbClr val="48BB78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48BB7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482123" y="6332976"/>
            <a:ext cx="130745" cy="130745"/>
          </a:xfrm>
          <a:custGeom>
            <a:rect b="b" l="l" r="r" t="t"/>
            <a:pathLst>
              <a:path extrusionOk="0" h="130745" w="130745">
                <a:moveTo>
                  <a:pt x="30643" y="14300"/>
                </a:moveTo>
                <a:cubicBezTo>
                  <a:pt x="30643" y="6410"/>
                  <a:pt x="37053" y="0"/>
                  <a:pt x="44944" y="0"/>
                </a:cubicBezTo>
                <a:lnTo>
                  <a:pt x="51072" y="0"/>
                </a:lnTo>
                <a:cubicBezTo>
                  <a:pt x="55592" y="0"/>
                  <a:pt x="59244" y="3652"/>
                  <a:pt x="59244" y="8172"/>
                </a:cubicBezTo>
                <a:lnTo>
                  <a:pt x="59244" y="122574"/>
                </a:lnTo>
                <a:cubicBezTo>
                  <a:pt x="59244" y="127094"/>
                  <a:pt x="55592" y="130745"/>
                  <a:pt x="51072" y="130745"/>
                </a:cubicBezTo>
                <a:lnTo>
                  <a:pt x="42901" y="130745"/>
                </a:lnTo>
                <a:cubicBezTo>
                  <a:pt x="35291" y="130745"/>
                  <a:pt x="28881" y="125536"/>
                  <a:pt x="27068" y="118488"/>
                </a:cubicBezTo>
                <a:cubicBezTo>
                  <a:pt x="26890" y="118488"/>
                  <a:pt x="26736" y="118488"/>
                  <a:pt x="26558" y="118488"/>
                </a:cubicBezTo>
                <a:cubicBezTo>
                  <a:pt x="15271" y="118488"/>
                  <a:pt x="6129" y="109346"/>
                  <a:pt x="6129" y="98059"/>
                </a:cubicBezTo>
                <a:cubicBezTo>
                  <a:pt x="6129" y="93462"/>
                  <a:pt x="7661" y="89223"/>
                  <a:pt x="10214" y="85802"/>
                </a:cubicBezTo>
                <a:cubicBezTo>
                  <a:pt x="5260" y="82073"/>
                  <a:pt x="2043" y="76149"/>
                  <a:pt x="2043" y="69458"/>
                </a:cubicBezTo>
                <a:cubicBezTo>
                  <a:pt x="2043" y="61568"/>
                  <a:pt x="6537" y="54699"/>
                  <a:pt x="13075" y="51302"/>
                </a:cubicBezTo>
                <a:cubicBezTo>
                  <a:pt x="11261" y="48238"/>
                  <a:pt x="10214" y="44663"/>
                  <a:pt x="10214" y="40858"/>
                </a:cubicBezTo>
                <a:cubicBezTo>
                  <a:pt x="10214" y="29571"/>
                  <a:pt x="19356" y="20429"/>
                  <a:pt x="30643" y="20429"/>
                </a:cubicBezTo>
                <a:lnTo>
                  <a:pt x="30643" y="14300"/>
                </a:lnTo>
                <a:close/>
                <a:moveTo>
                  <a:pt x="100102" y="14300"/>
                </a:moveTo>
                <a:lnTo>
                  <a:pt x="100102" y="20429"/>
                </a:lnTo>
                <a:cubicBezTo>
                  <a:pt x="111389" y="20429"/>
                  <a:pt x="120531" y="29571"/>
                  <a:pt x="120531" y="40858"/>
                </a:cubicBezTo>
                <a:cubicBezTo>
                  <a:pt x="120531" y="44688"/>
                  <a:pt x="119484" y="48263"/>
                  <a:pt x="117671" y="51302"/>
                </a:cubicBezTo>
                <a:cubicBezTo>
                  <a:pt x="124234" y="54699"/>
                  <a:pt x="128702" y="61542"/>
                  <a:pt x="128702" y="69458"/>
                </a:cubicBezTo>
                <a:cubicBezTo>
                  <a:pt x="128702" y="76149"/>
                  <a:pt x="125485" y="82073"/>
                  <a:pt x="120531" y="85802"/>
                </a:cubicBezTo>
                <a:cubicBezTo>
                  <a:pt x="123084" y="89223"/>
                  <a:pt x="124617" y="93462"/>
                  <a:pt x="124617" y="98059"/>
                </a:cubicBezTo>
                <a:cubicBezTo>
                  <a:pt x="124617" y="109346"/>
                  <a:pt x="115475" y="118488"/>
                  <a:pt x="104188" y="118488"/>
                </a:cubicBezTo>
                <a:cubicBezTo>
                  <a:pt x="104009" y="118488"/>
                  <a:pt x="103856" y="118488"/>
                  <a:pt x="103677" y="118488"/>
                </a:cubicBezTo>
                <a:cubicBezTo>
                  <a:pt x="101864" y="125536"/>
                  <a:pt x="95454" y="130745"/>
                  <a:pt x="87845" y="130745"/>
                </a:cubicBezTo>
                <a:lnTo>
                  <a:pt x="79673" y="130745"/>
                </a:lnTo>
                <a:cubicBezTo>
                  <a:pt x="75153" y="130745"/>
                  <a:pt x="71501" y="127094"/>
                  <a:pt x="71501" y="122574"/>
                </a:cubicBezTo>
                <a:lnTo>
                  <a:pt x="71501" y="8172"/>
                </a:lnTo>
                <a:cubicBezTo>
                  <a:pt x="71501" y="3652"/>
                  <a:pt x="75153" y="0"/>
                  <a:pt x="79673" y="0"/>
                </a:cubicBezTo>
                <a:lnTo>
                  <a:pt x="85802" y="0"/>
                </a:lnTo>
                <a:cubicBezTo>
                  <a:pt x="93692" y="0"/>
                  <a:pt x="100102" y="6410"/>
                  <a:pt x="100102" y="14300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671275" y="6283946"/>
            <a:ext cx="11120318" cy="220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useState(0)</a:t>
            </a:r>
            <a:r>
              <a:rPr b="0" i="0" lang="en-US" sz="1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adalah </a:t>
            </a:r>
            <a:r>
              <a:rPr b="1" i="0" lang="en-US" sz="1029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'otak' React</a:t>
            </a:r>
            <a:r>
              <a:rPr b="0" i="0" lang="en-US" sz="1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Angka 0 adalah saldo awal. Nanti kalau kita tambah transaksi, kita pakai </a:t>
            </a:r>
            <a:r>
              <a:rPr b="0" i="0" lang="en-US" sz="1029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setSaldo</a:t>
            </a:r>
            <a:r>
              <a:rPr b="0" i="0" lang="en-US" sz="1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untuk mengubahnya, dan tampilan otomatis update tanpa refresh!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322308" y="322308"/>
            <a:ext cx="644616" cy="262621"/>
          </a:xfrm>
          <a:custGeom>
            <a:rect b="b" l="l" r="r" t="t"/>
            <a:pathLst>
              <a:path extrusionOk="0" h="262621" w="644616">
                <a:moveTo>
                  <a:pt x="63665" y="0"/>
                </a:moveTo>
                <a:lnTo>
                  <a:pt x="580952" y="0"/>
                </a:lnTo>
                <a:cubicBezTo>
                  <a:pt x="616113" y="0"/>
                  <a:pt x="644616" y="28504"/>
                  <a:pt x="644616" y="63665"/>
                </a:cubicBezTo>
                <a:lnTo>
                  <a:pt x="644616" y="198957"/>
                </a:lnTo>
                <a:cubicBezTo>
                  <a:pt x="644616" y="234118"/>
                  <a:pt x="616113" y="262621"/>
                  <a:pt x="580952" y="262621"/>
                </a:cubicBezTo>
                <a:lnTo>
                  <a:pt x="63665" y="262621"/>
                </a:lnTo>
                <a:cubicBezTo>
                  <a:pt x="28504" y="262621"/>
                  <a:pt x="0" y="234118"/>
                  <a:pt x="0" y="198957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 cap="flat" cmpd="sng" w="12700">
            <a:solidFill>
              <a:srgbClr val="48BB7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21786" y="385974"/>
            <a:ext cx="504166" cy="14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7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PRAKTIK</a:t>
            </a:r>
            <a:endParaRPr b="0" i="0" sz="1600" u="none" cap="none" strike="noStrike"/>
          </a:p>
        </p:txBody>
      </p:sp>
      <p:sp>
        <p:nvSpPr>
          <p:cNvPr id="226" name="Google Shape;226;p6"/>
          <p:cNvSpPr/>
          <p:nvPr/>
        </p:nvSpPr>
        <p:spPr>
          <a:xfrm>
            <a:off x="318329" y="684407"/>
            <a:ext cx="11698590" cy="318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 Pertama - Form Input</a:t>
            </a:r>
            <a:endParaRPr b="0" i="0" sz="1600" u="none" cap="none" strike="noStrike"/>
          </a:p>
        </p:txBody>
      </p:sp>
      <p:sp>
        <p:nvSpPr>
          <p:cNvPr id="227" name="Google Shape;227;p6"/>
          <p:cNvSpPr/>
          <p:nvPr/>
        </p:nvSpPr>
        <p:spPr>
          <a:xfrm>
            <a:off x="318329" y="1066402"/>
            <a:ext cx="11626966" cy="222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8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Membuat form transaksi dengan Controlled Component</a:t>
            </a:r>
            <a:endParaRPr b="0" i="0" sz="1600" u="none" cap="none" strike="noStrike"/>
          </a:p>
        </p:txBody>
      </p:sp>
      <p:sp>
        <p:nvSpPr>
          <p:cNvPr id="228" name="Google Shape;228;p6"/>
          <p:cNvSpPr/>
          <p:nvPr/>
        </p:nvSpPr>
        <p:spPr>
          <a:xfrm>
            <a:off x="322300" y="1420549"/>
            <a:ext cx="6263123" cy="2186124"/>
          </a:xfrm>
          <a:custGeom>
            <a:rect b="b" l="l" r="r" t="t"/>
            <a:pathLst>
              <a:path extrusionOk="0" h="2666005" w="6263123">
                <a:moveTo>
                  <a:pt x="127328" y="0"/>
                </a:moveTo>
                <a:lnTo>
                  <a:pt x="6135794" y="0"/>
                </a:lnTo>
                <a:cubicBezTo>
                  <a:pt x="6206116" y="0"/>
                  <a:pt x="6263123" y="57007"/>
                  <a:pt x="6263123" y="127328"/>
                </a:cubicBezTo>
                <a:lnTo>
                  <a:pt x="6263123" y="2538677"/>
                </a:lnTo>
                <a:cubicBezTo>
                  <a:pt x="6263123" y="2608998"/>
                  <a:pt x="6206116" y="2666005"/>
                  <a:pt x="6135794" y="2666005"/>
                </a:cubicBezTo>
                <a:lnTo>
                  <a:pt x="127328" y="2666005"/>
                </a:lnTo>
                <a:cubicBezTo>
                  <a:pt x="57007" y="2666005"/>
                  <a:pt x="0" y="2608998"/>
                  <a:pt x="0" y="2538677"/>
                </a:cubicBezTo>
                <a:lnTo>
                  <a:pt x="0" y="127328"/>
                </a:lnTo>
                <a:cubicBezTo>
                  <a:pt x="0" y="57054"/>
                  <a:pt x="57054" y="0"/>
                  <a:pt x="12732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477493" y="1583687"/>
            <a:ext cx="111415" cy="127332"/>
          </a:xfrm>
          <a:custGeom>
            <a:rect b="b" l="l" r="r" t="t"/>
            <a:pathLst>
              <a:path extrusionOk="0" h="127332" w="111415">
                <a:moveTo>
                  <a:pt x="111415" y="51181"/>
                </a:moveTo>
                <a:cubicBezTo>
                  <a:pt x="107734" y="53619"/>
                  <a:pt x="103507" y="55583"/>
                  <a:pt x="99105" y="57150"/>
                </a:cubicBezTo>
                <a:cubicBezTo>
                  <a:pt x="87416" y="61328"/>
                  <a:pt x="72072" y="63666"/>
                  <a:pt x="55708" y="63666"/>
                </a:cubicBezTo>
                <a:cubicBezTo>
                  <a:pt x="39343" y="63666"/>
                  <a:pt x="23974" y="61303"/>
                  <a:pt x="12310" y="57150"/>
                </a:cubicBezTo>
                <a:cubicBezTo>
                  <a:pt x="7933" y="55583"/>
                  <a:pt x="3681" y="53619"/>
                  <a:pt x="0" y="51181"/>
                </a:cubicBezTo>
                <a:lnTo>
                  <a:pt x="0" y="71624"/>
                </a:lnTo>
                <a:cubicBezTo>
                  <a:pt x="0" y="82616"/>
                  <a:pt x="24944" y="91520"/>
                  <a:pt x="55708" y="91520"/>
                </a:cubicBezTo>
                <a:cubicBezTo>
                  <a:pt x="86471" y="91520"/>
                  <a:pt x="111415" y="82616"/>
                  <a:pt x="111415" y="71624"/>
                </a:cubicBezTo>
                <a:lnTo>
                  <a:pt x="111415" y="51181"/>
                </a:lnTo>
                <a:close/>
                <a:moveTo>
                  <a:pt x="111415" y="31833"/>
                </a:moveTo>
                <a:lnTo>
                  <a:pt x="111415" y="19896"/>
                </a:lnTo>
                <a:cubicBezTo>
                  <a:pt x="111415" y="8903"/>
                  <a:pt x="86471" y="0"/>
                  <a:pt x="55708" y="0"/>
                </a:cubicBezTo>
                <a:cubicBezTo>
                  <a:pt x="24944" y="0"/>
                  <a:pt x="0" y="8903"/>
                  <a:pt x="0" y="19896"/>
                </a:cubicBezTo>
                <a:lnTo>
                  <a:pt x="0" y="31833"/>
                </a:lnTo>
                <a:cubicBezTo>
                  <a:pt x="0" y="42825"/>
                  <a:pt x="24944" y="51728"/>
                  <a:pt x="55708" y="51728"/>
                </a:cubicBezTo>
                <a:cubicBezTo>
                  <a:pt x="86471" y="51728"/>
                  <a:pt x="111415" y="42825"/>
                  <a:pt x="111415" y="31833"/>
                </a:cubicBezTo>
                <a:close/>
                <a:moveTo>
                  <a:pt x="99105" y="96941"/>
                </a:moveTo>
                <a:cubicBezTo>
                  <a:pt x="87441" y="101094"/>
                  <a:pt x="72097" y="103457"/>
                  <a:pt x="55708" y="103457"/>
                </a:cubicBezTo>
                <a:cubicBezTo>
                  <a:pt x="39319" y="103457"/>
                  <a:pt x="23974" y="101094"/>
                  <a:pt x="12310" y="96941"/>
                </a:cubicBezTo>
                <a:cubicBezTo>
                  <a:pt x="7933" y="95374"/>
                  <a:pt x="3681" y="93410"/>
                  <a:pt x="0" y="90972"/>
                </a:cubicBezTo>
                <a:lnTo>
                  <a:pt x="0" y="107436"/>
                </a:lnTo>
                <a:cubicBezTo>
                  <a:pt x="0" y="118428"/>
                  <a:pt x="24944" y="127332"/>
                  <a:pt x="55708" y="127332"/>
                </a:cubicBezTo>
                <a:cubicBezTo>
                  <a:pt x="86471" y="127332"/>
                  <a:pt x="111415" y="118428"/>
                  <a:pt x="111415" y="107436"/>
                </a:cubicBezTo>
                <a:lnTo>
                  <a:pt x="111415" y="90972"/>
                </a:lnTo>
                <a:cubicBezTo>
                  <a:pt x="107734" y="93410"/>
                  <a:pt x="103507" y="95374"/>
                  <a:pt x="99105" y="96941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612783" y="1551854"/>
            <a:ext cx="5905003" cy="1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 untuk Form &amp; List</a:t>
            </a:r>
            <a:endParaRPr b="0" i="0" sz="1600" u="none" cap="none" strike="noStrike"/>
          </a:p>
        </p:txBody>
      </p:sp>
      <p:sp>
        <p:nvSpPr>
          <p:cNvPr id="231" name="Google Shape;231;p6"/>
          <p:cNvSpPr/>
          <p:nvPr/>
        </p:nvSpPr>
        <p:spPr>
          <a:xfrm>
            <a:off x="453619" y="1838350"/>
            <a:ext cx="6000501" cy="1655311"/>
          </a:xfrm>
          <a:custGeom>
            <a:rect b="b" l="l" r="r" t="t"/>
            <a:pathLst>
              <a:path extrusionOk="0" h="1655311" w="6000501">
                <a:moveTo>
                  <a:pt x="63663" y="0"/>
                </a:moveTo>
                <a:lnTo>
                  <a:pt x="5936838" y="0"/>
                </a:lnTo>
                <a:cubicBezTo>
                  <a:pt x="5971998" y="0"/>
                  <a:pt x="6000501" y="28503"/>
                  <a:pt x="6000501" y="63663"/>
                </a:cubicBezTo>
                <a:lnTo>
                  <a:pt x="6000501" y="1591647"/>
                </a:lnTo>
                <a:cubicBezTo>
                  <a:pt x="6000501" y="1626808"/>
                  <a:pt x="5971998" y="1655311"/>
                  <a:pt x="5936838" y="1655311"/>
                </a:cubicBezTo>
                <a:lnTo>
                  <a:pt x="63663" y="1655311"/>
                </a:lnTo>
                <a:cubicBezTo>
                  <a:pt x="28503" y="1655311"/>
                  <a:pt x="0" y="1626808"/>
                  <a:pt x="0" y="1591647"/>
                </a:cubicBezTo>
                <a:lnTo>
                  <a:pt x="0" y="63663"/>
                </a:lnTo>
                <a:cubicBezTo>
                  <a:pt x="0" y="28527"/>
                  <a:pt x="28527" y="0"/>
                  <a:pt x="63663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453619" y="1838350"/>
            <a:ext cx="6052230" cy="1655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325" lIns="127325" spcFirstLastPara="1" rIns="127325" wrap="square" tIns="1273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// STATE untuk form (Controlled Component)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[inputData, setInputData] = </a:t>
            </a: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deskripsi: 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jumlah: 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tipe: 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"pengeluaran"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// STATE untuk daftar transaksi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[transaksiList, setTransaksiList] = </a:t>
            </a: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([]);</a:t>
            </a:r>
            <a:endParaRPr b="0" i="0" sz="1600" u="none" cap="none" strike="noStrike"/>
          </a:p>
        </p:txBody>
      </p:sp>
      <p:sp>
        <p:nvSpPr>
          <p:cNvPr id="233" name="Google Shape;233;p6"/>
          <p:cNvSpPr/>
          <p:nvPr/>
        </p:nvSpPr>
        <p:spPr>
          <a:xfrm>
            <a:off x="322300" y="3732799"/>
            <a:ext cx="6263123" cy="2925940"/>
          </a:xfrm>
          <a:custGeom>
            <a:rect b="b" l="l" r="r" t="t"/>
            <a:pathLst>
              <a:path extrusionOk="0" h="2666005" w="6263123">
                <a:moveTo>
                  <a:pt x="127328" y="0"/>
                </a:moveTo>
                <a:lnTo>
                  <a:pt x="6135794" y="0"/>
                </a:lnTo>
                <a:cubicBezTo>
                  <a:pt x="6206116" y="0"/>
                  <a:pt x="6263123" y="57007"/>
                  <a:pt x="6263123" y="127328"/>
                </a:cubicBezTo>
                <a:lnTo>
                  <a:pt x="6263123" y="2538677"/>
                </a:lnTo>
                <a:cubicBezTo>
                  <a:pt x="6263123" y="2608998"/>
                  <a:pt x="6206116" y="2666005"/>
                  <a:pt x="6135794" y="2666005"/>
                </a:cubicBezTo>
                <a:lnTo>
                  <a:pt x="127328" y="2666005"/>
                </a:lnTo>
                <a:cubicBezTo>
                  <a:pt x="57007" y="2666005"/>
                  <a:pt x="0" y="2608998"/>
                  <a:pt x="0" y="2538677"/>
                </a:cubicBezTo>
                <a:lnTo>
                  <a:pt x="0" y="127328"/>
                </a:lnTo>
                <a:cubicBezTo>
                  <a:pt x="0" y="57054"/>
                  <a:pt x="57054" y="0"/>
                  <a:pt x="12732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461577" y="3895949"/>
            <a:ext cx="143248" cy="127332"/>
          </a:xfrm>
          <a:custGeom>
            <a:rect b="b" l="l" r="r" t="t"/>
            <a:pathLst>
              <a:path extrusionOk="0" h="127332" w="143248">
                <a:moveTo>
                  <a:pt x="133400" y="-6541"/>
                </a:moveTo>
                <a:cubicBezTo>
                  <a:pt x="135837" y="-7411"/>
                  <a:pt x="138523" y="-6789"/>
                  <a:pt x="140363" y="-4974"/>
                </a:cubicBezTo>
                <a:cubicBezTo>
                  <a:pt x="142204" y="-3158"/>
                  <a:pt x="142800" y="-448"/>
                  <a:pt x="141930" y="1990"/>
                </a:cubicBezTo>
                <a:lnTo>
                  <a:pt x="97662" y="125566"/>
                </a:lnTo>
                <a:cubicBezTo>
                  <a:pt x="96419" y="129023"/>
                  <a:pt x="93161" y="131311"/>
                  <a:pt x="89505" y="131311"/>
                </a:cubicBezTo>
                <a:cubicBezTo>
                  <a:pt x="85974" y="131311"/>
                  <a:pt x="82790" y="129172"/>
                  <a:pt x="81472" y="125914"/>
                </a:cubicBezTo>
                <a:lnTo>
                  <a:pt x="65506" y="86620"/>
                </a:lnTo>
                <a:cubicBezTo>
                  <a:pt x="64387" y="83885"/>
                  <a:pt x="64884" y="80751"/>
                  <a:pt x="66799" y="78513"/>
                </a:cubicBezTo>
                <a:lnTo>
                  <a:pt x="90301" y="50560"/>
                </a:lnTo>
                <a:cubicBezTo>
                  <a:pt x="91569" y="49043"/>
                  <a:pt x="91470" y="46829"/>
                  <a:pt x="90077" y="45436"/>
                </a:cubicBezTo>
                <a:cubicBezTo>
                  <a:pt x="88684" y="44044"/>
                  <a:pt x="86446" y="43944"/>
                  <a:pt x="84954" y="45213"/>
                </a:cubicBezTo>
                <a:lnTo>
                  <a:pt x="57001" y="68665"/>
                </a:lnTo>
                <a:cubicBezTo>
                  <a:pt x="54738" y="70555"/>
                  <a:pt x="51629" y="71052"/>
                  <a:pt x="48893" y="69958"/>
                </a:cubicBezTo>
                <a:lnTo>
                  <a:pt x="9475" y="53917"/>
                </a:lnTo>
                <a:cubicBezTo>
                  <a:pt x="6217" y="52599"/>
                  <a:pt x="4079" y="49416"/>
                  <a:pt x="4079" y="45884"/>
                </a:cubicBezTo>
                <a:cubicBezTo>
                  <a:pt x="4079" y="42228"/>
                  <a:pt x="6367" y="38970"/>
                  <a:pt x="9823" y="37727"/>
                </a:cubicBezTo>
                <a:lnTo>
                  <a:pt x="133400" y="-6541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612783" y="3864116"/>
            <a:ext cx="59049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Fungsi Handle Submit</a:t>
            </a:r>
            <a:endParaRPr b="0" i="0" sz="1600" u="none" cap="none" strike="noStrike"/>
          </a:p>
        </p:txBody>
      </p:sp>
      <p:sp>
        <p:nvSpPr>
          <p:cNvPr id="236" name="Google Shape;236;p6"/>
          <p:cNvSpPr/>
          <p:nvPr/>
        </p:nvSpPr>
        <p:spPr>
          <a:xfrm>
            <a:off x="453619" y="4150612"/>
            <a:ext cx="6000501" cy="2427258"/>
          </a:xfrm>
          <a:custGeom>
            <a:rect b="b" l="l" r="r" t="t"/>
            <a:pathLst>
              <a:path extrusionOk="0" h="2427258" w="6000501">
                <a:moveTo>
                  <a:pt x="63667" y="0"/>
                </a:moveTo>
                <a:lnTo>
                  <a:pt x="5936834" y="0"/>
                </a:lnTo>
                <a:cubicBezTo>
                  <a:pt x="5971997" y="0"/>
                  <a:pt x="6000501" y="28505"/>
                  <a:pt x="6000501" y="63667"/>
                </a:cubicBezTo>
                <a:lnTo>
                  <a:pt x="6000501" y="2363591"/>
                </a:lnTo>
                <a:cubicBezTo>
                  <a:pt x="6000501" y="2398754"/>
                  <a:pt x="5971997" y="2427258"/>
                  <a:pt x="5936834" y="2427258"/>
                </a:cubicBezTo>
                <a:lnTo>
                  <a:pt x="63667" y="2427258"/>
                </a:lnTo>
                <a:cubicBezTo>
                  <a:pt x="28505" y="2427258"/>
                  <a:pt x="0" y="2398754"/>
                  <a:pt x="0" y="2363591"/>
                </a:cubicBezTo>
                <a:lnTo>
                  <a:pt x="0" y="63667"/>
                </a:lnTo>
                <a:cubicBezTo>
                  <a:pt x="0" y="28528"/>
                  <a:pt x="28528" y="0"/>
                  <a:pt x="63667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53619" y="4150612"/>
            <a:ext cx="60522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325" lIns="127325" spcFirstLastPara="1" rIns="127325" wrap="square" tIns="1273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handleSubmit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= (e) =&gt;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preventDefault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(); </a:t>
            </a:r>
            <a:r>
              <a:rPr b="0" i="0" lang="en-US" sz="814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// Cegah refresh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nominal = </a:t>
            </a: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parseInt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(inputData.jumlah);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transaksiBaru =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id: Date.</a:t>
            </a: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(),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...inputData,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nominal: inputData.tipe === 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"pemasukan"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? nominal : -nominal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setTransaksiList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([...transaksiList, transaksiBaru]);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setSaldo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(saldo + transaksiBaru.nominal);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setInputData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({ deskripsi: 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, jumlah: 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, tipe: 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"pengeluaran"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});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600" u="none" cap="none" strike="noStrike"/>
          </a:p>
        </p:txBody>
      </p:sp>
      <p:sp>
        <p:nvSpPr>
          <p:cNvPr id="238" name="Google Shape;238;p6"/>
          <p:cNvSpPr/>
          <p:nvPr/>
        </p:nvSpPr>
        <p:spPr>
          <a:xfrm>
            <a:off x="6751310" y="1420543"/>
            <a:ext cx="5125097" cy="2260136"/>
          </a:xfrm>
          <a:custGeom>
            <a:rect b="b" l="l" r="r" t="t"/>
            <a:pathLst>
              <a:path extrusionOk="0" h="2260136" w="5125097">
                <a:moveTo>
                  <a:pt x="127336" y="0"/>
                </a:moveTo>
                <a:lnTo>
                  <a:pt x="4997761" y="0"/>
                </a:lnTo>
                <a:cubicBezTo>
                  <a:pt x="5068086" y="0"/>
                  <a:pt x="5125097" y="57010"/>
                  <a:pt x="5125097" y="127336"/>
                </a:cubicBezTo>
                <a:lnTo>
                  <a:pt x="5125097" y="2132800"/>
                </a:lnTo>
                <a:cubicBezTo>
                  <a:pt x="5125097" y="2203125"/>
                  <a:pt x="5068086" y="2260136"/>
                  <a:pt x="4997761" y="2260136"/>
                </a:cubicBezTo>
                <a:lnTo>
                  <a:pt x="127336" y="2260136"/>
                </a:lnTo>
                <a:cubicBezTo>
                  <a:pt x="57010" y="2260136"/>
                  <a:pt x="0" y="2203125"/>
                  <a:pt x="0" y="2132800"/>
                </a:cubicBezTo>
                <a:lnTo>
                  <a:pt x="0" y="127336"/>
                </a:lnTo>
                <a:cubicBezTo>
                  <a:pt x="0" y="57057"/>
                  <a:pt x="57057" y="0"/>
                  <a:pt x="127336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6898537" y="1583687"/>
            <a:ext cx="127332" cy="127332"/>
          </a:xfrm>
          <a:custGeom>
            <a:rect b="b" l="l" r="r" t="t"/>
            <a:pathLst>
              <a:path extrusionOk="0" h="127332" w="127332">
                <a:moveTo>
                  <a:pt x="117284" y="5397"/>
                </a:moveTo>
                <a:cubicBezTo>
                  <a:pt x="111838" y="-50"/>
                  <a:pt x="103034" y="-50"/>
                  <a:pt x="97588" y="5397"/>
                </a:cubicBezTo>
                <a:lnTo>
                  <a:pt x="91520" y="11465"/>
                </a:lnTo>
                <a:lnTo>
                  <a:pt x="115867" y="35812"/>
                </a:lnTo>
                <a:lnTo>
                  <a:pt x="121935" y="29744"/>
                </a:lnTo>
                <a:cubicBezTo>
                  <a:pt x="127381" y="24297"/>
                  <a:pt x="127381" y="15494"/>
                  <a:pt x="121935" y="10047"/>
                </a:cubicBezTo>
                <a:lnTo>
                  <a:pt x="117284" y="5397"/>
                </a:lnTo>
                <a:close/>
                <a:moveTo>
                  <a:pt x="42875" y="60109"/>
                </a:moveTo>
                <a:cubicBezTo>
                  <a:pt x="41358" y="61627"/>
                  <a:pt x="40189" y="63492"/>
                  <a:pt x="39518" y="65556"/>
                </a:cubicBezTo>
                <a:lnTo>
                  <a:pt x="32156" y="87640"/>
                </a:lnTo>
                <a:cubicBezTo>
                  <a:pt x="31435" y="89779"/>
                  <a:pt x="32007" y="92141"/>
                  <a:pt x="33599" y="93758"/>
                </a:cubicBezTo>
                <a:cubicBezTo>
                  <a:pt x="35190" y="95374"/>
                  <a:pt x="37553" y="95921"/>
                  <a:pt x="39717" y="95200"/>
                </a:cubicBezTo>
                <a:lnTo>
                  <a:pt x="61801" y="87839"/>
                </a:lnTo>
                <a:cubicBezTo>
                  <a:pt x="63840" y="87167"/>
                  <a:pt x="65705" y="85999"/>
                  <a:pt x="67247" y="84482"/>
                </a:cubicBezTo>
                <a:lnTo>
                  <a:pt x="107436" y="44243"/>
                </a:lnTo>
                <a:lnTo>
                  <a:pt x="83089" y="19896"/>
                </a:lnTo>
                <a:lnTo>
                  <a:pt x="42875" y="60109"/>
                </a:lnTo>
                <a:close/>
                <a:moveTo>
                  <a:pt x="23875" y="15916"/>
                </a:moveTo>
                <a:cubicBezTo>
                  <a:pt x="10694" y="15916"/>
                  <a:pt x="0" y="26610"/>
                  <a:pt x="0" y="39791"/>
                </a:cubicBezTo>
                <a:lnTo>
                  <a:pt x="0" y="103457"/>
                </a:lnTo>
                <a:cubicBezTo>
                  <a:pt x="0" y="116638"/>
                  <a:pt x="10694" y="127332"/>
                  <a:pt x="23875" y="127332"/>
                </a:cubicBezTo>
                <a:lnTo>
                  <a:pt x="87540" y="127332"/>
                </a:lnTo>
                <a:cubicBezTo>
                  <a:pt x="100721" y="127332"/>
                  <a:pt x="111415" y="116638"/>
                  <a:pt x="111415" y="103457"/>
                </a:cubicBezTo>
                <a:lnTo>
                  <a:pt x="111415" y="79582"/>
                </a:lnTo>
                <a:cubicBezTo>
                  <a:pt x="111415" y="75180"/>
                  <a:pt x="107859" y="71624"/>
                  <a:pt x="103457" y="71624"/>
                </a:cubicBezTo>
                <a:cubicBezTo>
                  <a:pt x="99055" y="71624"/>
                  <a:pt x="95499" y="75180"/>
                  <a:pt x="95499" y="79582"/>
                </a:cubicBezTo>
                <a:lnTo>
                  <a:pt x="95499" y="103457"/>
                </a:lnTo>
                <a:cubicBezTo>
                  <a:pt x="95499" y="107859"/>
                  <a:pt x="91942" y="111415"/>
                  <a:pt x="87540" y="111415"/>
                </a:cubicBezTo>
                <a:lnTo>
                  <a:pt x="23875" y="111415"/>
                </a:lnTo>
                <a:cubicBezTo>
                  <a:pt x="19473" y="111415"/>
                  <a:pt x="15916" y="107859"/>
                  <a:pt x="15916" y="103457"/>
                </a:cubicBezTo>
                <a:lnTo>
                  <a:pt x="15916" y="39791"/>
                </a:lnTo>
                <a:cubicBezTo>
                  <a:pt x="15916" y="35389"/>
                  <a:pt x="19473" y="31833"/>
                  <a:pt x="23875" y="31833"/>
                </a:cubicBezTo>
                <a:lnTo>
                  <a:pt x="47749" y="31833"/>
                </a:lnTo>
                <a:cubicBezTo>
                  <a:pt x="52151" y="31833"/>
                  <a:pt x="55708" y="28277"/>
                  <a:pt x="55708" y="23875"/>
                </a:cubicBezTo>
                <a:cubicBezTo>
                  <a:pt x="55708" y="19473"/>
                  <a:pt x="52151" y="15916"/>
                  <a:pt x="47749" y="15916"/>
                </a:cubicBezTo>
                <a:lnTo>
                  <a:pt x="23875" y="15916"/>
                </a:ln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7041785" y="1551854"/>
            <a:ext cx="4766977" cy="1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Fungsi Handle Change</a:t>
            </a:r>
            <a:endParaRPr b="0" i="0" sz="1600" u="none" cap="none" strike="noStrike"/>
          </a:p>
        </p:txBody>
      </p:sp>
      <p:sp>
        <p:nvSpPr>
          <p:cNvPr id="241" name="Google Shape;241;p6"/>
          <p:cNvSpPr/>
          <p:nvPr/>
        </p:nvSpPr>
        <p:spPr>
          <a:xfrm>
            <a:off x="6882621" y="1838350"/>
            <a:ext cx="4862475" cy="1185775"/>
          </a:xfrm>
          <a:custGeom>
            <a:rect b="b" l="l" r="r" t="t"/>
            <a:pathLst>
              <a:path extrusionOk="0" h="1185775" w="4862475">
                <a:moveTo>
                  <a:pt x="63664" y="0"/>
                </a:moveTo>
                <a:lnTo>
                  <a:pt x="4798811" y="0"/>
                </a:lnTo>
                <a:cubicBezTo>
                  <a:pt x="4833972" y="0"/>
                  <a:pt x="4862475" y="28503"/>
                  <a:pt x="4862475" y="63664"/>
                </a:cubicBezTo>
                <a:lnTo>
                  <a:pt x="4862475" y="1122111"/>
                </a:lnTo>
                <a:cubicBezTo>
                  <a:pt x="4862475" y="1157272"/>
                  <a:pt x="4833972" y="1185775"/>
                  <a:pt x="4798811" y="1185775"/>
                </a:cubicBezTo>
                <a:lnTo>
                  <a:pt x="63664" y="1185775"/>
                </a:lnTo>
                <a:cubicBezTo>
                  <a:pt x="28503" y="1185775"/>
                  <a:pt x="0" y="1157272"/>
                  <a:pt x="0" y="1122111"/>
                </a:cubicBezTo>
                <a:lnTo>
                  <a:pt x="0" y="63664"/>
                </a:lnTo>
                <a:cubicBezTo>
                  <a:pt x="0" y="28503"/>
                  <a:pt x="28503" y="0"/>
                  <a:pt x="63664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6882621" y="1838350"/>
            <a:ext cx="4914204" cy="11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325" lIns="127325" spcFirstLastPara="1" rIns="127325" wrap="square" tIns="1273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handleChange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= (e) =&gt;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setInputData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...inputData,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[e.target.name]: e.target.value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600" u="none" cap="none" strike="noStrike"/>
          </a:p>
        </p:txBody>
      </p:sp>
      <p:sp>
        <p:nvSpPr>
          <p:cNvPr id="243" name="Google Shape;243;p6"/>
          <p:cNvSpPr/>
          <p:nvPr/>
        </p:nvSpPr>
        <p:spPr>
          <a:xfrm>
            <a:off x="6886600" y="3123603"/>
            <a:ext cx="4854517" cy="326287"/>
          </a:xfrm>
          <a:custGeom>
            <a:rect b="b" l="l" r="r" t="t"/>
            <a:pathLst>
              <a:path extrusionOk="0" h="326287" w="4854517">
                <a:moveTo>
                  <a:pt x="63665" y="0"/>
                </a:moveTo>
                <a:lnTo>
                  <a:pt x="4790852" y="0"/>
                </a:lnTo>
                <a:cubicBezTo>
                  <a:pt x="4826013" y="0"/>
                  <a:pt x="4854517" y="28504"/>
                  <a:pt x="4854517" y="63665"/>
                </a:cubicBezTo>
                <a:lnTo>
                  <a:pt x="4854517" y="262622"/>
                </a:lnTo>
                <a:cubicBezTo>
                  <a:pt x="4854517" y="297783"/>
                  <a:pt x="4826013" y="326287"/>
                  <a:pt x="4790852" y="326287"/>
                </a:cubicBezTo>
                <a:lnTo>
                  <a:pt x="63665" y="326287"/>
                </a:lnTo>
                <a:cubicBezTo>
                  <a:pt x="28504" y="326287"/>
                  <a:pt x="0" y="297783"/>
                  <a:pt x="0" y="262622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764BA2">
              <a:alpha val="10196"/>
            </a:srgbClr>
          </a:solidFill>
          <a:ln cap="flat" cmpd="sng" w="12700">
            <a:solidFill>
              <a:srgbClr val="764BA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998015" y="3238997"/>
            <a:ext cx="95499" cy="95499"/>
          </a:xfrm>
          <a:custGeom>
            <a:rect b="b" l="l" r="r" t="t"/>
            <a:pathLst>
              <a:path extrusionOk="0" h="95499" w="95499">
                <a:moveTo>
                  <a:pt x="47749" y="95499"/>
                </a:moveTo>
                <a:cubicBezTo>
                  <a:pt x="74103" y="95499"/>
                  <a:pt x="95499" y="74103"/>
                  <a:pt x="95499" y="47749"/>
                </a:cubicBezTo>
                <a:cubicBezTo>
                  <a:pt x="95499" y="21396"/>
                  <a:pt x="74103" y="0"/>
                  <a:pt x="47749" y="0"/>
                </a:cubicBezTo>
                <a:cubicBezTo>
                  <a:pt x="21396" y="0"/>
                  <a:pt x="0" y="21396"/>
                  <a:pt x="0" y="47749"/>
                </a:cubicBezTo>
                <a:cubicBezTo>
                  <a:pt x="0" y="74103"/>
                  <a:pt x="21396" y="95499"/>
                  <a:pt x="47749" y="95499"/>
                </a:cubicBezTo>
                <a:close/>
                <a:moveTo>
                  <a:pt x="41781" y="29843"/>
                </a:moveTo>
                <a:cubicBezTo>
                  <a:pt x="41781" y="26549"/>
                  <a:pt x="44455" y="23875"/>
                  <a:pt x="47749" y="23875"/>
                </a:cubicBezTo>
                <a:cubicBezTo>
                  <a:pt x="51044" y="23875"/>
                  <a:pt x="53718" y="26549"/>
                  <a:pt x="53718" y="29843"/>
                </a:cubicBezTo>
                <a:cubicBezTo>
                  <a:pt x="53718" y="33138"/>
                  <a:pt x="51044" y="35812"/>
                  <a:pt x="47749" y="35812"/>
                </a:cubicBezTo>
                <a:cubicBezTo>
                  <a:pt x="44455" y="35812"/>
                  <a:pt x="41781" y="33138"/>
                  <a:pt x="41781" y="29843"/>
                </a:cubicBezTo>
                <a:close/>
                <a:moveTo>
                  <a:pt x="40289" y="41781"/>
                </a:moveTo>
                <a:lnTo>
                  <a:pt x="49242" y="41781"/>
                </a:lnTo>
                <a:cubicBezTo>
                  <a:pt x="51722" y="41781"/>
                  <a:pt x="53718" y="43776"/>
                  <a:pt x="53718" y="46257"/>
                </a:cubicBezTo>
                <a:lnTo>
                  <a:pt x="53718" y="62671"/>
                </a:lnTo>
                <a:lnTo>
                  <a:pt x="55210" y="62671"/>
                </a:lnTo>
                <a:cubicBezTo>
                  <a:pt x="57691" y="62671"/>
                  <a:pt x="59687" y="64667"/>
                  <a:pt x="59687" y="67148"/>
                </a:cubicBezTo>
                <a:cubicBezTo>
                  <a:pt x="59687" y="69628"/>
                  <a:pt x="57691" y="71624"/>
                  <a:pt x="55210" y="71624"/>
                </a:cubicBezTo>
                <a:lnTo>
                  <a:pt x="40289" y="71624"/>
                </a:lnTo>
                <a:cubicBezTo>
                  <a:pt x="37808" y="71624"/>
                  <a:pt x="35812" y="69628"/>
                  <a:pt x="35812" y="67148"/>
                </a:cubicBezTo>
                <a:cubicBezTo>
                  <a:pt x="35812" y="64667"/>
                  <a:pt x="37808" y="62671"/>
                  <a:pt x="40289" y="62671"/>
                </a:cubicBezTo>
                <a:lnTo>
                  <a:pt x="44765" y="62671"/>
                </a:lnTo>
                <a:lnTo>
                  <a:pt x="44765" y="50734"/>
                </a:lnTo>
                <a:lnTo>
                  <a:pt x="40289" y="50734"/>
                </a:lnTo>
                <a:cubicBezTo>
                  <a:pt x="37808" y="50734"/>
                  <a:pt x="35812" y="48738"/>
                  <a:pt x="35812" y="46257"/>
                </a:cubicBezTo>
                <a:cubicBezTo>
                  <a:pt x="35812" y="43776"/>
                  <a:pt x="37808" y="41781"/>
                  <a:pt x="40289" y="41781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7105451" y="3223081"/>
            <a:ext cx="4583937" cy="127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2" u="none" cap="none" strike="noStrike">
                <a:solidFill>
                  <a:srgbClr val="764BA2"/>
                </a:solidFill>
                <a:latin typeface="Arial"/>
                <a:ea typeface="Arial"/>
                <a:cs typeface="Arial"/>
                <a:sym typeface="Arial"/>
              </a:rPr>
              <a:t>Spread operator: copy data lama, ubah yang satu</a:t>
            </a:r>
            <a:endParaRPr b="0" i="0" sz="1600" u="none" cap="none" strike="noStrike"/>
          </a:p>
        </p:txBody>
      </p:sp>
      <p:sp>
        <p:nvSpPr>
          <p:cNvPr id="246" name="Google Shape;246;p6"/>
          <p:cNvSpPr/>
          <p:nvPr/>
        </p:nvSpPr>
        <p:spPr>
          <a:xfrm>
            <a:off x="6751310" y="3784136"/>
            <a:ext cx="5125097" cy="2260136"/>
          </a:xfrm>
          <a:custGeom>
            <a:rect b="b" l="l" r="r" t="t"/>
            <a:pathLst>
              <a:path extrusionOk="0" h="2260136" w="5125097">
                <a:moveTo>
                  <a:pt x="127336" y="0"/>
                </a:moveTo>
                <a:lnTo>
                  <a:pt x="4997761" y="0"/>
                </a:lnTo>
                <a:cubicBezTo>
                  <a:pt x="5068086" y="0"/>
                  <a:pt x="5125097" y="57010"/>
                  <a:pt x="5125097" y="127336"/>
                </a:cubicBezTo>
                <a:lnTo>
                  <a:pt x="5125097" y="2132800"/>
                </a:lnTo>
                <a:cubicBezTo>
                  <a:pt x="5125097" y="2203125"/>
                  <a:pt x="5068086" y="2260136"/>
                  <a:pt x="4997761" y="2260136"/>
                </a:cubicBezTo>
                <a:lnTo>
                  <a:pt x="127336" y="2260136"/>
                </a:lnTo>
                <a:cubicBezTo>
                  <a:pt x="57010" y="2260136"/>
                  <a:pt x="0" y="2203125"/>
                  <a:pt x="0" y="2132800"/>
                </a:cubicBezTo>
                <a:lnTo>
                  <a:pt x="0" y="127336"/>
                </a:lnTo>
                <a:cubicBezTo>
                  <a:pt x="0" y="57057"/>
                  <a:pt x="57057" y="0"/>
                  <a:pt x="127336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6890579" y="3947279"/>
            <a:ext cx="143248" cy="127332"/>
          </a:xfrm>
          <a:custGeom>
            <a:rect b="b" l="l" r="r" t="t"/>
            <a:pathLst>
              <a:path extrusionOk="0" h="127332" w="143248">
                <a:moveTo>
                  <a:pt x="71624" y="7958"/>
                </a:moveTo>
                <a:cubicBezTo>
                  <a:pt x="51530" y="7958"/>
                  <a:pt x="35439" y="17110"/>
                  <a:pt x="23725" y="28003"/>
                </a:cubicBezTo>
                <a:cubicBezTo>
                  <a:pt x="12087" y="38821"/>
                  <a:pt x="4302" y="51728"/>
                  <a:pt x="597" y="60607"/>
                </a:cubicBezTo>
                <a:cubicBezTo>
                  <a:pt x="-224" y="62572"/>
                  <a:pt x="-224" y="64760"/>
                  <a:pt x="597" y="66725"/>
                </a:cubicBezTo>
                <a:cubicBezTo>
                  <a:pt x="4302" y="75603"/>
                  <a:pt x="12087" y="88535"/>
                  <a:pt x="23725" y="99329"/>
                </a:cubicBezTo>
                <a:cubicBezTo>
                  <a:pt x="35439" y="110197"/>
                  <a:pt x="51530" y="119373"/>
                  <a:pt x="71624" y="119373"/>
                </a:cubicBezTo>
                <a:cubicBezTo>
                  <a:pt x="91719" y="119373"/>
                  <a:pt x="107809" y="110221"/>
                  <a:pt x="119523" y="99329"/>
                </a:cubicBezTo>
                <a:cubicBezTo>
                  <a:pt x="131161" y="88510"/>
                  <a:pt x="138946" y="75603"/>
                  <a:pt x="142651" y="66725"/>
                </a:cubicBezTo>
                <a:cubicBezTo>
                  <a:pt x="143472" y="64760"/>
                  <a:pt x="143472" y="62572"/>
                  <a:pt x="142651" y="60607"/>
                </a:cubicBezTo>
                <a:cubicBezTo>
                  <a:pt x="138946" y="51728"/>
                  <a:pt x="131161" y="38796"/>
                  <a:pt x="119523" y="28003"/>
                </a:cubicBezTo>
                <a:cubicBezTo>
                  <a:pt x="107809" y="17135"/>
                  <a:pt x="91719" y="7958"/>
                  <a:pt x="71624" y="7958"/>
                </a:cubicBezTo>
                <a:close/>
                <a:moveTo>
                  <a:pt x="35812" y="63666"/>
                </a:moveTo>
                <a:cubicBezTo>
                  <a:pt x="35812" y="43901"/>
                  <a:pt x="51859" y="27854"/>
                  <a:pt x="71624" y="27854"/>
                </a:cubicBezTo>
                <a:cubicBezTo>
                  <a:pt x="91389" y="27854"/>
                  <a:pt x="107436" y="43901"/>
                  <a:pt x="107436" y="63666"/>
                </a:cubicBezTo>
                <a:cubicBezTo>
                  <a:pt x="107436" y="83431"/>
                  <a:pt x="91389" y="99478"/>
                  <a:pt x="71624" y="99478"/>
                </a:cubicBezTo>
                <a:cubicBezTo>
                  <a:pt x="51859" y="99478"/>
                  <a:pt x="35812" y="83431"/>
                  <a:pt x="35812" y="63666"/>
                </a:cubicBezTo>
                <a:close/>
                <a:moveTo>
                  <a:pt x="71624" y="47749"/>
                </a:moveTo>
                <a:cubicBezTo>
                  <a:pt x="71624" y="56528"/>
                  <a:pt x="64486" y="63666"/>
                  <a:pt x="55708" y="63666"/>
                </a:cubicBezTo>
                <a:cubicBezTo>
                  <a:pt x="52848" y="63666"/>
                  <a:pt x="50162" y="62920"/>
                  <a:pt x="47824" y="61577"/>
                </a:cubicBezTo>
                <a:cubicBezTo>
                  <a:pt x="47575" y="64288"/>
                  <a:pt x="47799" y="67073"/>
                  <a:pt x="48545" y="69833"/>
                </a:cubicBezTo>
                <a:cubicBezTo>
                  <a:pt x="51952" y="82567"/>
                  <a:pt x="65058" y="90127"/>
                  <a:pt x="77792" y="86720"/>
                </a:cubicBezTo>
                <a:cubicBezTo>
                  <a:pt x="90525" y="83313"/>
                  <a:pt x="98085" y="70206"/>
                  <a:pt x="94678" y="57473"/>
                </a:cubicBezTo>
                <a:cubicBezTo>
                  <a:pt x="91644" y="46108"/>
                  <a:pt x="80875" y="38871"/>
                  <a:pt x="69535" y="39866"/>
                </a:cubicBezTo>
                <a:cubicBezTo>
                  <a:pt x="70853" y="42179"/>
                  <a:pt x="71624" y="44864"/>
                  <a:pt x="71624" y="47749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041785" y="3915446"/>
            <a:ext cx="4766977" cy="1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JSX Form (di return)</a:t>
            </a:r>
            <a:endParaRPr b="0" i="0" sz="1600" u="none" cap="none" strike="noStrike"/>
          </a:p>
        </p:txBody>
      </p:sp>
      <p:sp>
        <p:nvSpPr>
          <p:cNvPr id="249" name="Google Shape;249;p6"/>
          <p:cNvSpPr/>
          <p:nvPr/>
        </p:nvSpPr>
        <p:spPr>
          <a:xfrm>
            <a:off x="6882621" y="4201943"/>
            <a:ext cx="4862475" cy="1806517"/>
          </a:xfrm>
          <a:custGeom>
            <a:rect b="b" l="l" r="r" t="t"/>
            <a:pathLst>
              <a:path extrusionOk="0" h="1806517" w="4862475">
                <a:moveTo>
                  <a:pt x="63662" y="0"/>
                </a:moveTo>
                <a:lnTo>
                  <a:pt x="4798814" y="0"/>
                </a:lnTo>
                <a:cubicBezTo>
                  <a:pt x="4833973" y="0"/>
                  <a:pt x="4862475" y="28502"/>
                  <a:pt x="4862475" y="63662"/>
                </a:cubicBezTo>
                <a:lnTo>
                  <a:pt x="4862475" y="1742855"/>
                </a:lnTo>
                <a:cubicBezTo>
                  <a:pt x="4862475" y="1778015"/>
                  <a:pt x="4833973" y="1806517"/>
                  <a:pt x="4798814" y="1806517"/>
                </a:cubicBezTo>
                <a:lnTo>
                  <a:pt x="63662" y="1806517"/>
                </a:lnTo>
                <a:cubicBezTo>
                  <a:pt x="28502" y="1806517"/>
                  <a:pt x="0" y="1778015"/>
                  <a:pt x="0" y="1742855"/>
                </a:cubicBezTo>
                <a:lnTo>
                  <a:pt x="0" y="63662"/>
                </a:lnTo>
                <a:cubicBezTo>
                  <a:pt x="0" y="28526"/>
                  <a:pt x="28526" y="0"/>
                  <a:pt x="63662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6882621" y="4201943"/>
            <a:ext cx="4914204" cy="1806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325" lIns="127325" spcFirstLastPara="1" rIns="127325" wrap="square" tIns="1273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onSubmit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={handleSubmit}</a:t>
            </a:r>
            <a:r>
              <a:rPr b="0" i="0" lang="en-US" sz="814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"deskripsi"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={inputData.deskripsi}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={handleChange}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"Deskripsi"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{/* ... input jumlah &amp; select */}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14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"submit"</a:t>
            </a:r>
            <a:r>
              <a:rPr b="0" i="0" lang="en-US" sz="814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US" sz="814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Simpan</a:t>
            </a:r>
            <a:endParaRPr b="0" i="0" sz="1600" u="none" cap="none" strike="noStrike"/>
          </a:p>
        </p:txBody>
      </p:sp>
      <p:sp>
        <p:nvSpPr>
          <p:cNvPr id="251" name="Google Shape;251;p6"/>
          <p:cNvSpPr/>
          <p:nvPr/>
        </p:nvSpPr>
        <p:spPr>
          <a:xfrm>
            <a:off x="6751310" y="6147728"/>
            <a:ext cx="5125097" cy="708282"/>
          </a:xfrm>
          <a:custGeom>
            <a:rect b="b" l="l" r="r" t="t"/>
            <a:pathLst>
              <a:path extrusionOk="0" h="708282" w="5125097">
                <a:moveTo>
                  <a:pt x="95498" y="0"/>
                </a:moveTo>
                <a:lnTo>
                  <a:pt x="5029599" y="0"/>
                </a:lnTo>
                <a:cubicBezTo>
                  <a:pt x="5082341" y="0"/>
                  <a:pt x="5125097" y="42756"/>
                  <a:pt x="5125097" y="95498"/>
                </a:cubicBezTo>
                <a:lnTo>
                  <a:pt x="5125097" y="612784"/>
                </a:lnTo>
                <a:cubicBezTo>
                  <a:pt x="5125097" y="665526"/>
                  <a:pt x="5082341" y="708282"/>
                  <a:pt x="5029599" y="708282"/>
                </a:cubicBezTo>
                <a:lnTo>
                  <a:pt x="95498" y="708282"/>
                </a:lnTo>
                <a:cubicBezTo>
                  <a:pt x="42756" y="708282"/>
                  <a:pt x="0" y="665526"/>
                  <a:pt x="0" y="612784"/>
                </a:cubicBezTo>
                <a:lnTo>
                  <a:pt x="0" y="95498"/>
                </a:lnTo>
                <a:cubicBezTo>
                  <a:pt x="0" y="42791"/>
                  <a:pt x="42791" y="0"/>
                  <a:pt x="95498" y="0"/>
                </a:cubicBezTo>
                <a:close/>
              </a:path>
            </a:pathLst>
          </a:custGeom>
          <a:solidFill>
            <a:srgbClr val="48BB78">
              <a:alpha val="10196"/>
            </a:srgbClr>
          </a:solidFill>
          <a:ln cap="flat" cmpd="sng" w="12700">
            <a:solidFill>
              <a:srgbClr val="48BB7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6862725" y="6279039"/>
            <a:ext cx="95499" cy="95499"/>
          </a:xfrm>
          <a:custGeom>
            <a:rect b="b" l="l" r="r" t="t"/>
            <a:pathLst>
              <a:path extrusionOk="0" h="95499" w="95499">
                <a:moveTo>
                  <a:pt x="93745" y="51965"/>
                </a:moveTo>
                <a:cubicBezTo>
                  <a:pt x="96077" y="49633"/>
                  <a:pt x="96077" y="45847"/>
                  <a:pt x="93745" y="43515"/>
                </a:cubicBezTo>
                <a:lnTo>
                  <a:pt x="63902" y="13672"/>
                </a:lnTo>
                <a:cubicBezTo>
                  <a:pt x="61571" y="11340"/>
                  <a:pt x="57784" y="11340"/>
                  <a:pt x="55453" y="13672"/>
                </a:cubicBezTo>
                <a:cubicBezTo>
                  <a:pt x="53121" y="16003"/>
                  <a:pt x="53121" y="19790"/>
                  <a:pt x="55453" y="22121"/>
                </a:cubicBezTo>
                <a:lnTo>
                  <a:pt x="75112" y="41781"/>
                </a:lnTo>
                <a:lnTo>
                  <a:pt x="5969" y="41781"/>
                </a:lnTo>
                <a:cubicBezTo>
                  <a:pt x="2667" y="41781"/>
                  <a:pt x="0" y="44448"/>
                  <a:pt x="0" y="47749"/>
                </a:cubicBezTo>
                <a:cubicBezTo>
                  <a:pt x="0" y="51051"/>
                  <a:pt x="2667" y="53718"/>
                  <a:pt x="5969" y="53718"/>
                </a:cubicBezTo>
                <a:lnTo>
                  <a:pt x="75112" y="53718"/>
                </a:lnTo>
                <a:lnTo>
                  <a:pt x="55453" y="73377"/>
                </a:lnTo>
                <a:cubicBezTo>
                  <a:pt x="53121" y="75709"/>
                  <a:pt x="53121" y="79495"/>
                  <a:pt x="55453" y="81827"/>
                </a:cubicBezTo>
                <a:cubicBezTo>
                  <a:pt x="57784" y="84158"/>
                  <a:pt x="61571" y="84158"/>
                  <a:pt x="63902" y="81827"/>
                </a:cubicBezTo>
                <a:lnTo>
                  <a:pt x="93745" y="51983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033827" y="6247206"/>
            <a:ext cx="2013431" cy="127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b="0" i="0" lang="en-US" sz="752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 → Event saat diketik, update state</a:t>
            </a:r>
            <a:endParaRPr b="0" i="0" sz="1600" u="none" cap="none" strike="noStrike"/>
          </a:p>
        </p:txBody>
      </p:sp>
      <p:sp>
        <p:nvSpPr>
          <p:cNvPr id="254" name="Google Shape;254;p6"/>
          <p:cNvSpPr/>
          <p:nvPr/>
        </p:nvSpPr>
        <p:spPr>
          <a:xfrm>
            <a:off x="6862725" y="6470037"/>
            <a:ext cx="95499" cy="95499"/>
          </a:xfrm>
          <a:custGeom>
            <a:rect b="b" l="l" r="r" t="t"/>
            <a:pathLst>
              <a:path extrusionOk="0" h="95499" w="95499">
                <a:moveTo>
                  <a:pt x="93745" y="51965"/>
                </a:moveTo>
                <a:cubicBezTo>
                  <a:pt x="96077" y="49633"/>
                  <a:pt x="96077" y="45847"/>
                  <a:pt x="93745" y="43515"/>
                </a:cubicBezTo>
                <a:lnTo>
                  <a:pt x="63902" y="13672"/>
                </a:lnTo>
                <a:cubicBezTo>
                  <a:pt x="61571" y="11340"/>
                  <a:pt x="57784" y="11340"/>
                  <a:pt x="55453" y="13672"/>
                </a:cubicBezTo>
                <a:cubicBezTo>
                  <a:pt x="53121" y="16003"/>
                  <a:pt x="53121" y="19790"/>
                  <a:pt x="55453" y="22121"/>
                </a:cubicBezTo>
                <a:lnTo>
                  <a:pt x="75112" y="41781"/>
                </a:lnTo>
                <a:lnTo>
                  <a:pt x="5969" y="41781"/>
                </a:lnTo>
                <a:cubicBezTo>
                  <a:pt x="2667" y="41781"/>
                  <a:pt x="0" y="44448"/>
                  <a:pt x="0" y="47749"/>
                </a:cubicBezTo>
                <a:cubicBezTo>
                  <a:pt x="0" y="51051"/>
                  <a:pt x="2667" y="53718"/>
                  <a:pt x="5969" y="53718"/>
                </a:cubicBezTo>
                <a:lnTo>
                  <a:pt x="75112" y="53718"/>
                </a:lnTo>
                <a:lnTo>
                  <a:pt x="55453" y="73377"/>
                </a:lnTo>
                <a:cubicBezTo>
                  <a:pt x="53121" y="75709"/>
                  <a:pt x="53121" y="79495"/>
                  <a:pt x="55453" y="81827"/>
                </a:cubicBezTo>
                <a:cubicBezTo>
                  <a:pt x="57784" y="84158"/>
                  <a:pt x="61571" y="84158"/>
                  <a:pt x="63902" y="81827"/>
                </a:cubicBezTo>
                <a:lnTo>
                  <a:pt x="93745" y="51983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7033827" y="6438204"/>
            <a:ext cx="1535937" cy="127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value={...}</a:t>
            </a:r>
            <a:r>
              <a:rPr b="0" i="0" lang="en-US" sz="752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 → Input dikontrol React</a:t>
            </a:r>
            <a:endParaRPr b="0" i="0" sz="1600" u="none" cap="none" strike="noStrike"/>
          </a:p>
        </p:txBody>
      </p:sp>
      <p:sp>
        <p:nvSpPr>
          <p:cNvPr id="256" name="Google Shape;256;p6"/>
          <p:cNvSpPr/>
          <p:nvPr/>
        </p:nvSpPr>
        <p:spPr>
          <a:xfrm>
            <a:off x="6862725" y="6661034"/>
            <a:ext cx="95499" cy="95499"/>
          </a:xfrm>
          <a:custGeom>
            <a:rect b="b" l="l" r="r" t="t"/>
            <a:pathLst>
              <a:path extrusionOk="0" h="95499" w="95499">
                <a:moveTo>
                  <a:pt x="93745" y="51965"/>
                </a:moveTo>
                <a:cubicBezTo>
                  <a:pt x="96077" y="49633"/>
                  <a:pt x="96077" y="45847"/>
                  <a:pt x="93745" y="43515"/>
                </a:cubicBezTo>
                <a:lnTo>
                  <a:pt x="63902" y="13672"/>
                </a:lnTo>
                <a:cubicBezTo>
                  <a:pt x="61571" y="11340"/>
                  <a:pt x="57784" y="11340"/>
                  <a:pt x="55453" y="13672"/>
                </a:cubicBezTo>
                <a:cubicBezTo>
                  <a:pt x="53121" y="16003"/>
                  <a:pt x="53121" y="19790"/>
                  <a:pt x="55453" y="22121"/>
                </a:cubicBezTo>
                <a:lnTo>
                  <a:pt x="75112" y="41781"/>
                </a:lnTo>
                <a:lnTo>
                  <a:pt x="5969" y="41781"/>
                </a:lnTo>
                <a:cubicBezTo>
                  <a:pt x="2667" y="41781"/>
                  <a:pt x="0" y="44448"/>
                  <a:pt x="0" y="47749"/>
                </a:cubicBezTo>
                <a:cubicBezTo>
                  <a:pt x="0" y="51051"/>
                  <a:pt x="2667" y="53718"/>
                  <a:pt x="5969" y="53718"/>
                </a:cubicBezTo>
                <a:lnTo>
                  <a:pt x="75112" y="53718"/>
                </a:lnTo>
                <a:lnTo>
                  <a:pt x="55453" y="73377"/>
                </a:lnTo>
                <a:cubicBezTo>
                  <a:pt x="53121" y="75709"/>
                  <a:pt x="53121" y="79495"/>
                  <a:pt x="55453" y="81827"/>
                </a:cubicBezTo>
                <a:cubicBezTo>
                  <a:pt x="57784" y="84158"/>
                  <a:pt x="61571" y="84158"/>
                  <a:pt x="63902" y="81827"/>
                </a:cubicBezTo>
                <a:lnTo>
                  <a:pt x="93745" y="51983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7033827" y="6629201"/>
            <a:ext cx="1695102" cy="127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...inputData</a:t>
            </a:r>
            <a:r>
              <a:rPr b="0" i="0" lang="en-US" sz="752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 → Copy semua data lama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/>
          <p:nvPr/>
        </p:nvSpPr>
        <p:spPr>
          <a:xfrm>
            <a:off x="321469" y="321469"/>
            <a:ext cx="746125" cy="261937"/>
          </a:xfrm>
          <a:custGeom>
            <a:rect b="b" l="l" r="r" t="t"/>
            <a:pathLst>
              <a:path extrusionOk="0" h="261937" w="746125">
                <a:moveTo>
                  <a:pt x="63499" y="0"/>
                </a:moveTo>
                <a:lnTo>
                  <a:pt x="682626" y="0"/>
                </a:lnTo>
                <a:cubicBezTo>
                  <a:pt x="717696" y="0"/>
                  <a:pt x="746125" y="28429"/>
                  <a:pt x="746125" y="63499"/>
                </a:cubicBezTo>
                <a:lnTo>
                  <a:pt x="746125" y="198439"/>
                </a:lnTo>
                <a:cubicBezTo>
                  <a:pt x="746125" y="233508"/>
                  <a:pt x="717696" y="261937"/>
                  <a:pt x="682626" y="261937"/>
                </a:cubicBezTo>
                <a:lnTo>
                  <a:pt x="63499" y="261937"/>
                </a:lnTo>
                <a:cubicBezTo>
                  <a:pt x="28429" y="261937"/>
                  <a:pt x="0" y="233508"/>
                  <a:pt x="0" y="19843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cap="flat" cmpd="sng" w="12700">
            <a:solidFill>
              <a:srgbClr val="F6AD5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20688" y="384969"/>
            <a:ext cx="603560" cy="146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6AD55"/>
                </a:solidFill>
                <a:latin typeface="Arial"/>
                <a:ea typeface="Arial"/>
                <a:cs typeface="Arial"/>
                <a:sym typeface="Arial"/>
              </a:rPr>
              <a:t>TAMPILAN</a:t>
            </a:r>
            <a:endParaRPr b="0" i="0" sz="1600" u="none" cap="none" strike="noStrike"/>
          </a:p>
        </p:txBody>
      </p:sp>
      <p:sp>
        <p:nvSpPr>
          <p:cNvPr id="265" name="Google Shape;265;p7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 List - Menampilkan Data</a:t>
            </a:r>
            <a:endParaRPr b="0" i="0" sz="1600" u="none" cap="none" strike="noStrike"/>
          </a:p>
        </p:txBody>
      </p:sp>
      <p:sp>
        <p:nvSpPr>
          <p:cNvPr id="266" name="Google Shape;266;p7"/>
          <p:cNvSpPr/>
          <p:nvPr/>
        </p:nvSpPr>
        <p:spPr>
          <a:xfrm>
            <a:off x="317500" y="1063625"/>
            <a:ext cx="1162843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Render daftar transaksi dengan styling profesional</a:t>
            </a:r>
            <a:endParaRPr b="0" i="0" sz="1600" u="none" cap="none" strike="noStrike"/>
          </a:p>
        </p:txBody>
      </p:sp>
      <p:sp>
        <p:nvSpPr>
          <p:cNvPr id="267" name="Google Shape;267;p7"/>
          <p:cNvSpPr/>
          <p:nvPr/>
        </p:nvSpPr>
        <p:spPr>
          <a:xfrm>
            <a:off x="321469" y="1416844"/>
            <a:ext cx="5691188" cy="4587875"/>
          </a:xfrm>
          <a:custGeom>
            <a:rect b="b" l="l" r="r" t="t"/>
            <a:pathLst>
              <a:path extrusionOk="0" h="4587875" w="5691188">
                <a:moveTo>
                  <a:pt x="126992" y="0"/>
                </a:moveTo>
                <a:lnTo>
                  <a:pt x="5564195" y="0"/>
                </a:lnTo>
                <a:cubicBezTo>
                  <a:pt x="5634331" y="0"/>
                  <a:pt x="5691188" y="56856"/>
                  <a:pt x="5691188" y="126992"/>
                </a:cubicBezTo>
                <a:lnTo>
                  <a:pt x="5691188" y="4460883"/>
                </a:lnTo>
                <a:cubicBezTo>
                  <a:pt x="5691187" y="4531019"/>
                  <a:pt x="5634331" y="4587875"/>
                  <a:pt x="5564195" y="4587875"/>
                </a:cubicBezTo>
                <a:lnTo>
                  <a:pt x="126992" y="4587875"/>
                </a:lnTo>
                <a:cubicBezTo>
                  <a:pt x="56856" y="4587875"/>
                  <a:pt x="0" y="4531019"/>
                  <a:pt x="0" y="4460883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68313" y="1579563"/>
            <a:ext cx="127000" cy="127000"/>
          </a:xfrm>
          <a:custGeom>
            <a:rect b="b" l="l" r="r" t="t"/>
            <a:pathLst>
              <a:path extrusionOk="0" h="127000" w="127000">
                <a:moveTo>
                  <a:pt x="9922" y="11906"/>
                </a:moveTo>
                <a:cubicBezTo>
                  <a:pt x="6623" y="11906"/>
                  <a:pt x="3969" y="14560"/>
                  <a:pt x="3969" y="17859"/>
                </a:cubicBezTo>
                <a:lnTo>
                  <a:pt x="3969" y="29766"/>
                </a:lnTo>
                <a:cubicBezTo>
                  <a:pt x="3969" y="33065"/>
                  <a:pt x="6623" y="35719"/>
                  <a:pt x="9922" y="35719"/>
                </a:cubicBezTo>
                <a:lnTo>
                  <a:pt x="21828" y="35719"/>
                </a:lnTo>
                <a:cubicBezTo>
                  <a:pt x="25127" y="35719"/>
                  <a:pt x="27781" y="33065"/>
                  <a:pt x="27781" y="29766"/>
                </a:cubicBezTo>
                <a:lnTo>
                  <a:pt x="27781" y="17859"/>
                </a:lnTo>
                <a:cubicBezTo>
                  <a:pt x="27781" y="14560"/>
                  <a:pt x="25127" y="11906"/>
                  <a:pt x="21828" y="11906"/>
                </a:cubicBezTo>
                <a:lnTo>
                  <a:pt x="9922" y="11906"/>
                </a:lnTo>
                <a:close/>
                <a:moveTo>
                  <a:pt x="47625" y="15875"/>
                </a:moveTo>
                <a:cubicBezTo>
                  <a:pt x="43235" y="15875"/>
                  <a:pt x="39688" y="19422"/>
                  <a:pt x="39688" y="23812"/>
                </a:cubicBezTo>
                <a:cubicBezTo>
                  <a:pt x="39688" y="28203"/>
                  <a:pt x="43235" y="31750"/>
                  <a:pt x="47625" y="31750"/>
                </a:cubicBezTo>
                <a:lnTo>
                  <a:pt x="119063" y="31750"/>
                </a:lnTo>
                <a:cubicBezTo>
                  <a:pt x="123453" y="31750"/>
                  <a:pt x="127000" y="28203"/>
                  <a:pt x="127000" y="23812"/>
                </a:cubicBezTo>
                <a:cubicBezTo>
                  <a:pt x="127000" y="19422"/>
                  <a:pt x="123453" y="15875"/>
                  <a:pt x="119063" y="15875"/>
                </a:cubicBezTo>
                <a:lnTo>
                  <a:pt x="47625" y="15875"/>
                </a:lnTo>
                <a:close/>
                <a:moveTo>
                  <a:pt x="47625" y="55563"/>
                </a:moveTo>
                <a:cubicBezTo>
                  <a:pt x="43235" y="55563"/>
                  <a:pt x="39688" y="59110"/>
                  <a:pt x="39688" y="63500"/>
                </a:cubicBezTo>
                <a:cubicBezTo>
                  <a:pt x="39688" y="67890"/>
                  <a:pt x="43235" y="71438"/>
                  <a:pt x="47625" y="71438"/>
                </a:cubicBezTo>
                <a:lnTo>
                  <a:pt x="119063" y="71438"/>
                </a:lnTo>
                <a:cubicBezTo>
                  <a:pt x="123453" y="71438"/>
                  <a:pt x="127000" y="67890"/>
                  <a:pt x="127000" y="63500"/>
                </a:cubicBezTo>
                <a:cubicBezTo>
                  <a:pt x="127000" y="59110"/>
                  <a:pt x="123453" y="55563"/>
                  <a:pt x="119063" y="55563"/>
                </a:cubicBezTo>
                <a:lnTo>
                  <a:pt x="47625" y="55563"/>
                </a:lnTo>
                <a:close/>
                <a:moveTo>
                  <a:pt x="47625" y="95250"/>
                </a:moveTo>
                <a:cubicBezTo>
                  <a:pt x="43235" y="95250"/>
                  <a:pt x="39688" y="98797"/>
                  <a:pt x="39688" y="103188"/>
                </a:cubicBezTo>
                <a:cubicBezTo>
                  <a:pt x="39688" y="107578"/>
                  <a:pt x="43235" y="111125"/>
                  <a:pt x="47625" y="111125"/>
                </a:cubicBez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ubicBezTo>
                  <a:pt x="127000" y="98797"/>
                  <a:pt x="123453" y="95250"/>
                  <a:pt x="119063" y="95250"/>
                </a:cubicBezTo>
                <a:lnTo>
                  <a:pt x="47625" y="95250"/>
                </a:lnTo>
                <a:close/>
                <a:moveTo>
                  <a:pt x="3969" y="57547"/>
                </a:moveTo>
                <a:lnTo>
                  <a:pt x="3969" y="69453"/>
                </a:lnTo>
                <a:cubicBezTo>
                  <a:pt x="3969" y="72752"/>
                  <a:pt x="6623" y="75406"/>
                  <a:pt x="9922" y="75406"/>
                </a:cubicBezTo>
                <a:lnTo>
                  <a:pt x="21828" y="75406"/>
                </a:lnTo>
                <a:cubicBezTo>
                  <a:pt x="25127" y="75406"/>
                  <a:pt x="27781" y="72752"/>
                  <a:pt x="27781" y="69453"/>
                </a:cubicBezTo>
                <a:lnTo>
                  <a:pt x="27781" y="57547"/>
                </a:lnTo>
                <a:cubicBezTo>
                  <a:pt x="27781" y="54248"/>
                  <a:pt x="25127" y="51594"/>
                  <a:pt x="21828" y="51594"/>
                </a:cubicBezTo>
                <a:lnTo>
                  <a:pt x="9922" y="51594"/>
                </a:lnTo>
                <a:cubicBezTo>
                  <a:pt x="6623" y="51594"/>
                  <a:pt x="3969" y="54248"/>
                  <a:pt x="3969" y="57547"/>
                </a:cubicBezTo>
                <a:close/>
                <a:moveTo>
                  <a:pt x="9922" y="91281"/>
                </a:moveTo>
                <a:cubicBezTo>
                  <a:pt x="6623" y="91281"/>
                  <a:pt x="3969" y="93935"/>
                  <a:pt x="3969" y="97234"/>
                </a:cubicBezTo>
                <a:lnTo>
                  <a:pt x="3969" y="109141"/>
                </a:lnTo>
                <a:cubicBezTo>
                  <a:pt x="3969" y="112440"/>
                  <a:pt x="6623" y="115094"/>
                  <a:pt x="9922" y="115094"/>
                </a:cubicBezTo>
                <a:lnTo>
                  <a:pt x="21828" y="115094"/>
                </a:lnTo>
                <a:cubicBezTo>
                  <a:pt x="25127" y="115094"/>
                  <a:pt x="27781" y="112440"/>
                  <a:pt x="27781" y="109141"/>
                </a:cubicBezTo>
                <a:lnTo>
                  <a:pt x="27781" y="97234"/>
                </a:lnTo>
                <a:cubicBezTo>
                  <a:pt x="27781" y="93935"/>
                  <a:pt x="25127" y="91281"/>
                  <a:pt x="21828" y="91281"/>
                </a:cubicBezTo>
                <a:lnTo>
                  <a:pt x="9922" y="91281"/>
                </a:ln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611188" y="1547813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JSX List (di return)</a:t>
            </a:r>
            <a:endParaRPr b="0" i="0" sz="1600" u="none" cap="none" strike="noStrike"/>
          </a:p>
        </p:txBody>
      </p:sp>
      <p:sp>
        <p:nvSpPr>
          <p:cNvPr id="270" name="Google Shape;270;p7"/>
          <p:cNvSpPr/>
          <p:nvPr/>
        </p:nvSpPr>
        <p:spPr>
          <a:xfrm>
            <a:off x="452438" y="1833563"/>
            <a:ext cx="5429250" cy="2730500"/>
          </a:xfrm>
          <a:custGeom>
            <a:rect b="b" l="l" r="r" t="t"/>
            <a:pathLst>
              <a:path extrusionOk="0" h="2730500" w="5429250">
                <a:moveTo>
                  <a:pt x="63511" y="0"/>
                </a:moveTo>
                <a:lnTo>
                  <a:pt x="5365739" y="0"/>
                </a:lnTo>
                <a:cubicBezTo>
                  <a:pt x="5400815" y="0"/>
                  <a:pt x="5429250" y="28435"/>
                  <a:pt x="5429250" y="63511"/>
                </a:cubicBezTo>
                <a:lnTo>
                  <a:pt x="5429250" y="2666989"/>
                </a:lnTo>
                <a:cubicBezTo>
                  <a:pt x="5429250" y="2702065"/>
                  <a:pt x="5400815" y="2730500"/>
                  <a:pt x="5365739" y="2730500"/>
                </a:cubicBezTo>
                <a:lnTo>
                  <a:pt x="63511" y="2730500"/>
                </a:lnTo>
                <a:cubicBezTo>
                  <a:pt x="28435" y="2730500"/>
                  <a:pt x="0" y="2702065"/>
                  <a:pt x="0" y="2666989"/>
                </a:cubicBezTo>
                <a:lnTo>
                  <a:pt x="0" y="63511"/>
                </a:lnTo>
                <a:cubicBezTo>
                  <a:pt x="0" y="28435"/>
                  <a:pt x="28435" y="0"/>
                  <a:pt x="63511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52438" y="1833563"/>
            <a:ext cx="5480844" cy="27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className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13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"card"</a:t>
            </a:r>
            <a:r>
              <a:rPr b="0" i="0" lang="en-US" sz="813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Riwayat Transaksi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{transaksiList.length === 0 ? (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Belum ada transaksi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) : (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transaksiList.map((item) =&gt; (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={item.id}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className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={`item ${item.tipe}`}</a:t>
            </a:r>
            <a:r>
              <a:rPr b="0" i="0" lang="en-US" sz="813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{item.deskripsi}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Rp {Math.abs(item.nominal).toLocaleString("id-ID")}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)}</a:t>
            </a:r>
            <a:endParaRPr b="0" i="0" sz="1600" u="none" cap="none" strike="noStrike"/>
          </a:p>
        </p:txBody>
      </p:sp>
      <p:sp>
        <p:nvSpPr>
          <p:cNvPr id="272" name="Google Shape;272;p7"/>
          <p:cNvSpPr/>
          <p:nvPr/>
        </p:nvSpPr>
        <p:spPr>
          <a:xfrm>
            <a:off x="321469" y="6103938"/>
            <a:ext cx="5691188" cy="325438"/>
          </a:xfrm>
          <a:custGeom>
            <a:rect b="b" l="l" r="r" t="t"/>
            <a:pathLst>
              <a:path extrusionOk="0" h="325438" w="5691188">
                <a:moveTo>
                  <a:pt x="95249" y="0"/>
                </a:moveTo>
                <a:lnTo>
                  <a:pt x="5595938" y="0"/>
                </a:lnTo>
                <a:cubicBezTo>
                  <a:pt x="5648543" y="0"/>
                  <a:pt x="5691188" y="42644"/>
                  <a:pt x="5691188" y="95249"/>
                </a:cubicBezTo>
                <a:lnTo>
                  <a:pt x="5691188" y="230188"/>
                </a:lnTo>
                <a:cubicBezTo>
                  <a:pt x="5691188" y="282793"/>
                  <a:pt x="5648543" y="325437"/>
                  <a:pt x="5595938" y="325438"/>
                </a:cubicBezTo>
                <a:lnTo>
                  <a:pt x="95249" y="325438"/>
                </a:lnTo>
                <a:cubicBezTo>
                  <a:pt x="42644" y="325438"/>
                  <a:pt x="0" y="282793"/>
                  <a:pt x="0" y="230188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432594" y="6219031"/>
            <a:ext cx="95250" cy="95250"/>
          </a:xfrm>
          <a:custGeom>
            <a:rect b="b" l="l" r="r" t="t"/>
            <a:pathLst>
              <a:path extrusionOk="0" h="95250" w="95250">
                <a:moveTo>
                  <a:pt x="62508" y="65484"/>
                </a:moveTo>
                <a:cubicBezTo>
                  <a:pt x="80590" y="65484"/>
                  <a:pt x="95250" y="50825"/>
                  <a:pt x="95250" y="32742"/>
                </a:cubicBezTo>
                <a:cubicBezTo>
                  <a:pt x="95250" y="14660"/>
                  <a:pt x="80590" y="0"/>
                  <a:pt x="62508" y="0"/>
                </a:cubicBezTo>
                <a:cubicBezTo>
                  <a:pt x="44425" y="0"/>
                  <a:pt x="29766" y="14660"/>
                  <a:pt x="29766" y="32742"/>
                </a:cubicBezTo>
                <a:cubicBezTo>
                  <a:pt x="29766" y="36221"/>
                  <a:pt x="30305" y="39588"/>
                  <a:pt x="31310" y="42732"/>
                </a:cubicBezTo>
                <a:lnTo>
                  <a:pt x="1302" y="72740"/>
                </a:lnTo>
                <a:cubicBezTo>
                  <a:pt x="465" y="73577"/>
                  <a:pt x="0" y="74712"/>
                  <a:pt x="0" y="75902"/>
                </a:cubicBezTo>
                <a:lnTo>
                  <a:pt x="0" y="90785"/>
                </a:lnTo>
                <a:cubicBezTo>
                  <a:pt x="0" y="93259"/>
                  <a:pt x="1991" y="95250"/>
                  <a:pt x="4465" y="95250"/>
                </a:cubicBezTo>
                <a:lnTo>
                  <a:pt x="19348" y="95250"/>
                </a:lnTo>
                <a:cubicBezTo>
                  <a:pt x="21822" y="95250"/>
                  <a:pt x="23812" y="93259"/>
                  <a:pt x="23812" y="90785"/>
                </a:cubicBezTo>
                <a:lnTo>
                  <a:pt x="23812" y="83344"/>
                </a:lnTo>
                <a:lnTo>
                  <a:pt x="31254" y="83344"/>
                </a:lnTo>
                <a:cubicBezTo>
                  <a:pt x="33728" y="83344"/>
                  <a:pt x="35719" y="81353"/>
                  <a:pt x="35719" y="78879"/>
                </a:cubicBezTo>
                <a:lnTo>
                  <a:pt x="35719" y="71438"/>
                </a:lnTo>
                <a:lnTo>
                  <a:pt x="43160" y="71438"/>
                </a:lnTo>
                <a:cubicBezTo>
                  <a:pt x="44351" y="71438"/>
                  <a:pt x="45486" y="70972"/>
                  <a:pt x="46323" y="70135"/>
                </a:cubicBezTo>
                <a:lnTo>
                  <a:pt x="52518" y="63940"/>
                </a:lnTo>
                <a:cubicBezTo>
                  <a:pt x="55662" y="64945"/>
                  <a:pt x="59029" y="65484"/>
                  <a:pt x="62508" y="65484"/>
                </a:cubicBezTo>
                <a:close/>
                <a:moveTo>
                  <a:pt x="69949" y="17859"/>
                </a:moveTo>
                <a:cubicBezTo>
                  <a:pt x="74056" y="17859"/>
                  <a:pt x="77391" y="21194"/>
                  <a:pt x="77391" y="25301"/>
                </a:cubicBezTo>
                <a:cubicBezTo>
                  <a:pt x="77391" y="29408"/>
                  <a:pt x="74056" y="32742"/>
                  <a:pt x="69949" y="32742"/>
                </a:cubicBezTo>
                <a:cubicBezTo>
                  <a:pt x="65842" y="32742"/>
                  <a:pt x="62508" y="29408"/>
                  <a:pt x="62508" y="25301"/>
                </a:cubicBezTo>
                <a:cubicBezTo>
                  <a:pt x="62508" y="21194"/>
                  <a:pt x="65842" y="17859"/>
                  <a:pt x="69949" y="17859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539750" y="6203156"/>
            <a:ext cx="54213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key={item.id} → Wajib untuk setiap item dalam list!</a:t>
            </a:r>
            <a:endParaRPr b="0" i="0" sz="1600" u="none" cap="none" strike="noStrike"/>
          </a:p>
        </p:txBody>
      </p:sp>
      <p:sp>
        <p:nvSpPr>
          <p:cNvPr id="275" name="Google Shape;275;p7"/>
          <p:cNvSpPr/>
          <p:nvPr/>
        </p:nvSpPr>
        <p:spPr>
          <a:xfrm>
            <a:off x="6179344" y="1416844"/>
            <a:ext cx="5691188" cy="4365625"/>
          </a:xfrm>
          <a:custGeom>
            <a:rect b="b" l="l" r="r" t="t"/>
            <a:pathLst>
              <a:path extrusionOk="0" h="4365625" w="5691188">
                <a:moveTo>
                  <a:pt x="126996" y="0"/>
                </a:moveTo>
                <a:lnTo>
                  <a:pt x="5564191" y="0"/>
                </a:lnTo>
                <a:cubicBezTo>
                  <a:pt x="5634329" y="0"/>
                  <a:pt x="5691188" y="56858"/>
                  <a:pt x="5691188" y="126996"/>
                </a:cubicBezTo>
                <a:lnTo>
                  <a:pt x="5691188" y="4238629"/>
                </a:lnTo>
                <a:cubicBezTo>
                  <a:pt x="5691188" y="4308767"/>
                  <a:pt x="5634329" y="4365625"/>
                  <a:pt x="5564191" y="4365625"/>
                </a:cubicBezTo>
                <a:lnTo>
                  <a:pt x="126996" y="4365625"/>
                </a:lnTo>
                <a:cubicBezTo>
                  <a:pt x="56858" y="4365625"/>
                  <a:pt x="0" y="4308767"/>
                  <a:pt x="0" y="4238629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6318250" y="1579563"/>
            <a:ext cx="142875" cy="127000"/>
          </a:xfrm>
          <a:custGeom>
            <a:rect b="b" l="l" r="r" t="t"/>
            <a:pathLst>
              <a:path extrusionOk="0" h="127000" w="142875">
                <a:moveTo>
                  <a:pt x="119187" y="2555"/>
                </a:moveTo>
                <a:lnTo>
                  <a:pt x="64269" y="39191"/>
                </a:lnTo>
                <a:cubicBezTo>
                  <a:pt x="57051" y="44004"/>
                  <a:pt x="52462" y="51817"/>
                  <a:pt x="51718" y="60350"/>
                </a:cubicBezTo>
                <a:cubicBezTo>
                  <a:pt x="67171" y="63525"/>
                  <a:pt x="79350" y="75704"/>
                  <a:pt x="82550" y="91182"/>
                </a:cubicBezTo>
                <a:cubicBezTo>
                  <a:pt x="91108" y="90438"/>
                  <a:pt x="98896" y="85849"/>
                  <a:pt x="103708" y="78631"/>
                </a:cubicBezTo>
                <a:lnTo>
                  <a:pt x="140320" y="23688"/>
                </a:lnTo>
                <a:cubicBezTo>
                  <a:pt x="141982" y="21183"/>
                  <a:pt x="142875" y="18256"/>
                  <a:pt x="142875" y="15230"/>
                </a:cubicBezTo>
                <a:cubicBezTo>
                  <a:pt x="142875" y="6821"/>
                  <a:pt x="136054" y="0"/>
                  <a:pt x="127645" y="0"/>
                </a:cubicBezTo>
                <a:cubicBezTo>
                  <a:pt x="124644" y="0"/>
                  <a:pt x="121692" y="893"/>
                  <a:pt x="119187" y="2555"/>
                </a:cubicBezTo>
                <a:close/>
                <a:moveTo>
                  <a:pt x="71438" y="99219"/>
                </a:moveTo>
                <a:cubicBezTo>
                  <a:pt x="71438" y="83865"/>
                  <a:pt x="59010" y="71438"/>
                  <a:pt x="43656" y="71438"/>
                </a:cubicBezTo>
                <a:cubicBezTo>
                  <a:pt x="28302" y="71438"/>
                  <a:pt x="15875" y="83865"/>
                  <a:pt x="15875" y="99219"/>
                </a:cubicBezTo>
                <a:cubicBezTo>
                  <a:pt x="15875" y="100186"/>
                  <a:pt x="15925" y="101154"/>
                  <a:pt x="16024" y="102096"/>
                </a:cubicBezTo>
                <a:cubicBezTo>
                  <a:pt x="16470" y="106437"/>
                  <a:pt x="13494" y="111125"/>
                  <a:pt x="9128" y="111125"/>
                </a:cubicBezTo>
                <a:lnTo>
                  <a:pt x="7938" y="111125"/>
                </a:lnTo>
                <a:cubicBezTo>
                  <a:pt x="3547" y="111125"/>
                  <a:pt x="0" y="114672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43656" y="127000"/>
                </a:lnTo>
                <a:cubicBezTo>
                  <a:pt x="59010" y="127000"/>
                  <a:pt x="71438" y="114573"/>
                  <a:pt x="71438" y="99219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6469063" y="1547813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 Styling (styles.css)</a:t>
            </a:r>
            <a:endParaRPr b="0" i="0" sz="1600" u="none" cap="none" strike="noStrike"/>
          </a:p>
        </p:txBody>
      </p:sp>
      <p:sp>
        <p:nvSpPr>
          <p:cNvPr id="278" name="Google Shape;278;p7"/>
          <p:cNvSpPr/>
          <p:nvPr/>
        </p:nvSpPr>
        <p:spPr>
          <a:xfrm>
            <a:off x="6310313" y="1833563"/>
            <a:ext cx="5429250" cy="3817938"/>
          </a:xfrm>
          <a:custGeom>
            <a:rect b="b" l="l" r="r" t="t"/>
            <a:pathLst>
              <a:path extrusionOk="0" h="3817938" w="5429250">
                <a:moveTo>
                  <a:pt x="63492" y="0"/>
                </a:moveTo>
                <a:lnTo>
                  <a:pt x="5365758" y="0"/>
                </a:lnTo>
                <a:cubicBezTo>
                  <a:pt x="5400824" y="0"/>
                  <a:pt x="5429250" y="28426"/>
                  <a:pt x="5429250" y="63492"/>
                </a:cubicBezTo>
                <a:lnTo>
                  <a:pt x="5429250" y="3754445"/>
                </a:lnTo>
                <a:cubicBezTo>
                  <a:pt x="5429250" y="3789511"/>
                  <a:pt x="5400824" y="3817938"/>
                  <a:pt x="5365758" y="3817938"/>
                </a:cubicBezTo>
                <a:lnTo>
                  <a:pt x="63492" y="3817938"/>
                </a:lnTo>
                <a:cubicBezTo>
                  <a:pt x="28426" y="3817938"/>
                  <a:pt x="0" y="3789511"/>
                  <a:pt x="0" y="3754445"/>
                </a:cubicBezTo>
                <a:lnTo>
                  <a:pt x="0" y="63492"/>
                </a:lnTo>
                <a:cubicBezTo>
                  <a:pt x="0" y="28426"/>
                  <a:pt x="28426" y="0"/>
                  <a:pt x="63492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6310313" y="1833563"/>
            <a:ext cx="5480844" cy="3817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.App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font-family: sans-serif;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max-width: 500px;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margin: 0 auto;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.saldo-box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background: </a:t>
            </a:r>
            <a:r>
              <a:rPr b="0" i="0" lang="en-US" sz="813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linear-gradient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(135deg, #667eea, #764ba2);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color: white;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padding: 20px;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border-radius: 10px;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text-align: center;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.card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background: white;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padding: 20px;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border-radius: 10px;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box-shadow: 0 2px 8px rgba(0,0,0,0.1);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.pemasukan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{ border-left-color: #48bb78; }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.pengeluaran</a:t>
            </a:r>
            <a:r>
              <a:rPr b="0" i="0" lang="en-US" sz="813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{ border-left-color: #f56565; }</a:t>
            </a:r>
            <a:endParaRPr b="0" i="0" sz="1600" u="none" cap="none" strike="noStrike"/>
          </a:p>
        </p:txBody>
      </p:sp>
      <p:sp>
        <p:nvSpPr>
          <p:cNvPr id="280" name="Google Shape;280;p7"/>
          <p:cNvSpPr/>
          <p:nvPr/>
        </p:nvSpPr>
        <p:spPr>
          <a:xfrm>
            <a:off x="6179344" y="5881688"/>
            <a:ext cx="2794000" cy="547688"/>
          </a:xfrm>
          <a:custGeom>
            <a:rect b="b" l="l" r="r" t="t"/>
            <a:pathLst>
              <a:path extrusionOk="0" h="547688" w="2794000">
                <a:moveTo>
                  <a:pt x="95248" y="0"/>
                </a:moveTo>
                <a:lnTo>
                  <a:pt x="2698752" y="0"/>
                </a:lnTo>
                <a:cubicBezTo>
                  <a:pt x="2751356" y="0"/>
                  <a:pt x="2794000" y="42644"/>
                  <a:pt x="2794000" y="95248"/>
                </a:cubicBezTo>
                <a:lnTo>
                  <a:pt x="2794000" y="452439"/>
                </a:lnTo>
                <a:cubicBezTo>
                  <a:pt x="2794000" y="505043"/>
                  <a:pt x="2751356" y="547688"/>
                  <a:pt x="2698752" y="547688"/>
                </a:cubicBezTo>
                <a:lnTo>
                  <a:pt x="95248" y="547688"/>
                </a:lnTo>
                <a:cubicBezTo>
                  <a:pt x="42644" y="547688"/>
                  <a:pt x="0" y="505043"/>
                  <a:pt x="0" y="452439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48BB78">
              <a:alpha val="10196"/>
            </a:srgbClr>
          </a:solidFill>
          <a:ln cap="flat" cmpd="sng" w="12700">
            <a:solidFill>
              <a:srgbClr val="48BB7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6278563" y="6012656"/>
            <a:ext cx="95250" cy="95250"/>
          </a:xfrm>
          <a:custGeom>
            <a:rect b="b" l="l" r="r" t="t"/>
            <a:pathLst>
              <a:path extrusionOk="0" h="95250" w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437313" y="5980906"/>
            <a:ext cx="6429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Pemasukan</a:t>
            </a:r>
            <a:endParaRPr b="0" i="0" sz="1600" u="none" cap="none" strike="noStrike"/>
          </a:p>
        </p:txBody>
      </p:sp>
      <p:sp>
        <p:nvSpPr>
          <p:cNvPr id="283" name="Google Shape;283;p7"/>
          <p:cNvSpPr/>
          <p:nvPr/>
        </p:nvSpPr>
        <p:spPr>
          <a:xfrm>
            <a:off x="6278563" y="6203156"/>
            <a:ext cx="264318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Border hijau</a:t>
            </a:r>
            <a:endParaRPr b="0" i="0" sz="1600" u="none" cap="none" strike="noStrike"/>
          </a:p>
        </p:txBody>
      </p:sp>
      <p:sp>
        <p:nvSpPr>
          <p:cNvPr id="284" name="Google Shape;284;p7"/>
          <p:cNvSpPr/>
          <p:nvPr/>
        </p:nvSpPr>
        <p:spPr>
          <a:xfrm>
            <a:off x="9076531" y="5881688"/>
            <a:ext cx="2794000" cy="547688"/>
          </a:xfrm>
          <a:custGeom>
            <a:rect b="b" l="l" r="r" t="t"/>
            <a:pathLst>
              <a:path extrusionOk="0" h="547688" w="2794000">
                <a:moveTo>
                  <a:pt x="95248" y="0"/>
                </a:moveTo>
                <a:lnTo>
                  <a:pt x="2698752" y="0"/>
                </a:lnTo>
                <a:cubicBezTo>
                  <a:pt x="2751356" y="0"/>
                  <a:pt x="2794000" y="42644"/>
                  <a:pt x="2794000" y="95248"/>
                </a:cubicBezTo>
                <a:lnTo>
                  <a:pt x="2794000" y="452439"/>
                </a:lnTo>
                <a:cubicBezTo>
                  <a:pt x="2794000" y="505043"/>
                  <a:pt x="2751356" y="547688"/>
                  <a:pt x="2698752" y="547688"/>
                </a:cubicBezTo>
                <a:lnTo>
                  <a:pt x="95248" y="547688"/>
                </a:lnTo>
                <a:cubicBezTo>
                  <a:pt x="42644" y="547688"/>
                  <a:pt x="0" y="505043"/>
                  <a:pt x="0" y="452439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9175750" y="6012656"/>
            <a:ext cx="95250" cy="95250"/>
          </a:xfrm>
          <a:custGeom>
            <a:rect b="b" l="l" r="r" t="t"/>
            <a:pathLst>
              <a:path extrusionOk="0" h="95250" w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9334500" y="5980906"/>
            <a:ext cx="698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Pengeluaran</a:t>
            </a:r>
            <a:endParaRPr b="0" i="0" sz="1600" u="none" cap="none" strike="noStrike"/>
          </a:p>
        </p:txBody>
      </p:sp>
      <p:sp>
        <p:nvSpPr>
          <p:cNvPr id="287" name="Google Shape;287;p7"/>
          <p:cNvSpPr/>
          <p:nvPr/>
        </p:nvSpPr>
        <p:spPr>
          <a:xfrm>
            <a:off x="9175750" y="6203156"/>
            <a:ext cx="264318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Border merah</a:t>
            </a:r>
            <a:endParaRPr b="0" i="0" sz="1600" u="none" cap="none" strike="noStrike"/>
          </a:p>
        </p:txBody>
      </p:sp>
      <p:sp>
        <p:nvSpPr>
          <p:cNvPr id="288" name="Google Shape;288;p7"/>
          <p:cNvSpPr/>
          <p:nvPr/>
        </p:nvSpPr>
        <p:spPr>
          <a:xfrm>
            <a:off x="321469" y="6532563"/>
            <a:ext cx="11549063" cy="381000"/>
          </a:xfrm>
          <a:custGeom>
            <a:rect b="b" l="l" r="r" t="t"/>
            <a:pathLst>
              <a:path extrusionOk="0" h="381000" w="11549063">
                <a:moveTo>
                  <a:pt x="95250" y="0"/>
                </a:moveTo>
                <a:lnTo>
                  <a:pt x="11453813" y="0"/>
                </a:lnTo>
                <a:cubicBezTo>
                  <a:pt x="11506382" y="0"/>
                  <a:pt x="11549063" y="42680"/>
                  <a:pt x="11549063" y="95250"/>
                </a:cubicBezTo>
                <a:lnTo>
                  <a:pt x="11549063" y="285750"/>
                </a:lnTo>
                <a:cubicBezTo>
                  <a:pt x="11549063" y="338320"/>
                  <a:pt x="11506382" y="381000"/>
                  <a:pt x="11453813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F6AD5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436563" y="6671469"/>
            <a:ext cx="111125" cy="111125"/>
          </a:xfrm>
          <a:custGeom>
            <a:rect b="b" l="l" r="r" t="t"/>
            <a:pathLst>
              <a:path extrusionOk="0" h="111125" w="111125">
                <a:moveTo>
                  <a:pt x="86491" y="2648"/>
                </a:moveTo>
                <a:lnTo>
                  <a:pt x="67348" y="21791"/>
                </a:lnTo>
                <a:lnTo>
                  <a:pt x="89334" y="43777"/>
                </a:lnTo>
                <a:lnTo>
                  <a:pt x="108477" y="24634"/>
                </a:lnTo>
                <a:cubicBezTo>
                  <a:pt x="110170" y="22920"/>
                  <a:pt x="111125" y="20619"/>
                  <a:pt x="111125" y="18231"/>
                </a:cubicBezTo>
                <a:cubicBezTo>
                  <a:pt x="111125" y="15844"/>
                  <a:pt x="110170" y="13543"/>
                  <a:pt x="108477" y="11829"/>
                </a:cubicBezTo>
                <a:lnTo>
                  <a:pt x="99296" y="2648"/>
                </a:lnTo>
                <a:cubicBezTo>
                  <a:pt x="97582" y="955"/>
                  <a:pt x="95281" y="0"/>
                  <a:pt x="92894" y="0"/>
                </a:cubicBezTo>
                <a:cubicBezTo>
                  <a:pt x="90506" y="0"/>
                  <a:pt x="88205" y="955"/>
                  <a:pt x="86491" y="2648"/>
                </a:cubicBezTo>
                <a:close/>
                <a:moveTo>
                  <a:pt x="59990" y="29149"/>
                </a:moveTo>
                <a:lnTo>
                  <a:pt x="2648" y="86491"/>
                </a:lnTo>
                <a:cubicBezTo>
                  <a:pt x="955" y="88205"/>
                  <a:pt x="0" y="90506"/>
                  <a:pt x="0" y="92894"/>
                </a:cubicBezTo>
                <a:cubicBezTo>
                  <a:pt x="0" y="95281"/>
                  <a:pt x="955" y="97582"/>
                  <a:pt x="2648" y="99296"/>
                </a:cubicBezTo>
                <a:lnTo>
                  <a:pt x="11829" y="108477"/>
                </a:lnTo>
                <a:cubicBezTo>
                  <a:pt x="13543" y="110170"/>
                  <a:pt x="15844" y="111125"/>
                  <a:pt x="18231" y="111125"/>
                </a:cubicBezTo>
                <a:cubicBezTo>
                  <a:pt x="20619" y="111125"/>
                  <a:pt x="22920" y="110170"/>
                  <a:pt x="24634" y="108477"/>
                </a:cubicBezTo>
                <a:lnTo>
                  <a:pt x="81976" y="51135"/>
                </a:lnTo>
                <a:lnTo>
                  <a:pt x="59990" y="29149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603250" y="6631781"/>
            <a:ext cx="11223625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Conditional Rendering:</a:t>
            </a:r>
            <a:r>
              <a:rPr b="0" i="0" lang="en-US" sz="875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{transaksiList.length === 0 ? ... : ...}</a:t>
            </a:r>
            <a:r>
              <a:rPr b="0" i="0" lang="en-US" sz="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→ Tampilkan pesan berbeda berdasarkan kondisi data!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/>
          <p:nvPr/>
        </p:nvSpPr>
        <p:spPr>
          <a:xfrm>
            <a:off x="385763" y="385763"/>
            <a:ext cx="1666875" cy="314325"/>
          </a:xfrm>
          <a:custGeom>
            <a:rect b="b" l="l" r="r" t="t"/>
            <a:pathLst>
              <a:path extrusionOk="0" h="314325" w="1666875">
                <a:moveTo>
                  <a:pt x="76199" y="0"/>
                </a:moveTo>
                <a:lnTo>
                  <a:pt x="1590676" y="0"/>
                </a:lnTo>
                <a:cubicBezTo>
                  <a:pt x="1632760" y="0"/>
                  <a:pt x="1666875" y="34115"/>
                  <a:pt x="1666875" y="76199"/>
                </a:cubicBezTo>
                <a:lnTo>
                  <a:pt x="1666875" y="238126"/>
                </a:lnTo>
                <a:cubicBezTo>
                  <a:pt x="1666875" y="280210"/>
                  <a:pt x="1632760" y="314325"/>
                  <a:pt x="15906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 cap="flat" cmpd="sng" w="12700">
            <a:solidFill>
              <a:srgbClr val="48BB7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504825" y="461963"/>
            <a:ext cx="1499815" cy="176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COPY-PASTE VERSION</a:t>
            </a:r>
            <a:endParaRPr b="0" i="0" sz="1600" u="none" cap="none" strike="noStrike"/>
          </a:p>
        </p:txBody>
      </p:sp>
      <p:sp>
        <p:nvSpPr>
          <p:cNvPr id="298" name="Google Shape;298;p8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Kode Lengkap App.js</a:t>
            </a:r>
            <a:endParaRPr b="0" i="0" sz="1600" u="none" cap="none" strike="noStrike"/>
          </a:p>
        </p:txBody>
      </p:sp>
      <p:sp>
        <p:nvSpPr>
          <p:cNvPr id="299" name="Google Shape;299;p8"/>
          <p:cNvSpPr/>
          <p:nvPr/>
        </p:nvSpPr>
        <p:spPr>
          <a:xfrm>
            <a:off x="381000" y="1276350"/>
            <a:ext cx="11515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Untuk peserta yang ketinggalan, ini versi lengkap siap pakai!</a:t>
            </a:r>
            <a:endParaRPr b="0" i="0" sz="1600" u="none" cap="none" strike="noStrike"/>
          </a:p>
        </p:txBody>
      </p:sp>
      <p:sp>
        <p:nvSpPr>
          <p:cNvPr id="300" name="Google Shape;300;p8"/>
          <p:cNvSpPr/>
          <p:nvPr/>
        </p:nvSpPr>
        <p:spPr>
          <a:xfrm>
            <a:off x="385775" y="1700226"/>
            <a:ext cx="11420475" cy="5153787"/>
          </a:xfrm>
          <a:custGeom>
            <a:rect b="b" l="l" r="r" t="t"/>
            <a:pathLst>
              <a:path extrusionOk="0" h="4772025" w="11420475">
                <a:moveTo>
                  <a:pt x="152418" y="0"/>
                </a:moveTo>
                <a:lnTo>
                  <a:pt x="11268057" y="0"/>
                </a:lnTo>
                <a:cubicBezTo>
                  <a:pt x="11352235" y="0"/>
                  <a:pt x="11420475" y="68240"/>
                  <a:pt x="11420475" y="152418"/>
                </a:cubicBezTo>
                <a:lnTo>
                  <a:pt x="11420475" y="4619607"/>
                </a:lnTo>
                <a:cubicBezTo>
                  <a:pt x="11420475" y="4703785"/>
                  <a:pt x="11352235" y="4772025"/>
                  <a:pt x="11268057" y="4772025"/>
                </a:cubicBezTo>
                <a:lnTo>
                  <a:pt x="152418" y="4772025"/>
                </a:lnTo>
                <a:cubicBezTo>
                  <a:pt x="68240" y="4772025"/>
                  <a:pt x="0" y="4703785"/>
                  <a:pt x="0" y="4619607"/>
                </a:cubicBezTo>
                <a:lnTo>
                  <a:pt x="0" y="152418"/>
                </a:lnTo>
                <a:cubicBezTo>
                  <a:pt x="0" y="68296"/>
                  <a:pt x="68296" y="0"/>
                  <a:pt x="15241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390525" y="1704975"/>
            <a:ext cx="11410950" cy="347663"/>
          </a:xfrm>
          <a:custGeom>
            <a:rect b="b" l="l" r="r" t="t"/>
            <a:pathLst>
              <a:path extrusionOk="0" h="347663" w="11410950">
                <a:moveTo>
                  <a:pt x="0" y="0"/>
                </a:moveTo>
                <a:lnTo>
                  <a:pt x="11410950" y="0"/>
                </a:lnTo>
                <a:lnTo>
                  <a:pt x="11410950" y="347663"/>
                </a:lnTo>
                <a:lnTo>
                  <a:pt x="0" y="347663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</p:sp>
      <p:sp>
        <p:nvSpPr>
          <p:cNvPr id="302" name="Google Shape;302;p8"/>
          <p:cNvSpPr/>
          <p:nvPr/>
        </p:nvSpPr>
        <p:spPr>
          <a:xfrm>
            <a:off x="390525" y="2052637"/>
            <a:ext cx="11410950" cy="9525"/>
          </a:xfrm>
          <a:custGeom>
            <a:rect b="b" l="l" r="r" t="t"/>
            <a:pathLst>
              <a:path extrusionOk="0" h="9525" w="11410950">
                <a:moveTo>
                  <a:pt x="0" y="0"/>
                </a:moveTo>
                <a:lnTo>
                  <a:pt x="11410950" y="0"/>
                </a:lnTo>
                <a:lnTo>
                  <a:pt x="11410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>
            <a:noFill/>
          </a:ln>
        </p:spPr>
      </p:sp>
      <p:sp>
        <p:nvSpPr>
          <p:cNvPr id="303" name="Google Shape;303;p8"/>
          <p:cNvSpPr/>
          <p:nvPr/>
        </p:nvSpPr>
        <p:spPr>
          <a:xfrm>
            <a:off x="571500" y="1800225"/>
            <a:ext cx="133350" cy="152400"/>
          </a:xfrm>
          <a:custGeom>
            <a:rect b="b" l="l" r="r" t="t"/>
            <a:pathLst>
              <a:path extrusionOk="0" h="152400" w="133350">
                <a:moveTo>
                  <a:pt x="0" y="9525"/>
                </a:moveTo>
                <a:lnTo>
                  <a:pt x="0" y="142875"/>
                </a:lnTo>
                <a:lnTo>
                  <a:pt x="133350" y="142875"/>
                </a:lnTo>
                <a:lnTo>
                  <a:pt x="133350" y="9525"/>
                </a:lnTo>
                <a:lnTo>
                  <a:pt x="0" y="9525"/>
                </a:lnTo>
                <a:close/>
                <a:moveTo>
                  <a:pt x="72569" y="113526"/>
                </a:moveTo>
                <a:cubicBezTo>
                  <a:pt x="72569" y="126504"/>
                  <a:pt x="64949" y="132427"/>
                  <a:pt x="53846" y="132427"/>
                </a:cubicBezTo>
                <a:cubicBezTo>
                  <a:pt x="43815" y="132427"/>
                  <a:pt x="38011" y="127248"/>
                  <a:pt x="35034" y="120967"/>
                </a:cubicBezTo>
                <a:lnTo>
                  <a:pt x="45244" y="114806"/>
                </a:lnTo>
                <a:cubicBezTo>
                  <a:pt x="47208" y="118289"/>
                  <a:pt x="48994" y="121235"/>
                  <a:pt x="53310" y="121235"/>
                </a:cubicBezTo>
                <a:cubicBezTo>
                  <a:pt x="57418" y="121235"/>
                  <a:pt x="60037" y="119628"/>
                  <a:pt x="60037" y="113348"/>
                </a:cubicBezTo>
                <a:lnTo>
                  <a:pt x="60037" y="70753"/>
                </a:lnTo>
                <a:lnTo>
                  <a:pt x="72569" y="70753"/>
                </a:lnTo>
                <a:lnTo>
                  <a:pt x="72569" y="113526"/>
                </a:lnTo>
                <a:close/>
                <a:moveTo>
                  <a:pt x="102215" y="132427"/>
                </a:moveTo>
                <a:cubicBezTo>
                  <a:pt x="90577" y="132427"/>
                  <a:pt x="83046" y="126891"/>
                  <a:pt x="79385" y="119628"/>
                </a:cubicBezTo>
                <a:lnTo>
                  <a:pt x="89595" y="113734"/>
                </a:lnTo>
                <a:cubicBezTo>
                  <a:pt x="92273" y="118110"/>
                  <a:pt x="95786" y="121354"/>
                  <a:pt x="101947" y="121354"/>
                </a:cubicBezTo>
                <a:cubicBezTo>
                  <a:pt x="107126" y="121354"/>
                  <a:pt x="110460" y="118765"/>
                  <a:pt x="110460" y="115163"/>
                </a:cubicBezTo>
                <a:cubicBezTo>
                  <a:pt x="110460" y="110877"/>
                  <a:pt x="107067" y="109359"/>
                  <a:pt x="101322" y="106829"/>
                </a:cubicBezTo>
                <a:lnTo>
                  <a:pt x="98197" y="105489"/>
                </a:lnTo>
                <a:cubicBezTo>
                  <a:pt x="89148" y="101650"/>
                  <a:pt x="83165" y="96798"/>
                  <a:pt x="83165" y="86588"/>
                </a:cubicBezTo>
                <a:cubicBezTo>
                  <a:pt x="83165" y="77182"/>
                  <a:pt x="90339" y="70039"/>
                  <a:pt x="101501" y="70039"/>
                </a:cubicBezTo>
                <a:cubicBezTo>
                  <a:pt x="109478" y="70039"/>
                  <a:pt x="115193" y="72807"/>
                  <a:pt x="119301" y="80070"/>
                </a:cubicBezTo>
                <a:lnTo>
                  <a:pt x="109537" y="86320"/>
                </a:lnTo>
                <a:cubicBezTo>
                  <a:pt x="107394" y="82481"/>
                  <a:pt x="105073" y="80962"/>
                  <a:pt x="101471" y="80962"/>
                </a:cubicBezTo>
                <a:cubicBezTo>
                  <a:pt x="97810" y="80962"/>
                  <a:pt x="95488" y="83284"/>
                  <a:pt x="95488" y="86320"/>
                </a:cubicBezTo>
                <a:cubicBezTo>
                  <a:pt x="95488" y="90071"/>
                  <a:pt x="97810" y="91589"/>
                  <a:pt x="103197" y="93940"/>
                </a:cubicBezTo>
                <a:lnTo>
                  <a:pt x="106323" y="95280"/>
                </a:lnTo>
                <a:cubicBezTo>
                  <a:pt x="116979" y="99834"/>
                  <a:pt x="122962" y="104507"/>
                  <a:pt x="122962" y="114985"/>
                </a:cubicBezTo>
                <a:cubicBezTo>
                  <a:pt x="122962" y="126236"/>
                  <a:pt x="114092" y="132427"/>
                  <a:pt x="102215" y="132427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809625" y="1781175"/>
            <a:ext cx="552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App.js</a:t>
            </a:r>
            <a:endParaRPr b="0" i="0" sz="1600" u="none" cap="none" strike="noStrike"/>
          </a:p>
        </p:txBody>
      </p:sp>
      <p:sp>
        <p:nvSpPr>
          <p:cNvPr id="305" name="Google Shape;305;p8"/>
          <p:cNvSpPr/>
          <p:nvPr/>
        </p:nvSpPr>
        <p:spPr>
          <a:xfrm>
            <a:off x="11153775" y="181927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11344275" y="181927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11534775" y="181927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542925" y="2209800"/>
            <a:ext cx="11106150" cy="4465130"/>
          </a:xfrm>
          <a:custGeom>
            <a:rect b="b" l="l" r="r" t="t"/>
            <a:pathLst>
              <a:path extrusionOk="0" h="11449050" w="11106150">
                <a:moveTo>
                  <a:pt x="76188" y="0"/>
                </a:moveTo>
                <a:lnTo>
                  <a:pt x="11029962" y="0"/>
                </a:lnTo>
                <a:cubicBezTo>
                  <a:pt x="11072039" y="0"/>
                  <a:pt x="11106150" y="34111"/>
                  <a:pt x="11106150" y="76188"/>
                </a:cubicBezTo>
                <a:lnTo>
                  <a:pt x="11106150" y="11372862"/>
                </a:lnTo>
                <a:cubicBezTo>
                  <a:pt x="11106150" y="11414939"/>
                  <a:pt x="11072039" y="11449050"/>
                  <a:pt x="11029962" y="11449050"/>
                </a:cubicBezTo>
                <a:lnTo>
                  <a:pt x="76188" y="11449050"/>
                </a:lnTo>
                <a:cubicBezTo>
                  <a:pt x="34111" y="11449050"/>
                  <a:pt x="0" y="11414939"/>
                  <a:pt x="0" y="1137286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542925" y="2209800"/>
            <a:ext cx="11168100" cy="44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{ useState } </a:t>
            </a: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"react"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"./styles.css"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export default function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()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// STATE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[saldo, setSaldo] = 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(0);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[transaksiList, setTransaksiList] = 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([]);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[inputData, setInputData] = 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deskripsi: 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, jumlah: 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, tipe: 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"pengeluaran"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// HANDLER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handleChange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= (e) =&gt;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setInputData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({ ...inputData, [e.target.name]: e.target.value });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handleSubmit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= (e) =&gt; {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preventDefault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nominal = 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parseInt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(inputData.jumlah);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nilai = inputData.tipe === 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"pemasukan"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? nominal : -nominal;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baru = { id: Date.</a:t>
            </a: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(), deskripsi: inputData.deskripsi, tipe: inputData.tipe, nominal: nilai };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setTransaksiList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([baru, ...transaksiList]);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setSaldo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(saldo + nilai);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2A8FF"/>
                </a:solidFill>
                <a:latin typeface="Arial"/>
                <a:ea typeface="Arial"/>
                <a:cs typeface="Arial"/>
                <a:sym typeface="Arial"/>
              </a:rPr>
              <a:t>setInputData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({ deskripsi: 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, jumlah: 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, tipe: </a:t>
            </a:r>
            <a:r>
              <a:rPr b="0" i="0" lang="en-US" sz="975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"pengeluaran"</a:t>
            </a: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});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568abcf8c_0_72"/>
          <p:cNvSpPr/>
          <p:nvPr/>
        </p:nvSpPr>
        <p:spPr>
          <a:xfrm>
            <a:off x="385763" y="385763"/>
            <a:ext cx="1666875" cy="314325"/>
          </a:xfrm>
          <a:custGeom>
            <a:rect b="b" l="l" r="r" t="t"/>
            <a:pathLst>
              <a:path extrusionOk="0" h="314325" w="1666875">
                <a:moveTo>
                  <a:pt x="76199" y="0"/>
                </a:moveTo>
                <a:lnTo>
                  <a:pt x="1590676" y="0"/>
                </a:lnTo>
                <a:cubicBezTo>
                  <a:pt x="1632760" y="0"/>
                  <a:pt x="1666875" y="34115"/>
                  <a:pt x="1666875" y="76199"/>
                </a:cubicBezTo>
                <a:lnTo>
                  <a:pt x="1666875" y="238126"/>
                </a:lnTo>
                <a:cubicBezTo>
                  <a:pt x="1666875" y="280210"/>
                  <a:pt x="1632760" y="314325"/>
                  <a:pt x="15906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 cap="flat" cmpd="sng" w="12700">
            <a:solidFill>
              <a:srgbClr val="48BB7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c568abcf8c_0_72"/>
          <p:cNvSpPr/>
          <p:nvPr/>
        </p:nvSpPr>
        <p:spPr>
          <a:xfrm>
            <a:off x="504825" y="461963"/>
            <a:ext cx="14997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COPY-PASTE VERSION</a:t>
            </a:r>
            <a:endParaRPr b="0" i="0" sz="1600" u="none" cap="none" strike="noStrike"/>
          </a:p>
        </p:txBody>
      </p:sp>
      <p:sp>
        <p:nvSpPr>
          <p:cNvPr id="317" name="Google Shape;317;g3c568abcf8c_0_72"/>
          <p:cNvSpPr/>
          <p:nvPr/>
        </p:nvSpPr>
        <p:spPr>
          <a:xfrm>
            <a:off x="381000" y="819150"/>
            <a:ext cx="1160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Kode Lengkap App.js</a:t>
            </a:r>
            <a:endParaRPr b="0" i="0" sz="1600" u="none" cap="none" strike="noStrike"/>
          </a:p>
        </p:txBody>
      </p:sp>
      <p:sp>
        <p:nvSpPr>
          <p:cNvPr id="318" name="Google Shape;318;g3c568abcf8c_0_72"/>
          <p:cNvSpPr/>
          <p:nvPr/>
        </p:nvSpPr>
        <p:spPr>
          <a:xfrm>
            <a:off x="381000" y="1276350"/>
            <a:ext cx="11515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Untuk peserta yang ketinggalan, ini versi lengkap siap pakai!</a:t>
            </a:r>
            <a:endParaRPr b="0" i="0" sz="1600" u="none" cap="none" strike="noStrike"/>
          </a:p>
        </p:txBody>
      </p:sp>
      <p:sp>
        <p:nvSpPr>
          <p:cNvPr id="319" name="Google Shape;319;g3c568abcf8c_0_72"/>
          <p:cNvSpPr/>
          <p:nvPr/>
        </p:nvSpPr>
        <p:spPr>
          <a:xfrm>
            <a:off x="385775" y="1700226"/>
            <a:ext cx="11420475" cy="5141857"/>
          </a:xfrm>
          <a:custGeom>
            <a:rect b="b" l="l" r="r" t="t"/>
            <a:pathLst>
              <a:path extrusionOk="0" h="4772025" w="11420475">
                <a:moveTo>
                  <a:pt x="152418" y="0"/>
                </a:moveTo>
                <a:lnTo>
                  <a:pt x="11268057" y="0"/>
                </a:lnTo>
                <a:cubicBezTo>
                  <a:pt x="11352235" y="0"/>
                  <a:pt x="11420475" y="68240"/>
                  <a:pt x="11420475" y="152418"/>
                </a:cubicBezTo>
                <a:lnTo>
                  <a:pt x="11420475" y="4619607"/>
                </a:lnTo>
                <a:cubicBezTo>
                  <a:pt x="11420475" y="4703785"/>
                  <a:pt x="11352235" y="4772025"/>
                  <a:pt x="11268057" y="4772025"/>
                </a:cubicBezTo>
                <a:lnTo>
                  <a:pt x="152418" y="4772025"/>
                </a:lnTo>
                <a:cubicBezTo>
                  <a:pt x="68240" y="4772025"/>
                  <a:pt x="0" y="4703785"/>
                  <a:pt x="0" y="4619607"/>
                </a:cubicBezTo>
                <a:lnTo>
                  <a:pt x="0" y="152418"/>
                </a:lnTo>
                <a:cubicBezTo>
                  <a:pt x="0" y="68296"/>
                  <a:pt x="68296" y="0"/>
                  <a:pt x="15241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c568abcf8c_0_72"/>
          <p:cNvSpPr/>
          <p:nvPr/>
        </p:nvSpPr>
        <p:spPr>
          <a:xfrm>
            <a:off x="390525" y="1704975"/>
            <a:ext cx="11410950" cy="347663"/>
          </a:xfrm>
          <a:custGeom>
            <a:rect b="b" l="l" r="r" t="t"/>
            <a:pathLst>
              <a:path extrusionOk="0" h="347663" w="11410950">
                <a:moveTo>
                  <a:pt x="0" y="0"/>
                </a:moveTo>
                <a:lnTo>
                  <a:pt x="11410950" y="0"/>
                </a:lnTo>
                <a:lnTo>
                  <a:pt x="11410950" y="347663"/>
                </a:lnTo>
                <a:lnTo>
                  <a:pt x="0" y="347663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</p:sp>
      <p:sp>
        <p:nvSpPr>
          <p:cNvPr id="321" name="Google Shape;321;g3c568abcf8c_0_72"/>
          <p:cNvSpPr/>
          <p:nvPr/>
        </p:nvSpPr>
        <p:spPr>
          <a:xfrm>
            <a:off x="390525" y="2052637"/>
            <a:ext cx="11410950" cy="9525"/>
          </a:xfrm>
          <a:custGeom>
            <a:rect b="b" l="l" r="r" t="t"/>
            <a:pathLst>
              <a:path extrusionOk="0" h="9525" w="11410950">
                <a:moveTo>
                  <a:pt x="0" y="0"/>
                </a:moveTo>
                <a:lnTo>
                  <a:pt x="11410950" y="0"/>
                </a:lnTo>
                <a:lnTo>
                  <a:pt x="11410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>
            <a:noFill/>
          </a:ln>
        </p:spPr>
      </p:sp>
      <p:sp>
        <p:nvSpPr>
          <p:cNvPr id="322" name="Google Shape;322;g3c568abcf8c_0_72"/>
          <p:cNvSpPr/>
          <p:nvPr/>
        </p:nvSpPr>
        <p:spPr>
          <a:xfrm>
            <a:off x="571500" y="1800225"/>
            <a:ext cx="133350" cy="152400"/>
          </a:xfrm>
          <a:custGeom>
            <a:rect b="b" l="l" r="r" t="t"/>
            <a:pathLst>
              <a:path extrusionOk="0" h="152400" w="133350">
                <a:moveTo>
                  <a:pt x="0" y="9525"/>
                </a:moveTo>
                <a:lnTo>
                  <a:pt x="0" y="142875"/>
                </a:lnTo>
                <a:lnTo>
                  <a:pt x="133350" y="142875"/>
                </a:lnTo>
                <a:lnTo>
                  <a:pt x="133350" y="9525"/>
                </a:lnTo>
                <a:lnTo>
                  <a:pt x="0" y="9525"/>
                </a:lnTo>
                <a:close/>
                <a:moveTo>
                  <a:pt x="72569" y="113526"/>
                </a:moveTo>
                <a:cubicBezTo>
                  <a:pt x="72569" y="126504"/>
                  <a:pt x="64949" y="132427"/>
                  <a:pt x="53846" y="132427"/>
                </a:cubicBezTo>
                <a:cubicBezTo>
                  <a:pt x="43815" y="132427"/>
                  <a:pt x="38011" y="127248"/>
                  <a:pt x="35034" y="120967"/>
                </a:cubicBezTo>
                <a:lnTo>
                  <a:pt x="45244" y="114806"/>
                </a:lnTo>
                <a:cubicBezTo>
                  <a:pt x="47208" y="118289"/>
                  <a:pt x="48994" y="121235"/>
                  <a:pt x="53310" y="121235"/>
                </a:cubicBezTo>
                <a:cubicBezTo>
                  <a:pt x="57418" y="121235"/>
                  <a:pt x="60037" y="119628"/>
                  <a:pt x="60037" y="113348"/>
                </a:cubicBezTo>
                <a:lnTo>
                  <a:pt x="60037" y="70753"/>
                </a:lnTo>
                <a:lnTo>
                  <a:pt x="72569" y="70753"/>
                </a:lnTo>
                <a:lnTo>
                  <a:pt x="72569" y="113526"/>
                </a:lnTo>
                <a:close/>
                <a:moveTo>
                  <a:pt x="102215" y="132427"/>
                </a:moveTo>
                <a:cubicBezTo>
                  <a:pt x="90577" y="132427"/>
                  <a:pt x="83046" y="126891"/>
                  <a:pt x="79385" y="119628"/>
                </a:cubicBezTo>
                <a:lnTo>
                  <a:pt x="89595" y="113734"/>
                </a:lnTo>
                <a:cubicBezTo>
                  <a:pt x="92273" y="118110"/>
                  <a:pt x="95786" y="121354"/>
                  <a:pt x="101947" y="121354"/>
                </a:cubicBezTo>
                <a:cubicBezTo>
                  <a:pt x="107126" y="121354"/>
                  <a:pt x="110460" y="118765"/>
                  <a:pt x="110460" y="115163"/>
                </a:cubicBezTo>
                <a:cubicBezTo>
                  <a:pt x="110460" y="110877"/>
                  <a:pt x="107067" y="109359"/>
                  <a:pt x="101322" y="106829"/>
                </a:cubicBezTo>
                <a:lnTo>
                  <a:pt x="98197" y="105489"/>
                </a:lnTo>
                <a:cubicBezTo>
                  <a:pt x="89148" y="101650"/>
                  <a:pt x="83165" y="96798"/>
                  <a:pt x="83165" y="86588"/>
                </a:cubicBezTo>
                <a:cubicBezTo>
                  <a:pt x="83165" y="77182"/>
                  <a:pt x="90339" y="70039"/>
                  <a:pt x="101501" y="70039"/>
                </a:cubicBezTo>
                <a:cubicBezTo>
                  <a:pt x="109478" y="70039"/>
                  <a:pt x="115193" y="72807"/>
                  <a:pt x="119301" y="80070"/>
                </a:cubicBezTo>
                <a:lnTo>
                  <a:pt x="109537" y="86320"/>
                </a:lnTo>
                <a:cubicBezTo>
                  <a:pt x="107394" y="82481"/>
                  <a:pt x="105073" y="80962"/>
                  <a:pt x="101471" y="80962"/>
                </a:cubicBezTo>
                <a:cubicBezTo>
                  <a:pt x="97810" y="80962"/>
                  <a:pt x="95488" y="83284"/>
                  <a:pt x="95488" y="86320"/>
                </a:cubicBezTo>
                <a:cubicBezTo>
                  <a:pt x="95488" y="90071"/>
                  <a:pt x="97810" y="91589"/>
                  <a:pt x="103197" y="93940"/>
                </a:cubicBezTo>
                <a:lnTo>
                  <a:pt x="106323" y="95280"/>
                </a:lnTo>
                <a:cubicBezTo>
                  <a:pt x="116979" y="99834"/>
                  <a:pt x="122962" y="104507"/>
                  <a:pt x="122962" y="114985"/>
                </a:cubicBezTo>
                <a:cubicBezTo>
                  <a:pt x="122962" y="126236"/>
                  <a:pt x="114092" y="132427"/>
                  <a:pt x="102215" y="132427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c568abcf8c_0_72"/>
          <p:cNvSpPr/>
          <p:nvPr/>
        </p:nvSpPr>
        <p:spPr>
          <a:xfrm>
            <a:off x="809625" y="1781175"/>
            <a:ext cx="552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App.js</a:t>
            </a:r>
            <a:endParaRPr b="0" i="0" sz="1600" u="none" cap="none" strike="noStrike"/>
          </a:p>
        </p:txBody>
      </p:sp>
      <p:sp>
        <p:nvSpPr>
          <p:cNvPr id="324" name="Google Shape;324;g3c568abcf8c_0_72"/>
          <p:cNvSpPr/>
          <p:nvPr/>
        </p:nvSpPr>
        <p:spPr>
          <a:xfrm>
            <a:off x="11153775" y="181927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c568abcf8c_0_72"/>
          <p:cNvSpPr/>
          <p:nvPr/>
        </p:nvSpPr>
        <p:spPr>
          <a:xfrm>
            <a:off x="11344275" y="181927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c568abcf8c_0_72"/>
          <p:cNvSpPr/>
          <p:nvPr/>
        </p:nvSpPr>
        <p:spPr>
          <a:xfrm>
            <a:off x="11534775" y="181927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c568abcf8c_0_72"/>
          <p:cNvSpPr/>
          <p:nvPr/>
        </p:nvSpPr>
        <p:spPr>
          <a:xfrm>
            <a:off x="542925" y="2209800"/>
            <a:ext cx="11106150" cy="4636865"/>
          </a:xfrm>
          <a:custGeom>
            <a:rect b="b" l="l" r="r" t="t"/>
            <a:pathLst>
              <a:path extrusionOk="0" h="11449050" w="11106150">
                <a:moveTo>
                  <a:pt x="76188" y="0"/>
                </a:moveTo>
                <a:lnTo>
                  <a:pt x="11029962" y="0"/>
                </a:lnTo>
                <a:cubicBezTo>
                  <a:pt x="11072039" y="0"/>
                  <a:pt x="11106150" y="34111"/>
                  <a:pt x="11106150" y="76188"/>
                </a:cubicBezTo>
                <a:lnTo>
                  <a:pt x="11106150" y="11372862"/>
                </a:lnTo>
                <a:cubicBezTo>
                  <a:pt x="11106150" y="11414939"/>
                  <a:pt x="11072039" y="11449050"/>
                  <a:pt x="11029962" y="11449050"/>
                </a:cubicBezTo>
                <a:lnTo>
                  <a:pt x="76188" y="11449050"/>
                </a:lnTo>
                <a:cubicBezTo>
                  <a:pt x="34111" y="11449050"/>
                  <a:pt x="0" y="11414939"/>
                  <a:pt x="0" y="1137286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c568abcf8c_0_72"/>
          <p:cNvSpPr/>
          <p:nvPr/>
        </p:nvSpPr>
        <p:spPr>
          <a:xfrm>
            <a:off x="542925" y="2209800"/>
            <a:ext cx="11168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// RENDER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7B72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className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"App"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💰 Finance Tracker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className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"saldo-box"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Total Saldo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Rp {saldo.toLocaleString("id-ID")}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className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"card"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onSubmit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={handleSubmit}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"deskripsi"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={inputData.deskripsi} 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={handleChange} 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"Deskripsi"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required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"jumlah"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"number"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={inputData.jumlah} 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={handleChange} 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"Jumlah"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required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"tipe"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={inputData.tipe} 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={handleChange}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"pengeluaran"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Pengeluaran (-)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"pemasukan"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Pemasukan (+)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"submit"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Simpan Transaksi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className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800" u="none" cap="none" strike="noStrike">
                <a:solidFill>
                  <a:srgbClr val="A5D6FF"/>
                </a:solidFill>
                <a:latin typeface="Arial"/>
                <a:ea typeface="Arial"/>
                <a:cs typeface="Arial"/>
                <a:sym typeface="Arial"/>
              </a:rPr>
              <a:t>"card"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Riwayat Transaksi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{transaksiList.length === 0 &amp;&amp;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Belum ada data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{transaksiList.map((item) =&gt; (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={item.id} </a:t>
            </a: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className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={`item ${item.tipe}`}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{item.deskripsi}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9C0FF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={{color: item.tipe === 'pemasukan' ? 'green' : 'red'}}</a:t>
            </a:r>
            <a:r>
              <a:rPr b="0" i="0" lang="en-US" sz="800" u="none" cap="none" strike="noStrike">
                <a:solidFill>
                  <a:srgbClr val="7EE7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{item.tipe === 'pemasukan' ? '+' : '-'} Rp {Math.abs(item.nominal).toLocaleString("id-ID")}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))}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8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8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"/>
          <p:cNvSpPr/>
          <p:nvPr/>
        </p:nvSpPr>
        <p:spPr>
          <a:xfrm>
            <a:off x="379536" y="379536"/>
            <a:ext cx="974610" cy="309251"/>
          </a:xfrm>
          <a:custGeom>
            <a:rect b="b" l="l" r="r" t="t"/>
            <a:pathLst>
              <a:path extrusionOk="0" h="309251" w="974610">
                <a:moveTo>
                  <a:pt x="74969" y="0"/>
                </a:moveTo>
                <a:lnTo>
                  <a:pt x="899642" y="0"/>
                </a:lnTo>
                <a:cubicBezTo>
                  <a:pt x="941018" y="0"/>
                  <a:pt x="974610" y="33592"/>
                  <a:pt x="974610" y="74969"/>
                </a:cubicBezTo>
                <a:lnTo>
                  <a:pt x="974610" y="234283"/>
                </a:lnTo>
                <a:cubicBezTo>
                  <a:pt x="974610" y="275659"/>
                  <a:pt x="941018" y="309251"/>
                  <a:pt x="899642" y="309251"/>
                </a:cubicBezTo>
                <a:lnTo>
                  <a:pt x="74969" y="309251"/>
                </a:lnTo>
                <a:cubicBezTo>
                  <a:pt x="33592" y="309251"/>
                  <a:pt x="0" y="275659"/>
                  <a:pt x="0" y="234283"/>
                </a:cubicBezTo>
                <a:lnTo>
                  <a:pt x="0" y="74969"/>
                </a:lnTo>
                <a:cubicBezTo>
                  <a:pt x="0" y="33592"/>
                  <a:pt x="33592" y="0"/>
                  <a:pt x="74969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 cap="flat" cmpd="sng" w="12700">
            <a:solidFill>
              <a:srgbClr val="61DAF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496676" y="454506"/>
            <a:ext cx="802853" cy="173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RINGKASAN</a:t>
            </a:r>
            <a:endParaRPr b="0" i="0" sz="1600" u="none" cap="none" strike="noStrike"/>
          </a:p>
        </p:txBody>
      </p:sp>
      <p:sp>
        <p:nvSpPr>
          <p:cNvPr id="336" name="Google Shape;336;p9"/>
          <p:cNvSpPr/>
          <p:nvPr/>
        </p:nvSpPr>
        <p:spPr>
          <a:xfrm>
            <a:off x="374850" y="805928"/>
            <a:ext cx="11610982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Konsep React yang Dipraktekkan</a:t>
            </a:r>
            <a:endParaRPr b="0" i="0" sz="1600" u="none" cap="none" strike="noStrike"/>
          </a:p>
        </p:txBody>
      </p:sp>
      <p:sp>
        <p:nvSpPr>
          <p:cNvPr id="337" name="Google Shape;337;p9"/>
          <p:cNvSpPr/>
          <p:nvPr/>
        </p:nvSpPr>
        <p:spPr>
          <a:xfrm>
            <a:off x="374850" y="1255748"/>
            <a:ext cx="11526641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8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Checklist pemahaman - 6 konsep inti React</a:t>
            </a:r>
            <a:endParaRPr b="0" i="0" sz="1600" u="none" cap="none" strike="noStrike"/>
          </a:p>
        </p:txBody>
      </p:sp>
      <p:sp>
        <p:nvSpPr>
          <p:cNvPr id="338" name="Google Shape;338;p9"/>
          <p:cNvSpPr/>
          <p:nvPr/>
        </p:nvSpPr>
        <p:spPr>
          <a:xfrm>
            <a:off x="379536" y="1710254"/>
            <a:ext cx="3682902" cy="1921107"/>
          </a:xfrm>
          <a:custGeom>
            <a:rect b="b" l="l" r="r" t="t"/>
            <a:pathLst>
              <a:path extrusionOk="0" h="1921107" w="3682902">
                <a:moveTo>
                  <a:pt x="149942" y="0"/>
                </a:moveTo>
                <a:lnTo>
                  <a:pt x="3532960" y="0"/>
                </a:lnTo>
                <a:cubicBezTo>
                  <a:pt x="3615771" y="0"/>
                  <a:pt x="3682902" y="67131"/>
                  <a:pt x="3682902" y="149942"/>
                </a:cubicBezTo>
                <a:lnTo>
                  <a:pt x="3682902" y="1771164"/>
                </a:lnTo>
                <a:cubicBezTo>
                  <a:pt x="3682902" y="1853975"/>
                  <a:pt x="3615771" y="1921107"/>
                  <a:pt x="3532960" y="1921107"/>
                </a:cubicBezTo>
                <a:lnTo>
                  <a:pt x="149942" y="1921107"/>
                </a:lnTo>
                <a:cubicBezTo>
                  <a:pt x="67131" y="1921107"/>
                  <a:pt x="0" y="1853975"/>
                  <a:pt x="0" y="1771164"/>
                </a:cubicBezTo>
                <a:lnTo>
                  <a:pt x="0" y="149942"/>
                </a:lnTo>
                <a:cubicBezTo>
                  <a:pt x="0" y="67187"/>
                  <a:pt x="67187" y="0"/>
                  <a:pt x="149942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571646" y="1902364"/>
            <a:ext cx="524790" cy="524790"/>
          </a:xfrm>
          <a:custGeom>
            <a:rect b="b" l="l" r="r" t="t"/>
            <a:pathLst>
              <a:path extrusionOk="0" h="524790" w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707530" y="2052304"/>
            <a:ext cx="253024" cy="224910"/>
          </a:xfrm>
          <a:custGeom>
            <a:rect b="b" l="l" r="r" t="t"/>
            <a:pathLst>
              <a:path extrusionOk="0" h="224910" w="253024">
                <a:moveTo>
                  <a:pt x="158491" y="527"/>
                </a:moveTo>
                <a:cubicBezTo>
                  <a:pt x="151024" y="-1625"/>
                  <a:pt x="143248" y="2724"/>
                  <a:pt x="141096" y="10191"/>
                </a:cubicBezTo>
                <a:lnTo>
                  <a:pt x="84868" y="206988"/>
                </a:lnTo>
                <a:cubicBezTo>
                  <a:pt x="82716" y="214455"/>
                  <a:pt x="87065" y="222230"/>
                  <a:pt x="94533" y="224383"/>
                </a:cubicBezTo>
                <a:cubicBezTo>
                  <a:pt x="102000" y="226535"/>
                  <a:pt x="109775" y="222187"/>
                  <a:pt x="111928" y="214719"/>
                </a:cubicBezTo>
                <a:lnTo>
                  <a:pt x="168155" y="17923"/>
                </a:lnTo>
                <a:cubicBezTo>
                  <a:pt x="170308" y="10455"/>
                  <a:pt x="165959" y="2680"/>
                  <a:pt x="158491" y="527"/>
                </a:cubicBezTo>
                <a:close/>
                <a:moveTo>
                  <a:pt x="186869" y="60313"/>
                </a:moveTo>
                <a:cubicBezTo>
                  <a:pt x="181378" y="65804"/>
                  <a:pt x="181378" y="74721"/>
                  <a:pt x="186869" y="80212"/>
                </a:cubicBezTo>
                <a:lnTo>
                  <a:pt x="219112" y="112455"/>
                </a:lnTo>
                <a:lnTo>
                  <a:pt x="186869" y="144698"/>
                </a:lnTo>
                <a:cubicBezTo>
                  <a:pt x="181378" y="150189"/>
                  <a:pt x="181378" y="159106"/>
                  <a:pt x="186869" y="164597"/>
                </a:cubicBezTo>
                <a:cubicBezTo>
                  <a:pt x="192360" y="170088"/>
                  <a:pt x="201277" y="170088"/>
                  <a:pt x="206768" y="164597"/>
                </a:cubicBezTo>
                <a:lnTo>
                  <a:pt x="248939" y="122427"/>
                </a:lnTo>
                <a:cubicBezTo>
                  <a:pt x="254430" y="116936"/>
                  <a:pt x="254430" y="108018"/>
                  <a:pt x="248939" y="102527"/>
                </a:cubicBezTo>
                <a:lnTo>
                  <a:pt x="206768" y="60357"/>
                </a:lnTo>
                <a:cubicBezTo>
                  <a:pt x="201277" y="54866"/>
                  <a:pt x="192360" y="54866"/>
                  <a:pt x="186869" y="60357"/>
                </a:cubicBezTo>
                <a:close/>
                <a:moveTo>
                  <a:pt x="66199" y="60313"/>
                </a:moveTo>
                <a:cubicBezTo>
                  <a:pt x="60708" y="54822"/>
                  <a:pt x="51791" y="54822"/>
                  <a:pt x="46300" y="60313"/>
                </a:cubicBezTo>
                <a:lnTo>
                  <a:pt x="4129" y="102483"/>
                </a:lnTo>
                <a:cubicBezTo>
                  <a:pt x="-1362" y="107974"/>
                  <a:pt x="-1362" y="116892"/>
                  <a:pt x="4129" y="122383"/>
                </a:cubicBezTo>
                <a:lnTo>
                  <a:pt x="46300" y="164553"/>
                </a:lnTo>
                <a:cubicBezTo>
                  <a:pt x="51791" y="170044"/>
                  <a:pt x="60708" y="170044"/>
                  <a:pt x="66199" y="164553"/>
                </a:cubicBezTo>
                <a:cubicBezTo>
                  <a:pt x="71690" y="159062"/>
                  <a:pt x="71690" y="150145"/>
                  <a:pt x="66199" y="144654"/>
                </a:cubicBezTo>
                <a:lnTo>
                  <a:pt x="33956" y="112455"/>
                </a:lnTo>
                <a:lnTo>
                  <a:pt x="66155" y="80212"/>
                </a:lnTo>
                <a:cubicBezTo>
                  <a:pt x="71646" y="74721"/>
                  <a:pt x="71646" y="65804"/>
                  <a:pt x="66155" y="60313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571646" y="2577095"/>
            <a:ext cx="3392394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JSX</a:t>
            </a:r>
            <a:endParaRPr b="0" i="0" sz="1600" u="none" cap="none" strike="noStrike"/>
          </a:p>
        </p:txBody>
      </p:sp>
      <p:sp>
        <p:nvSpPr>
          <p:cNvPr id="342" name="Google Shape;342;p9"/>
          <p:cNvSpPr/>
          <p:nvPr/>
        </p:nvSpPr>
        <p:spPr>
          <a:xfrm>
            <a:off x="571646" y="2914460"/>
            <a:ext cx="3364280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3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Menulis HTML di dalam JavaScript</a:t>
            </a:r>
            <a:endParaRPr b="0" i="0" sz="1600" u="none" cap="none" strike="noStrike"/>
          </a:p>
        </p:txBody>
      </p:sp>
      <p:sp>
        <p:nvSpPr>
          <p:cNvPr id="343" name="Google Shape;343;p9"/>
          <p:cNvSpPr/>
          <p:nvPr/>
        </p:nvSpPr>
        <p:spPr>
          <a:xfrm>
            <a:off x="595075" y="3242453"/>
            <a:ext cx="168683" cy="168683"/>
          </a:xfrm>
          <a:custGeom>
            <a:rect b="b" l="l" r="r" t="t"/>
            <a:pathLst>
              <a:path extrusionOk="0" h="168683" w="168683">
                <a:moveTo>
                  <a:pt x="84341" y="168683"/>
                </a:moveTo>
                <a:cubicBezTo>
                  <a:pt x="130890" y="168683"/>
                  <a:pt x="168683" y="130890"/>
                  <a:pt x="168683" y="84341"/>
                </a:cubicBezTo>
                <a:cubicBezTo>
                  <a:pt x="168683" y="37792"/>
                  <a:pt x="130890" y="0"/>
                  <a:pt x="84341" y="0"/>
                </a:cubicBezTo>
                <a:cubicBezTo>
                  <a:pt x="37792" y="0"/>
                  <a:pt x="0" y="37792"/>
                  <a:pt x="0" y="84341"/>
                </a:cubicBezTo>
                <a:cubicBezTo>
                  <a:pt x="0" y="130890"/>
                  <a:pt x="37792" y="168683"/>
                  <a:pt x="84341" y="168683"/>
                </a:cubicBezTo>
                <a:close/>
                <a:moveTo>
                  <a:pt x="112148" y="70076"/>
                </a:moveTo>
                <a:lnTo>
                  <a:pt x="85791" y="112246"/>
                </a:lnTo>
                <a:cubicBezTo>
                  <a:pt x="84407" y="114454"/>
                  <a:pt x="82035" y="115837"/>
                  <a:pt x="79432" y="115969"/>
                </a:cubicBezTo>
                <a:cubicBezTo>
                  <a:pt x="76830" y="116101"/>
                  <a:pt x="74326" y="114915"/>
                  <a:pt x="72777" y="112806"/>
                </a:cubicBezTo>
                <a:lnTo>
                  <a:pt x="56963" y="91721"/>
                </a:lnTo>
                <a:cubicBezTo>
                  <a:pt x="54328" y="88229"/>
                  <a:pt x="55052" y="83287"/>
                  <a:pt x="58545" y="80651"/>
                </a:cubicBezTo>
                <a:cubicBezTo>
                  <a:pt x="62037" y="78016"/>
                  <a:pt x="66979" y="78740"/>
                  <a:pt x="69614" y="82233"/>
                </a:cubicBezTo>
                <a:lnTo>
                  <a:pt x="78510" y="94093"/>
                </a:lnTo>
                <a:lnTo>
                  <a:pt x="98739" y="61708"/>
                </a:lnTo>
                <a:cubicBezTo>
                  <a:pt x="101045" y="58018"/>
                  <a:pt x="105921" y="56864"/>
                  <a:pt x="109644" y="59204"/>
                </a:cubicBezTo>
                <a:cubicBezTo>
                  <a:pt x="113367" y="61543"/>
                  <a:pt x="114487" y="66386"/>
                  <a:pt x="112148" y="70109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857470" y="3214340"/>
            <a:ext cx="97461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Dipraktekkan</a:t>
            </a:r>
            <a:endParaRPr b="0" i="0" sz="1600" u="none" cap="none" strike="noStrike"/>
          </a:p>
        </p:txBody>
      </p:sp>
      <p:sp>
        <p:nvSpPr>
          <p:cNvPr id="345" name="Google Shape;345;p9"/>
          <p:cNvSpPr/>
          <p:nvPr/>
        </p:nvSpPr>
        <p:spPr>
          <a:xfrm>
            <a:off x="4257111" y="1710254"/>
            <a:ext cx="3682902" cy="1921107"/>
          </a:xfrm>
          <a:custGeom>
            <a:rect b="b" l="l" r="r" t="t"/>
            <a:pathLst>
              <a:path extrusionOk="0" h="1921107" w="3682902">
                <a:moveTo>
                  <a:pt x="149942" y="0"/>
                </a:moveTo>
                <a:lnTo>
                  <a:pt x="3532960" y="0"/>
                </a:lnTo>
                <a:cubicBezTo>
                  <a:pt x="3615771" y="0"/>
                  <a:pt x="3682902" y="67131"/>
                  <a:pt x="3682902" y="149942"/>
                </a:cubicBezTo>
                <a:lnTo>
                  <a:pt x="3682902" y="1771164"/>
                </a:lnTo>
                <a:cubicBezTo>
                  <a:pt x="3682902" y="1853975"/>
                  <a:pt x="3615771" y="1921107"/>
                  <a:pt x="3532960" y="1921107"/>
                </a:cubicBezTo>
                <a:lnTo>
                  <a:pt x="149942" y="1921107"/>
                </a:lnTo>
                <a:cubicBezTo>
                  <a:pt x="67131" y="1921107"/>
                  <a:pt x="0" y="1853975"/>
                  <a:pt x="0" y="1771164"/>
                </a:cubicBezTo>
                <a:lnTo>
                  <a:pt x="0" y="149942"/>
                </a:lnTo>
                <a:cubicBezTo>
                  <a:pt x="0" y="67187"/>
                  <a:pt x="67187" y="0"/>
                  <a:pt x="149942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4449222" y="1902364"/>
            <a:ext cx="524790" cy="524790"/>
          </a:xfrm>
          <a:custGeom>
            <a:rect b="b" l="l" r="r" t="t"/>
            <a:pathLst>
              <a:path extrusionOk="0" h="524790" w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4599162" y="2052304"/>
            <a:ext cx="224910" cy="224910"/>
          </a:xfrm>
          <a:custGeom>
            <a:rect b="b" l="l" r="r" t="t"/>
            <a:pathLst>
              <a:path extrusionOk="0" h="224910" w="224910">
                <a:moveTo>
                  <a:pt x="98530" y="-1098"/>
                </a:moveTo>
                <a:cubicBezTo>
                  <a:pt x="107228" y="-6106"/>
                  <a:pt x="117946" y="-6106"/>
                  <a:pt x="126644" y="-1098"/>
                </a:cubicBezTo>
                <a:lnTo>
                  <a:pt x="203913" y="43488"/>
                </a:lnTo>
                <a:cubicBezTo>
                  <a:pt x="212610" y="48496"/>
                  <a:pt x="217969" y="57809"/>
                  <a:pt x="217969" y="67824"/>
                </a:cubicBezTo>
                <a:lnTo>
                  <a:pt x="217969" y="156998"/>
                </a:lnTo>
                <a:cubicBezTo>
                  <a:pt x="217969" y="167057"/>
                  <a:pt x="212610" y="176326"/>
                  <a:pt x="203913" y="181334"/>
                </a:cubicBezTo>
                <a:lnTo>
                  <a:pt x="126644" y="226008"/>
                </a:lnTo>
                <a:cubicBezTo>
                  <a:pt x="117946" y="231016"/>
                  <a:pt x="107228" y="231016"/>
                  <a:pt x="98530" y="226008"/>
                </a:cubicBezTo>
                <a:lnTo>
                  <a:pt x="21305" y="181422"/>
                </a:lnTo>
                <a:cubicBezTo>
                  <a:pt x="12607" y="176414"/>
                  <a:pt x="7248" y="167101"/>
                  <a:pt x="7248" y="157086"/>
                </a:cubicBezTo>
                <a:lnTo>
                  <a:pt x="7248" y="67912"/>
                </a:lnTo>
                <a:cubicBezTo>
                  <a:pt x="7248" y="57853"/>
                  <a:pt x="12607" y="48584"/>
                  <a:pt x="21305" y="43576"/>
                </a:cubicBezTo>
                <a:lnTo>
                  <a:pt x="98530" y="-1098"/>
                </a:lnTo>
                <a:close/>
                <a:moveTo>
                  <a:pt x="189812" y="157042"/>
                </a:moveTo>
                <a:lnTo>
                  <a:pt x="189812" y="84078"/>
                </a:lnTo>
                <a:lnTo>
                  <a:pt x="126644" y="120538"/>
                </a:lnTo>
                <a:lnTo>
                  <a:pt x="126644" y="193502"/>
                </a:lnTo>
                <a:lnTo>
                  <a:pt x="189812" y="157042"/>
                </a:ln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4449222" y="2577095"/>
            <a:ext cx="3392394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b="0" i="0" sz="1600" u="none" cap="none" strike="noStrike"/>
          </a:p>
        </p:txBody>
      </p:sp>
      <p:sp>
        <p:nvSpPr>
          <p:cNvPr id="349" name="Google Shape;349;p9"/>
          <p:cNvSpPr/>
          <p:nvPr/>
        </p:nvSpPr>
        <p:spPr>
          <a:xfrm>
            <a:off x="4449222" y="2914460"/>
            <a:ext cx="3364280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3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Fungsi App() sebagai komponen utama</a:t>
            </a:r>
            <a:endParaRPr b="0" i="0" sz="1600" u="none" cap="none" strike="noStrike"/>
          </a:p>
        </p:txBody>
      </p:sp>
      <p:sp>
        <p:nvSpPr>
          <p:cNvPr id="350" name="Google Shape;350;p9"/>
          <p:cNvSpPr/>
          <p:nvPr/>
        </p:nvSpPr>
        <p:spPr>
          <a:xfrm>
            <a:off x="4472650" y="3242453"/>
            <a:ext cx="168683" cy="168683"/>
          </a:xfrm>
          <a:custGeom>
            <a:rect b="b" l="l" r="r" t="t"/>
            <a:pathLst>
              <a:path extrusionOk="0" h="168683" w="168683">
                <a:moveTo>
                  <a:pt x="84341" y="168683"/>
                </a:moveTo>
                <a:cubicBezTo>
                  <a:pt x="130890" y="168683"/>
                  <a:pt x="168683" y="130890"/>
                  <a:pt x="168683" y="84341"/>
                </a:cubicBezTo>
                <a:cubicBezTo>
                  <a:pt x="168683" y="37792"/>
                  <a:pt x="130890" y="0"/>
                  <a:pt x="84341" y="0"/>
                </a:cubicBezTo>
                <a:cubicBezTo>
                  <a:pt x="37792" y="0"/>
                  <a:pt x="0" y="37792"/>
                  <a:pt x="0" y="84341"/>
                </a:cubicBezTo>
                <a:cubicBezTo>
                  <a:pt x="0" y="130890"/>
                  <a:pt x="37792" y="168683"/>
                  <a:pt x="84341" y="168683"/>
                </a:cubicBezTo>
                <a:close/>
                <a:moveTo>
                  <a:pt x="112148" y="70076"/>
                </a:moveTo>
                <a:lnTo>
                  <a:pt x="85791" y="112246"/>
                </a:lnTo>
                <a:cubicBezTo>
                  <a:pt x="84407" y="114454"/>
                  <a:pt x="82035" y="115837"/>
                  <a:pt x="79432" y="115969"/>
                </a:cubicBezTo>
                <a:cubicBezTo>
                  <a:pt x="76830" y="116101"/>
                  <a:pt x="74326" y="114915"/>
                  <a:pt x="72777" y="112806"/>
                </a:cubicBezTo>
                <a:lnTo>
                  <a:pt x="56963" y="91721"/>
                </a:lnTo>
                <a:cubicBezTo>
                  <a:pt x="54328" y="88229"/>
                  <a:pt x="55052" y="83287"/>
                  <a:pt x="58545" y="80651"/>
                </a:cubicBezTo>
                <a:cubicBezTo>
                  <a:pt x="62037" y="78016"/>
                  <a:pt x="66979" y="78740"/>
                  <a:pt x="69614" y="82233"/>
                </a:cubicBezTo>
                <a:lnTo>
                  <a:pt x="78510" y="94093"/>
                </a:lnTo>
                <a:lnTo>
                  <a:pt x="98739" y="61708"/>
                </a:lnTo>
                <a:cubicBezTo>
                  <a:pt x="101045" y="58018"/>
                  <a:pt x="105921" y="56864"/>
                  <a:pt x="109644" y="59204"/>
                </a:cubicBezTo>
                <a:cubicBezTo>
                  <a:pt x="113367" y="61543"/>
                  <a:pt x="114487" y="66386"/>
                  <a:pt x="112148" y="70109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4735045" y="3214340"/>
            <a:ext cx="97461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Dipraktekkan</a:t>
            </a:r>
            <a:endParaRPr b="0" i="0" sz="1600" u="none" cap="none" strike="noStrike"/>
          </a:p>
        </p:txBody>
      </p:sp>
      <p:sp>
        <p:nvSpPr>
          <p:cNvPr id="352" name="Google Shape;352;p9"/>
          <p:cNvSpPr/>
          <p:nvPr/>
        </p:nvSpPr>
        <p:spPr>
          <a:xfrm>
            <a:off x="8134687" y="1710254"/>
            <a:ext cx="3682902" cy="1921107"/>
          </a:xfrm>
          <a:custGeom>
            <a:rect b="b" l="l" r="r" t="t"/>
            <a:pathLst>
              <a:path extrusionOk="0" h="1921107" w="3682902">
                <a:moveTo>
                  <a:pt x="149942" y="0"/>
                </a:moveTo>
                <a:lnTo>
                  <a:pt x="3532960" y="0"/>
                </a:lnTo>
                <a:cubicBezTo>
                  <a:pt x="3615771" y="0"/>
                  <a:pt x="3682902" y="67131"/>
                  <a:pt x="3682902" y="149942"/>
                </a:cubicBezTo>
                <a:lnTo>
                  <a:pt x="3682902" y="1771164"/>
                </a:lnTo>
                <a:cubicBezTo>
                  <a:pt x="3682902" y="1853975"/>
                  <a:pt x="3615771" y="1921107"/>
                  <a:pt x="3532960" y="1921107"/>
                </a:cubicBezTo>
                <a:lnTo>
                  <a:pt x="149942" y="1921107"/>
                </a:lnTo>
                <a:cubicBezTo>
                  <a:pt x="67131" y="1921107"/>
                  <a:pt x="0" y="1853975"/>
                  <a:pt x="0" y="1771164"/>
                </a:cubicBezTo>
                <a:lnTo>
                  <a:pt x="0" y="149942"/>
                </a:lnTo>
                <a:cubicBezTo>
                  <a:pt x="0" y="67187"/>
                  <a:pt x="67187" y="0"/>
                  <a:pt x="149942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8326797" y="1902364"/>
            <a:ext cx="524790" cy="524790"/>
          </a:xfrm>
          <a:custGeom>
            <a:rect b="b" l="l" r="r" t="t"/>
            <a:pathLst>
              <a:path extrusionOk="0" h="524790" w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8476738" y="2052304"/>
            <a:ext cx="224910" cy="224910"/>
          </a:xfrm>
          <a:custGeom>
            <a:rect b="b" l="l" r="r" t="t"/>
            <a:pathLst>
              <a:path extrusionOk="0" h="224910" w="224910">
                <a:moveTo>
                  <a:pt x="28114" y="28114"/>
                </a:moveTo>
                <a:cubicBezTo>
                  <a:pt x="12607" y="28114"/>
                  <a:pt x="0" y="40721"/>
                  <a:pt x="0" y="56228"/>
                </a:cubicBezTo>
                <a:lnTo>
                  <a:pt x="0" y="59478"/>
                </a:lnTo>
                <a:cubicBezTo>
                  <a:pt x="0" y="62465"/>
                  <a:pt x="1933" y="65013"/>
                  <a:pt x="4437" y="66638"/>
                </a:cubicBezTo>
                <a:cubicBezTo>
                  <a:pt x="10235" y="70416"/>
                  <a:pt x="14057" y="76917"/>
                  <a:pt x="14057" y="84341"/>
                </a:cubicBezTo>
                <a:cubicBezTo>
                  <a:pt x="14057" y="91765"/>
                  <a:pt x="10235" y="98266"/>
                  <a:pt x="4437" y="102044"/>
                </a:cubicBezTo>
                <a:cubicBezTo>
                  <a:pt x="1933" y="103669"/>
                  <a:pt x="0" y="106217"/>
                  <a:pt x="0" y="109204"/>
                </a:cubicBezTo>
                <a:lnTo>
                  <a:pt x="0" y="133540"/>
                </a:lnTo>
                <a:lnTo>
                  <a:pt x="224910" y="133540"/>
                </a:lnTo>
                <a:lnTo>
                  <a:pt x="224910" y="109204"/>
                </a:lnTo>
                <a:cubicBezTo>
                  <a:pt x="224910" y="106217"/>
                  <a:pt x="222977" y="103669"/>
                  <a:pt x="220473" y="102044"/>
                </a:cubicBezTo>
                <a:cubicBezTo>
                  <a:pt x="214675" y="98266"/>
                  <a:pt x="210853" y="91765"/>
                  <a:pt x="210853" y="84341"/>
                </a:cubicBezTo>
                <a:cubicBezTo>
                  <a:pt x="210853" y="76917"/>
                  <a:pt x="214675" y="70416"/>
                  <a:pt x="220473" y="66638"/>
                </a:cubicBezTo>
                <a:cubicBezTo>
                  <a:pt x="222977" y="65013"/>
                  <a:pt x="224910" y="62465"/>
                  <a:pt x="224910" y="59478"/>
                </a:cubicBezTo>
                <a:lnTo>
                  <a:pt x="224910" y="56228"/>
                </a:lnTo>
                <a:cubicBezTo>
                  <a:pt x="224910" y="40721"/>
                  <a:pt x="212303" y="28114"/>
                  <a:pt x="196796" y="28114"/>
                </a:cubicBezTo>
                <a:lnTo>
                  <a:pt x="28114" y="28114"/>
                </a:lnTo>
                <a:close/>
                <a:moveTo>
                  <a:pt x="224910" y="182739"/>
                </a:moveTo>
                <a:lnTo>
                  <a:pt x="224910" y="154626"/>
                </a:lnTo>
                <a:lnTo>
                  <a:pt x="0" y="154626"/>
                </a:lnTo>
                <a:lnTo>
                  <a:pt x="0" y="182739"/>
                </a:lnTo>
                <a:cubicBezTo>
                  <a:pt x="0" y="190515"/>
                  <a:pt x="6282" y="196796"/>
                  <a:pt x="14057" y="196796"/>
                </a:cubicBezTo>
                <a:lnTo>
                  <a:pt x="42171" y="196796"/>
                </a:lnTo>
                <a:lnTo>
                  <a:pt x="42171" y="186254"/>
                </a:lnTo>
                <a:cubicBezTo>
                  <a:pt x="42171" y="180411"/>
                  <a:pt x="46871" y="175711"/>
                  <a:pt x="52713" y="175711"/>
                </a:cubicBezTo>
                <a:cubicBezTo>
                  <a:pt x="58556" y="175711"/>
                  <a:pt x="63256" y="180411"/>
                  <a:pt x="63256" y="186254"/>
                </a:cubicBezTo>
                <a:lnTo>
                  <a:pt x="63256" y="196796"/>
                </a:lnTo>
                <a:lnTo>
                  <a:pt x="101912" y="196796"/>
                </a:lnTo>
                <a:lnTo>
                  <a:pt x="101912" y="186254"/>
                </a:lnTo>
                <a:cubicBezTo>
                  <a:pt x="101912" y="180411"/>
                  <a:pt x="106613" y="175711"/>
                  <a:pt x="112455" y="175711"/>
                </a:cubicBezTo>
                <a:cubicBezTo>
                  <a:pt x="118297" y="175711"/>
                  <a:pt x="122998" y="180411"/>
                  <a:pt x="122998" y="186254"/>
                </a:cubicBezTo>
                <a:lnTo>
                  <a:pt x="122998" y="196796"/>
                </a:lnTo>
                <a:lnTo>
                  <a:pt x="161654" y="196796"/>
                </a:lnTo>
                <a:lnTo>
                  <a:pt x="161654" y="186254"/>
                </a:lnTo>
                <a:cubicBezTo>
                  <a:pt x="161654" y="180411"/>
                  <a:pt x="166354" y="175711"/>
                  <a:pt x="172197" y="175711"/>
                </a:cubicBezTo>
                <a:cubicBezTo>
                  <a:pt x="178039" y="175711"/>
                  <a:pt x="182739" y="180411"/>
                  <a:pt x="182739" y="186254"/>
                </a:cubicBezTo>
                <a:lnTo>
                  <a:pt x="182739" y="196796"/>
                </a:lnTo>
                <a:lnTo>
                  <a:pt x="210853" y="196796"/>
                </a:lnTo>
                <a:cubicBezTo>
                  <a:pt x="218628" y="196796"/>
                  <a:pt x="224910" y="190515"/>
                  <a:pt x="224910" y="182739"/>
                </a:cubicBezTo>
                <a:close/>
                <a:moveTo>
                  <a:pt x="70284" y="70284"/>
                </a:moveTo>
                <a:lnTo>
                  <a:pt x="70284" y="98398"/>
                </a:lnTo>
                <a:cubicBezTo>
                  <a:pt x="70284" y="106173"/>
                  <a:pt x="64003" y="112455"/>
                  <a:pt x="56228" y="112455"/>
                </a:cubicBezTo>
                <a:cubicBezTo>
                  <a:pt x="48452" y="112455"/>
                  <a:pt x="42171" y="106173"/>
                  <a:pt x="42171" y="98398"/>
                </a:cubicBezTo>
                <a:lnTo>
                  <a:pt x="42171" y="70284"/>
                </a:lnTo>
                <a:cubicBezTo>
                  <a:pt x="42171" y="62509"/>
                  <a:pt x="48452" y="56228"/>
                  <a:pt x="56228" y="56228"/>
                </a:cubicBezTo>
                <a:cubicBezTo>
                  <a:pt x="64003" y="56228"/>
                  <a:pt x="70284" y="62509"/>
                  <a:pt x="70284" y="70284"/>
                </a:cubicBezTo>
                <a:close/>
                <a:moveTo>
                  <a:pt x="126512" y="70284"/>
                </a:moveTo>
                <a:lnTo>
                  <a:pt x="126512" y="98398"/>
                </a:lnTo>
                <a:cubicBezTo>
                  <a:pt x="126512" y="106173"/>
                  <a:pt x="120230" y="112455"/>
                  <a:pt x="112455" y="112455"/>
                </a:cubicBezTo>
                <a:cubicBezTo>
                  <a:pt x="104680" y="112455"/>
                  <a:pt x="98398" y="106173"/>
                  <a:pt x="98398" y="98398"/>
                </a:cubicBezTo>
                <a:lnTo>
                  <a:pt x="98398" y="70284"/>
                </a:lnTo>
                <a:cubicBezTo>
                  <a:pt x="98398" y="62509"/>
                  <a:pt x="104680" y="56228"/>
                  <a:pt x="112455" y="56228"/>
                </a:cubicBezTo>
                <a:cubicBezTo>
                  <a:pt x="120230" y="56228"/>
                  <a:pt x="126512" y="62509"/>
                  <a:pt x="126512" y="70284"/>
                </a:cubicBezTo>
                <a:close/>
                <a:moveTo>
                  <a:pt x="182739" y="70284"/>
                </a:moveTo>
                <a:lnTo>
                  <a:pt x="182739" y="98398"/>
                </a:lnTo>
                <a:cubicBezTo>
                  <a:pt x="182739" y="106173"/>
                  <a:pt x="176458" y="112455"/>
                  <a:pt x="168683" y="112455"/>
                </a:cubicBezTo>
                <a:cubicBezTo>
                  <a:pt x="160907" y="112455"/>
                  <a:pt x="154626" y="106173"/>
                  <a:pt x="154626" y="98398"/>
                </a:cubicBezTo>
                <a:lnTo>
                  <a:pt x="154626" y="70284"/>
                </a:lnTo>
                <a:cubicBezTo>
                  <a:pt x="154626" y="62509"/>
                  <a:pt x="160907" y="56228"/>
                  <a:pt x="168683" y="56228"/>
                </a:cubicBezTo>
                <a:cubicBezTo>
                  <a:pt x="176458" y="56228"/>
                  <a:pt x="182739" y="62509"/>
                  <a:pt x="182739" y="70284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8326797" y="2577095"/>
            <a:ext cx="3392394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useState</a:t>
            </a:r>
            <a:endParaRPr b="0" i="0" sz="1600" u="none" cap="none" strike="noStrike"/>
          </a:p>
        </p:txBody>
      </p:sp>
      <p:sp>
        <p:nvSpPr>
          <p:cNvPr id="356" name="Google Shape;356;p9"/>
          <p:cNvSpPr/>
          <p:nvPr/>
        </p:nvSpPr>
        <p:spPr>
          <a:xfrm>
            <a:off x="8326797" y="2914460"/>
            <a:ext cx="3364280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3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Mengelola data saldo, list transaksi, form</a:t>
            </a:r>
            <a:endParaRPr b="0" i="0" sz="1600" u="none" cap="none" strike="noStrike"/>
          </a:p>
        </p:txBody>
      </p:sp>
      <p:sp>
        <p:nvSpPr>
          <p:cNvPr id="357" name="Google Shape;357;p9"/>
          <p:cNvSpPr/>
          <p:nvPr/>
        </p:nvSpPr>
        <p:spPr>
          <a:xfrm>
            <a:off x="8350226" y="3242453"/>
            <a:ext cx="168683" cy="168683"/>
          </a:xfrm>
          <a:custGeom>
            <a:rect b="b" l="l" r="r" t="t"/>
            <a:pathLst>
              <a:path extrusionOk="0" h="168683" w="168683">
                <a:moveTo>
                  <a:pt x="84341" y="168683"/>
                </a:moveTo>
                <a:cubicBezTo>
                  <a:pt x="130890" y="168683"/>
                  <a:pt x="168683" y="130890"/>
                  <a:pt x="168683" y="84341"/>
                </a:cubicBezTo>
                <a:cubicBezTo>
                  <a:pt x="168683" y="37792"/>
                  <a:pt x="130890" y="0"/>
                  <a:pt x="84341" y="0"/>
                </a:cubicBezTo>
                <a:cubicBezTo>
                  <a:pt x="37792" y="0"/>
                  <a:pt x="0" y="37792"/>
                  <a:pt x="0" y="84341"/>
                </a:cubicBezTo>
                <a:cubicBezTo>
                  <a:pt x="0" y="130890"/>
                  <a:pt x="37792" y="168683"/>
                  <a:pt x="84341" y="168683"/>
                </a:cubicBezTo>
                <a:close/>
                <a:moveTo>
                  <a:pt x="112148" y="70076"/>
                </a:moveTo>
                <a:lnTo>
                  <a:pt x="85791" y="112246"/>
                </a:lnTo>
                <a:cubicBezTo>
                  <a:pt x="84407" y="114454"/>
                  <a:pt x="82035" y="115837"/>
                  <a:pt x="79432" y="115969"/>
                </a:cubicBezTo>
                <a:cubicBezTo>
                  <a:pt x="76830" y="116101"/>
                  <a:pt x="74326" y="114915"/>
                  <a:pt x="72777" y="112806"/>
                </a:cubicBezTo>
                <a:lnTo>
                  <a:pt x="56963" y="91721"/>
                </a:lnTo>
                <a:cubicBezTo>
                  <a:pt x="54328" y="88229"/>
                  <a:pt x="55052" y="83287"/>
                  <a:pt x="58545" y="80651"/>
                </a:cubicBezTo>
                <a:cubicBezTo>
                  <a:pt x="62037" y="78016"/>
                  <a:pt x="66979" y="78740"/>
                  <a:pt x="69614" y="82233"/>
                </a:cubicBezTo>
                <a:lnTo>
                  <a:pt x="78510" y="94093"/>
                </a:lnTo>
                <a:lnTo>
                  <a:pt x="98739" y="61708"/>
                </a:lnTo>
                <a:cubicBezTo>
                  <a:pt x="101045" y="58018"/>
                  <a:pt x="105921" y="56864"/>
                  <a:pt x="109644" y="59204"/>
                </a:cubicBezTo>
                <a:cubicBezTo>
                  <a:pt x="113367" y="61543"/>
                  <a:pt x="114487" y="66386"/>
                  <a:pt x="112148" y="70109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8612621" y="3214340"/>
            <a:ext cx="97461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Dipraktekkan</a:t>
            </a:r>
            <a:endParaRPr b="0" i="0" sz="1600" u="none" cap="none" strike="noStrike"/>
          </a:p>
        </p:txBody>
      </p:sp>
      <p:sp>
        <p:nvSpPr>
          <p:cNvPr id="359" name="Google Shape;359;p9"/>
          <p:cNvSpPr/>
          <p:nvPr/>
        </p:nvSpPr>
        <p:spPr>
          <a:xfrm>
            <a:off x="379536" y="3828157"/>
            <a:ext cx="3682902" cy="1921107"/>
          </a:xfrm>
          <a:custGeom>
            <a:rect b="b" l="l" r="r" t="t"/>
            <a:pathLst>
              <a:path extrusionOk="0" h="1921107" w="3682902">
                <a:moveTo>
                  <a:pt x="149942" y="0"/>
                </a:moveTo>
                <a:lnTo>
                  <a:pt x="3532960" y="0"/>
                </a:lnTo>
                <a:cubicBezTo>
                  <a:pt x="3615771" y="0"/>
                  <a:pt x="3682902" y="67131"/>
                  <a:pt x="3682902" y="149942"/>
                </a:cubicBezTo>
                <a:lnTo>
                  <a:pt x="3682902" y="1771164"/>
                </a:lnTo>
                <a:cubicBezTo>
                  <a:pt x="3682902" y="1853975"/>
                  <a:pt x="3615771" y="1921107"/>
                  <a:pt x="3532960" y="1921107"/>
                </a:cubicBezTo>
                <a:lnTo>
                  <a:pt x="149942" y="1921107"/>
                </a:lnTo>
                <a:cubicBezTo>
                  <a:pt x="67131" y="1921107"/>
                  <a:pt x="0" y="1853975"/>
                  <a:pt x="0" y="1771164"/>
                </a:cubicBezTo>
                <a:lnTo>
                  <a:pt x="0" y="149942"/>
                </a:lnTo>
                <a:cubicBezTo>
                  <a:pt x="0" y="67187"/>
                  <a:pt x="67187" y="0"/>
                  <a:pt x="149942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571646" y="4020267"/>
            <a:ext cx="524790" cy="524790"/>
          </a:xfrm>
          <a:custGeom>
            <a:rect b="b" l="l" r="r" t="t"/>
            <a:pathLst>
              <a:path extrusionOk="0" h="524790" w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735643" y="4170208"/>
            <a:ext cx="196796" cy="224910"/>
          </a:xfrm>
          <a:custGeom>
            <a:rect b="b" l="l" r="r" t="t"/>
            <a:pathLst>
              <a:path extrusionOk="0" h="224910" w="196796">
                <a:moveTo>
                  <a:pt x="33956" y="1098"/>
                </a:moveTo>
                <a:cubicBezTo>
                  <a:pt x="37514" y="-703"/>
                  <a:pt x="41819" y="-307"/>
                  <a:pt x="44982" y="2109"/>
                </a:cubicBezTo>
                <a:lnTo>
                  <a:pt x="185551" y="107491"/>
                </a:lnTo>
                <a:cubicBezTo>
                  <a:pt x="189197" y="110215"/>
                  <a:pt x="190646" y="114959"/>
                  <a:pt x="189241" y="119264"/>
                </a:cubicBezTo>
                <a:cubicBezTo>
                  <a:pt x="187835" y="123569"/>
                  <a:pt x="183794" y="126468"/>
                  <a:pt x="179225" y="126468"/>
                </a:cubicBezTo>
                <a:lnTo>
                  <a:pt x="112323" y="126468"/>
                </a:lnTo>
                <a:lnTo>
                  <a:pt x="151375" y="204528"/>
                </a:lnTo>
                <a:cubicBezTo>
                  <a:pt x="154845" y="211468"/>
                  <a:pt x="152034" y="219902"/>
                  <a:pt x="145093" y="223373"/>
                </a:cubicBezTo>
                <a:cubicBezTo>
                  <a:pt x="138153" y="226843"/>
                  <a:pt x="129719" y="224032"/>
                  <a:pt x="126248" y="217091"/>
                </a:cubicBezTo>
                <a:lnTo>
                  <a:pt x="87197" y="139031"/>
                </a:lnTo>
                <a:lnTo>
                  <a:pt x="47091" y="192535"/>
                </a:lnTo>
                <a:cubicBezTo>
                  <a:pt x="44367" y="196181"/>
                  <a:pt x="39623" y="197631"/>
                  <a:pt x="35318" y="196225"/>
                </a:cubicBezTo>
                <a:cubicBezTo>
                  <a:pt x="31013" y="194820"/>
                  <a:pt x="28114" y="190778"/>
                  <a:pt x="28114" y="186254"/>
                </a:cubicBezTo>
                <a:lnTo>
                  <a:pt x="28114" y="10543"/>
                </a:lnTo>
                <a:cubicBezTo>
                  <a:pt x="28114" y="6545"/>
                  <a:pt x="30354" y="2899"/>
                  <a:pt x="33956" y="1098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571646" y="4694998"/>
            <a:ext cx="3392394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 Handling</a:t>
            </a:r>
            <a:endParaRPr b="0" i="0" sz="1600" u="none" cap="none" strike="noStrike"/>
          </a:p>
        </p:txBody>
      </p:sp>
      <p:sp>
        <p:nvSpPr>
          <p:cNvPr id="363" name="Google Shape;363;p9"/>
          <p:cNvSpPr/>
          <p:nvPr/>
        </p:nvSpPr>
        <p:spPr>
          <a:xfrm>
            <a:off x="571646" y="5032363"/>
            <a:ext cx="3364280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3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onSubmit, onChange untuk interaksi user</a:t>
            </a:r>
            <a:endParaRPr b="0" i="0" sz="1600" u="none" cap="none" strike="noStrike"/>
          </a:p>
        </p:txBody>
      </p:sp>
      <p:sp>
        <p:nvSpPr>
          <p:cNvPr id="364" name="Google Shape;364;p9"/>
          <p:cNvSpPr/>
          <p:nvPr/>
        </p:nvSpPr>
        <p:spPr>
          <a:xfrm>
            <a:off x="595075" y="5360357"/>
            <a:ext cx="168683" cy="168683"/>
          </a:xfrm>
          <a:custGeom>
            <a:rect b="b" l="l" r="r" t="t"/>
            <a:pathLst>
              <a:path extrusionOk="0" h="168683" w="168683">
                <a:moveTo>
                  <a:pt x="84341" y="168683"/>
                </a:moveTo>
                <a:cubicBezTo>
                  <a:pt x="130890" y="168683"/>
                  <a:pt x="168683" y="130890"/>
                  <a:pt x="168683" y="84341"/>
                </a:cubicBezTo>
                <a:cubicBezTo>
                  <a:pt x="168683" y="37792"/>
                  <a:pt x="130890" y="0"/>
                  <a:pt x="84341" y="0"/>
                </a:cubicBezTo>
                <a:cubicBezTo>
                  <a:pt x="37792" y="0"/>
                  <a:pt x="0" y="37792"/>
                  <a:pt x="0" y="84341"/>
                </a:cubicBezTo>
                <a:cubicBezTo>
                  <a:pt x="0" y="130890"/>
                  <a:pt x="37792" y="168683"/>
                  <a:pt x="84341" y="168683"/>
                </a:cubicBezTo>
                <a:close/>
                <a:moveTo>
                  <a:pt x="112148" y="70076"/>
                </a:moveTo>
                <a:lnTo>
                  <a:pt x="85791" y="112246"/>
                </a:lnTo>
                <a:cubicBezTo>
                  <a:pt x="84407" y="114454"/>
                  <a:pt x="82035" y="115837"/>
                  <a:pt x="79432" y="115969"/>
                </a:cubicBezTo>
                <a:cubicBezTo>
                  <a:pt x="76830" y="116101"/>
                  <a:pt x="74326" y="114915"/>
                  <a:pt x="72777" y="112806"/>
                </a:cubicBezTo>
                <a:lnTo>
                  <a:pt x="56963" y="91721"/>
                </a:lnTo>
                <a:cubicBezTo>
                  <a:pt x="54328" y="88229"/>
                  <a:pt x="55052" y="83287"/>
                  <a:pt x="58545" y="80651"/>
                </a:cubicBezTo>
                <a:cubicBezTo>
                  <a:pt x="62037" y="78016"/>
                  <a:pt x="66979" y="78740"/>
                  <a:pt x="69614" y="82233"/>
                </a:cubicBezTo>
                <a:lnTo>
                  <a:pt x="78510" y="94093"/>
                </a:lnTo>
                <a:lnTo>
                  <a:pt x="98739" y="61708"/>
                </a:lnTo>
                <a:cubicBezTo>
                  <a:pt x="101045" y="58018"/>
                  <a:pt x="105921" y="56864"/>
                  <a:pt x="109644" y="59204"/>
                </a:cubicBezTo>
                <a:cubicBezTo>
                  <a:pt x="113367" y="61543"/>
                  <a:pt x="114487" y="66386"/>
                  <a:pt x="112148" y="70109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857470" y="5332243"/>
            <a:ext cx="97461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Dipraktekkan</a:t>
            </a:r>
            <a:endParaRPr b="0" i="0" sz="1600" u="none" cap="none" strike="noStrike"/>
          </a:p>
        </p:txBody>
      </p:sp>
      <p:sp>
        <p:nvSpPr>
          <p:cNvPr id="366" name="Google Shape;366;p9"/>
          <p:cNvSpPr/>
          <p:nvPr/>
        </p:nvSpPr>
        <p:spPr>
          <a:xfrm>
            <a:off x="4257111" y="3828157"/>
            <a:ext cx="3682902" cy="1921107"/>
          </a:xfrm>
          <a:custGeom>
            <a:rect b="b" l="l" r="r" t="t"/>
            <a:pathLst>
              <a:path extrusionOk="0" h="1921107" w="3682902">
                <a:moveTo>
                  <a:pt x="149942" y="0"/>
                </a:moveTo>
                <a:lnTo>
                  <a:pt x="3532960" y="0"/>
                </a:lnTo>
                <a:cubicBezTo>
                  <a:pt x="3615771" y="0"/>
                  <a:pt x="3682902" y="67131"/>
                  <a:pt x="3682902" y="149942"/>
                </a:cubicBezTo>
                <a:lnTo>
                  <a:pt x="3682902" y="1771164"/>
                </a:lnTo>
                <a:cubicBezTo>
                  <a:pt x="3682902" y="1853975"/>
                  <a:pt x="3615771" y="1921107"/>
                  <a:pt x="3532960" y="1921107"/>
                </a:cubicBezTo>
                <a:lnTo>
                  <a:pt x="149942" y="1921107"/>
                </a:lnTo>
                <a:cubicBezTo>
                  <a:pt x="67131" y="1921107"/>
                  <a:pt x="0" y="1853975"/>
                  <a:pt x="0" y="1771164"/>
                </a:cubicBezTo>
                <a:lnTo>
                  <a:pt x="0" y="149942"/>
                </a:lnTo>
                <a:cubicBezTo>
                  <a:pt x="0" y="67187"/>
                  <a:pt x="67187" y="0"/>
                  <a:pt x="149942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4449222" y="4020267"/>
            <a:ext cx="524790" cy="524790"/>
          </a:xfrm>
          <a:custGeom>
            <a:rect b="b" l="l" r="r" t="t"/>
            <a:pathLst>
              <a:path extrusionOk="0" h="524790" w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4599162" y="4170208"/>
            <a:ext cx="224910" cy="224910"/>
          </a:xfrm>
          <a:custGeom>
            <a:rect b="b" l="l" r="r" t="t"/>
            <a:pathLst>
              <a:path extrusionOk="0" h="224910" w="224910">
                <a:moveTo>
                  <a:pt x="0" y="31628"/>
                </a:moveTo>
                <a:cubicBezTo>
                  <a:pt x="0" y="25830"/>
                  <a:pt x="4700" y="21085"/>
                  <a:pt x="10543" y="21085"/>
                </a:cubicBezTo>
                <a:lnTo>
                  <a:pt x="31628" y="21085"/>
                </a:lnTo>
                <a:cubicBezTo>
                  <a:pt x="37470" y="21085"/>
                  <a:pt x="42171" y="25786"/>
                  <a:pt x="42171" y="31628"/>
                </a:cubicBezTo>
                <a:lnTo>
                  <a:pt x="42171" y="77313"/>
                </a:lnTo>
                <a:lnTo>
                  <a:pt x="52713" y="77313"/>
                </a:lnTo>
                <a:cubicBezTo>
                  <a:pt x="58556" y="77313"/>
                  <a:pt x="63256" y="82013"/>
                  <a:pt x="63256" y="87855"/>
                </a:cubicBezTo>
                <a:cubicBezTo>
                  <a:pt x="63256" y="93698"/>
                  <a:pt x="58556" y="98398"/>
                  <a:pt x="52713" y="98398"/>
                </a:cubicBezTo>
                <a:lnTo>
                  <a:pt x="10543" y="98398"/>
                </a:lnTo>
                <a:cubicBezTo>
                  <a:pt x="4700" y="98398"/>
                  <a:pt x="0" y="93698"/>
                  <a:pt x="0" y="87855"/>
                </a:cubicBezTo>
                <a:cubicBezTo>
                  <a:pt x="0" y="82013"/>
                  <a:pt x="4700" y="77313"/>
                  <a:pt x="10543" y="77313"/>
                </a:cubicBezTo>
                <a:lnTo>
                  <a:pt x="21085" y="77313"/>
                </a:lnTo>
                <a:lnTo>
                  <a:pt x="21085" y="42171"/>
                </a:lnTo>
                <a:lnTo>
                  <a:pt x="10543" y="42171"/>
                </a:lnTo>
                <a:cubicBezTo>
                  <a:pt x="4700" y="42171"/>
                  <a:pt x="0" y="37470"/>
                  <a:pt x="0" y="31628"/>
                </a:cubicBezTo>
                <a:close/>
                <a:moveTo>
                  <a:pt x="13354" y="132310"/>
                </a:moveTo>
                <a:cubicBezTo>
                  <a:pt x="18362" y="128533"/>
                  <a:pt x="24468" y="126512"/>
                  <a:pt x="30749" y="126512"/>
                </a:cubicBezTo>
                <a:lnTo>
                  <a:pt x="32902" y="126512"/>
                </a:lnTo>
                <a:cubicBezTo>
                  <a:pt x="47706" y="126512"/>
                  <a:pt x="59742" y="138548"/>
                  <a:pt x="59742" y="153352"/>
                </a:cubicBezTo>
                <a:cubicBezTo>
                  <a:pt x="59742" y="161962"/>
                  <a:pt x="55613" y="170000"/>
                  <a:pt x="48672" y="175052"/>
                </a:cubicBezTo>
                <a:lnTo>
                  <a:pt x="38129" y="182739"/>
                </a:lnTo>
                <a:lnTo>
                  <a:pt x="52713" y="182739"/>
                </a:lnTo>
                <a:cubicBezTo>
                  <a:pt x="58556" y="182739"/>
                  <a:pt x="63256" y="187440"/>
                  <a:pt x="63256" y="193282"/>
                </a:cubicBezTo>
                <a:cubicBezTo>
                  <a:pt x="63256" y="199124"/>
                  <a:pt x="58556" y="203825"/>
                  <a:pt x="52713" y="203825"/>
                </a:cubicBezTo>
                <a:lnTo>
                  <a:pt x="12871" y="203825"/>
                </a:lnTo>
                <a:cubicBezTo>
                  <a:pt x="5755" y="203825"/>
                  <a:pt x="0" y="198070"/>
                  <a:pt x="0" y="190954"/>
                </a:cubicBezTo>
                <a:cubicBezTo>
                  <a:pt x="0" y="186825"/>
                  <a:pt x="1977" y="182959"/>
                  <a:pt x="5315" y="180543"/>
                </a:cubicBezTo>
                <a:lnTo>
                  <a:pt x="36284" y="158008"/>
                </a:lnTo>
                <a:cubicBezTo>
                  <a:pt x="37778" y="156910"/>
                  <a:pt x="38656" y="155197"/>
                  <a:pt x="38656" y="153352"/>
                </a:cubicBezTo>
                <a:cubicBezTo>
                  <a:pt x="38656" y="150189"/>
                  <a:pt x="36065" y="147597"/>
                  <a:pt x="32902" y="147597"/>
                </a:cubicBezTo>
                <a:lnTo>
                  <a:pt x="30749" y="147597"/>
                </a:lnTo>
                <a:cubicBezTo>
                  <a:pt x="29036" y="147597"/>
                  <a:pt x="27367" y="148168"/>
                  <a:pt x="26005" y="149179"/>
                </a:cubicBezTo>
                <a:lnTo>
                  <a:pt x="16868" y="156031"/>
                </a:lnTo>
                <a:cubicBezTo>
                  <a:pt x="12212" y="159546"/>
                  <a:pt x="5623" y="158579"/>
                  <a:pt x="2109" y="153923"/>
                </a:cubicBezTo>
                <a:cubicBezTo>
                  <a:pt x="-1406" y="149266"/>
                  <a:pt x="-439" y="142677"/>
                  <a:pt x="4217" y="139163"/>
                </a:cubicBezTo>
                <a:lnTo>
                  <a:pt x="13354" y="132310"/>
                </a:lnTo>
                <a:close/>
                <a:moveTo>
                  <a:pt x="98398" y="28114"/>
                </a:moveTo>
                <a:lnTo>
                  <a:pt x="210853" y="28114"/>
                </a:lnTo>
                <a:cubicBezTo>
                  <a:pt x="218628" y="28114"/>
                  <a:pt x="224910" y="34395"/>
                  <a:pt x="224910" y="42171"/>
                </a:cubicBezTo>
                <a:cubicBezTo>
                  <a:pt x="224910" y="49946"/>
                  <a:pt x="218628" y="56228"/>
                  <a:pt x="210853" y="56228"/>
                </a:cubicBezTo>
                <a:lnTo>
                  <a:pt x="98398" y="56228"/>
                </a:lnTo>
                <a:cubicBezTo>
                  <a:pt x="90623" y="56228"/>
                  <a:pt x="84341" y="49946"/>
                  <a:pt x="84341" y="42171"/>
                </a:cubicBezTo>
                <a:cubicBezTo>
                  <a:pt x="84341" y="34395"/>
                  <a:pt x="90623" y="28114"/>
                  <a:pt x="98398" y="28114"/>
                </a:cubicBezTo>
                <a:close/>
                <a:moveTo>
                  <a:pt x="98398" y="98398"/>
                </a:moveTo>
                <a:lnTo>
                  <a:pt x="210853" y="98398"/>
                </a:lnTo>
                <a:cubicBezTo>
                  <a:pt x="218628" y="98398"/>
                  <a:pt x="224910" y="104680"/>
                  <a:pt x="224910" y="112455"/>
                </a:cubicBezTo>
                <a:cubicBezTo>
                  <a:pt x="224910" y="120230"/>
                  <a:pt x="218628" y="126512"/>
                  <a:pt x="210853" y="126512"/>
                </a:cubicBezTo>
                <a:lnTo>
                  <a:pt x="98398" y="126512"/>
                </a:lnTo>
                <a:cubicBezTo>
                  <a:pt x="90623" y="126512"/>
                  <a:pt x="84341" y="120230"/>
                  <a:pt x="84341" y="112455"/>
                </a:cubicBezTo>
                <a:cubicBezTo>
                  <a:pt x="84341" y="104680"/>
                  <a:pt x="90623" y="98398"/>
                  <a:pt x="98398" y="98398"/>
                </a:cubicBezTo>
                <a:close/>
                <a:moveTo>
                  <a:pt x="98398" y="168683"/>
                </a:moveTo>
                <a:lnTo>
                  <a:pt x="210853" y="168683"/>
                </a:lnTo>
                <a:cubicBezTo>
                  <a:pt x="218628" y="168683"/>
                  <a:pt x="224910" y="174964"/>
                  <a:pt x="224910" y="182739"/>
                </a:cubicBezTo>
                <a:cubicBezTo>
                  <a:pt x="224910" y="190515"/>
                  <a:pt x="218628" y="196796"/>
                  <a:pt x="210853" y="196796"/>
                </a:cubicBezTo>
                <a:lnTo>
                  <a:pt x="98398" y="196796"/>
                </a:lnTo>
                <a:cubicBezTo>
                  <a:pt x="90623" y="196796"/>
                  <a:pt x="84341" y="190515"/>
                  <a:pt x="84341" y="182739"/>
                </a:cubicBezTo>
                <a:cubicBezTo>
                  <a:pt x="84341" y="174964"/>
                  <a:pt x="90623" y="168683"/>
                  <a:pt x="98398" y="168683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4449222" y="4694998"/>
            <a:ext cx="3392394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Render List</a:t>
            </a:r>
            <a:endParaRPr b="0" i="0" sz="1600" u="none" cap="none" strike="noStrike"/>
          </a:p>
        </p:txBody>
      </p:sp>
      <p:sp>
        <p:nvSpPr>
          <p:cNvPr id="370" name="Google Shape;370;p9"/>
          <p:cNvSpPr/>
          <p:nvPr/>
        </p:nvSpPr>
        <p:spPr>
          <a:xfrm>
            <a:off x="4449222" y="5032363"/>
            <a:ext cx="3364280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3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.map() untuk menampilkan array data</a:t>
            </a:r>
            <a:endParaRPr b="0" i="0" sz="1600" u="none" cap="none" strike="noStrike"/>
          </a:p>
        </p:txBody>
      </p:sp>
      <p:sp>
        <p:nvSpPr>
          <p:cNvPr id="371" name="Google Shape;371;p9"/>
          <p:cNvSpPr/>
          <p:nvPr/>
        </p:nvSpPr>
        <p:spPr>
          <a:xfrm>
            <a:off x="4472650" y="5360357"/>
            <a:ext cx="168683" cy="168683"/>
          </a:xfrm>
          <a:custGeom>
            <a:rect b="b" l="l" r="r" t="t"/>
            <a:pathLst>
              <a:path extrusionOk="0" h="168683" w="168683">
                <a:moveTo>
                  <a:pt x="84341" y="168683"/>
                </a:moveTo>
                <a:cubicBezTo>
                  <a:pt x="130890" y="168683"/>
                  <a:pt x="168683" y="130890"/>
                  <a:pt x="168683" y="84341"/>
                </a:cubicBezTo>
                <a:cubicBezTo>
                  <a:pt x="168683" y="37792"/>
                  <a:pt x="130890" y="0"/>
                  <a:pt x="84341" y="0"/>
                </a:cubicBezTo>
                <a:cubicBezTo>
                  <a:pt x="37792" y="0"/>
                  <a:pt x="0" y="37792"/>
                  <a:pt x="0" y="84341"/>
                </a:cubicBezTo>
                <a:cubicBezTo>
                  <a:pt x="0" y="130890"/>
                  <a:pt x="37792" y="168683"/>
                  <a:pt x="84341" y="168683"/>
                </a:cubicBezTo>
                <a:close/>
                <a:moveTo>
                  <a:pt x="112148" y="70076"/>
                </a:moveTo>
                <a:lnTo>
                  <a:pt x="85791" y="112246"/>
                </a:lnTo>
                <a:cubicBezTo>
                  <a:pt x="84407" y="114454"/>
                  <a:pt x="82035" y="115837"/>
                  <a:pt x="79432" y="115969"/>
                </a:cubicBezTo>
                <a:cubicBezTo>
                  <a:pt x="76830" y="116101"/>
                  <a:pt x="74326" y="114915"/>
                  <a:pt x="72777" y="112806"/>
                </a:cubicBezTo>
                <a:lnTo>
                  <a:pt x="56963" y="91721"/>
                </a:lnTo>
                <a:cubicBezTo>
                  <a:pt x="54328" y="88229"/>
                  <a:pt x="55052" y="83287"/>
                  <a:pt x="58545" y="80651"/>
                </a:cubicBezTo>
                <a:cubicBezTo>
                  <a:pt x="62037" y="78016"/>
                  <a:pt x="66979" y="78740"/>
                  <a:pt x="69614" y="82233"/>
                </a:cubicBezTo>
                <a:lnTo>
                  <a:pt x="78510" y="94093"/>
                </a:lnTo>
                <a:lnTo>
                  <a:pt x="98739" y="61708"/>
                </a:lnTo>
                <a:cubicBezTo>
                  <a:pt x="101045" y="58018"/>
                  <a:pt x="105921" y="56864"/>
                  <a:pt x="109644" y="59204"/>
                </a:cubicBezTo>
                <a:cubicBezTo>
                  <a:pt x="113367" y="61543"/>
                  <a:pt x="114487" y="66386"/>
                  <a:pt x="112148" y="70109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4735045" y="5332243"/>
            <a:ext cx="97461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Dipraktekkan</a:t>
            </a:r>
            <a:endParaRPr b="0" i="0" sz="1600" u="none" cap="none" strike="noStrike"/>
          </a:p>
        </p:txBody>
      </p:sp>
      <p:sp>
        <p:nvSpPr>
          <p:cNvPr id="373" name="Google Shape;373;p9"/>
          <p:cNvSpPr/>
          <p:nvPr/>
        </p:nvSpPr>
        <p:spPr>
          <a:xfrm>
            <a:off x="8134687" y="3828157"/>
            <a:ext cx="3682902" cy="1921107"/>
          </a:xfrm>
          <a:custGeom>
            <a:rect b="b" l="l" r="r" t="t"/>
            <a:pathLst>
              <a:path extrusionOk="0" h="1921107" w="3682902">
                <a:moveTo>
                  <a:pt x="149942" y="0"/>
                </a:moveTo>
                <a:lnTo>
                  <a:pt x="3532960" y="0"/>
                </a:lnTo>
                <a:cubicBezTo>
                  <a:pt x="3615771" y="0"/>
                  <a:pt x="3682902" y="67131"/>
                  <a:pt x="3682902" y="149942"/>
                </a:cubicBezTo>
                <a:lnTo>
                  <a:pt x="3682902" y="1771164"/>
                </a:lnTo>
                <a:cubicBezTo>
                  <a:pt x="3682902" y="1853975"/>
                  <a:pt x="3615771" y="1921107"/>
                  <a:pt x="3532960" y="1921107"/>
                </a:cubicBezTo>
                <a:lnTo>
                  <a:pt x="149942" y="1921107"/>
                </a:lnTo>
                <a:cubicBezTo>
                  <a:pt x="67131" y="1921107"/>
                  <a:pt x="0" y="1853975"/>
                  <a:pt x="0" y="1771164"/>
                </a:cubicBezTo>
                <a:lnTo>
                  <a:pt x="0" y="149942"/>
                </a:lnTo>
                <a:cubicBezTo>
                  <a:pt x="0" y="67187"/>
                  <a:pt x="67187" y="0"/>
                  <a:pt x="149942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8326797" y="4020267"/>
            <a:ext cx="524790" cy="524790"/>
          </a:xfrm>
          <a:custGeom>
            <a:rect b="b" l="l" r="r" t="t"/>
            <a:pathLst>
              <a:path extrusionOk="0" h="524790" w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8490794" y="4170208"/>
            <a:ext cx="196796" cy="224910"/>
          </a:xfrm>
          <a:custGeom>
            <a:rect b="b" l="l" r="r" t="t"/>
            <a:pathLst>
              <a:path extrusionOk="0" h="224910" w="196796">
                <a:moveTo>
                  <a:pt x="35142" y="45685"/>
                </a:moveTo>
                <a:cubicBezTo>
                  <a:pt x="40961" y="45685"/>
                  <a:pt x="45685" y="40961"/>
                  <a:pt x="45685" y="35142"/>
                </a:cubicBezTo>
                <a:cubicBezTo>
                  <a:pt x="45685" y="29324"/>
                  <a:pt x="40961" y="24600"/>
                  <a:pt x="35142" y="24600"/>
                </a:cubicBezTo>
                <a:cubicBezTo>
                  <a:pt x="29324" y="24600"/>
                  <a:pt x="24600" y="29324"/>
                  <a:pt x="24600" y="35142"/>
                </a:cubicBezTo>
                <a:cubicBezTo>
                  <a:pt x="24600" y="40961"/>
                  <a:pt x="29324" y="45685"/>
                  <a:pt x="35142" y="45685"/>
                </a:cubicBezTo>
                <a:close/>
                <a:moveTo>
                  <a:pt x="70284" y="35142"/>
                </a:moveTo>
                <a:cubicBezTo>
                  <a:pt x="70284" y="49550"/>
                  <a:pt x="61631" y="61938"/>
                  <a:pt x="49199" y="67341"/>
                </a:cubicBezTo>
                <a:lnTo>
                  <a:pt x="49199" y="98398"/>
                </a:lnTo>
                <a:lnTo>
                  <a:pt x="126512" y="98398"/>
                </a:lnTo>
                <a:cubicBezTo>
                  <a:pt x="138153" y="98398"/>
                  <a:pt x="147597" y="88954"/>
                  <a:pt x="147597" y="77313"/>
                </a:cubicBezTo>
                <a:lnTo>
                  <a:pt x="147597" y="67341"/>
                </a:lnTo>
                <a:cubicBezTo>
                  <a:pt x="135166" y="61938"/>
                  <a:pt x="126512" y="49550"/>
                  <a:pt x="126512" y="35142"/>
                </a:cubicBezTo>
                <a:cubicBezTo>
                  <a:pt x="126512" y="15726"/>
                  <a:pt x="142238" y="0"/>
                  <a:pt x="161654" y="0"/>
                </a:cubicBezTo>
                <a:cubicBezTo>
                  <a:pt x="181070" y="0"/>
                  <a:pt x="196796" y="15726"/>
                  <a:pt x="196796" y="35142"/>
                </a:cubicBezTo>
                <a:cubicBezTo>
                  <a:pt x="196796" y="49550"/>
                  <a:pt x="188143" y="61938"/>
                  <a:pt x="175711" y="67341"/>
                </a:cubicBezTo>
                <a:lnTo>
                  <a:pt x="175711" y="77313"/>
                </a:lnTo>
                <a:cubicBezTo>
                  <a:pt x="175711" y="104504"/>
                  <a:pt x="153703" y="126512"/>
                  <a:pt x="126512" y="126512"/>
                </a:cubicBezTo>
                <a:lnTo>
                  <a:pt x="49199" y="126512"/>
                </a:lnTo>
                <a:lnTo>
                  <a:pt x="49199" y="157569"/>
                </a:lnTo>
                <a:cubicBezTo>
                  <a:pt x="61631" y="162972"/>
                  <a:pt x="70284" y="175360"/>
                  <a:pt x="70284" y="189768"/>
                </a:cubicBezTo>
                <a:cubicBezTo>
                  <a:pt x="70284" y="209184"/>
                  <a:pt x="54558" y="224910"/>
                  <a:pt x="35142" y="224910"/>
                </a:cubicBezTo>
                <a:cubicBezTo>
                  <a:pt x="15726" y="224910"/>
                  <a:pt x="0" y="209184"/>
                  <a:pt x="0" y="189768"/>
                </a:cubicBezTo>
                <a:cubicBezTo>
                  <a:pt x="0" y="175360"/>
                  <a:pt x="8654" y="162972"/>
                  <a:pt x="21085" y="157569"/>
                </a:cubicBezTo>
                <a:lnTo>
                  <a:pt x="21085" y="67385"/>
                </a:lnTo>
                <a:cubicBezTo>
                  <a:pt x="8654" y="61938"/>
                  <a:pt x="0" y="49550"/>
                  <a:pt x="0" y="35142"/>
                </a:cubicBezTo>
                <a:cubicBezTo>
                  <a:pt x="0" y="15726"/>
                  <a:pt x="15726" y="0"/>
                  <a:pt x="35142" y="0"/>
                </a:cubicBezTo>
                <a:cubicBezTo>
                  <a:pt x="54558" y="0"/>
                  <a:pt x="70284" y="15726"/>
                  <a:pt x="70284" y="35142"/>
                </a:cubicBezTo>
                <a:close/>
                <a:moveTo>
                  <a:pt x="172197" y="35142"/>
                </a:moveTo>
                <a:cubicBezTo>
                  <a:pt x="172197" y="29324"/>
                  <a:pt x="167473" y="24600"/>
                  <a:pt x="161654" y="24600"/>
                </a:cubicBezTo>
                <a:cubicBezTo>
                  <a:pt x="155835" y="24600"/>
                  <a:pt x="151111" y="29324"/>
                  <a:pt x="151111" y="35142"/>
                </a:cubicBezTo>
                <a:cubicBezTo>
                  <a:pt x="151111" y="40961"/>
                  <a:pt x="155835" y="45685"/>
                  <a:pt x="161654" y="45685"/>
                </a:cubicBezTo>
                <a:cubicBezTo>
                  <a:pt x="167473" y="45685"/>
                  <a:pt x="172197" y="40961"/>
                  <a:pt x="172197" y="35142"/>
                </a:cubicBezTo>
                <a:close/>
                <a:moveTo>
                  <a:pt x="35142" y="200311"/>
                </a:moveTo>
                <a:cubicBezTo>
                  <a:pt x="40961" y="200311"/>
                  <a:pt x="45685" y="195587"/>
                  <a:pt x="45685" y="189768"/>
                </a:cubicBezTo>
                <a:cubicBezTo>
                  <a:pt x="45685" y="183949"/>
                  <a:pt x="40961" y="179225"/>
                  <a:pt x="35142" y="179225"/>
                </a:cubicBezTo>
                <a:cubicBezTo>
                  <a:pt x="29324" y="179225"/>
                  <a:pt x="24600" y="183949"/>
                  <a:pt x="24600" y="189768"/>
                </a:cubicBezTo>
                <a:cubicBezTo>
                  <a:pt x="24600" y="195587"/>
                  <a:pt x="29324" y="200311"/>
                  <a:pt x="35142" y="200311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8326797" y="4694998"/>
            <a:ext cx="3392394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Conditional Rendering</a:t>
            </a:r>
            <a:endParaRPr b="0" i="0" sz="1600" u="none" cap="none" strike="noStrike"/>
          </a:p>
        </p:txBody>
      </p:sp>
      <p:sp>
        <p:nvSpPr>
          <p:cNvPr id="377" name="Google Shape;377;p9"/>
          <p:cNvSpPr/>
          <p:nvPr/>
        </p:nvSpPr>
        <p:spPr>
          <a:xfrm>
            <a:off x="8326797" y="5032363"/>
            <a:ext cx="3364280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3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{transaksiList.length === 0 &amp;&amp; ...}</a:t>
            </a:r>
            <a:endParaRPr b="0" i="0" sz="1600" u="none" cap="none" strike="noStrike"/>
          </a:p>
        </p:txBody>
      </p:sp>
      <p:sp>
        <p:nvSpPr>
          <p:cNvPr id="378" name="Google Shape;378;p9"/>
          <p:cNvSpPr/>
          <p:nvPr/>
        </p:nvSpPr>
        <p:spPr>
          <a:xfrm>
            <a:off x="8350226" y="5360357"/>
            <a:ext cx="168683" cy="168683"/>
          </a:xfrm>
          <a:custGeom>
            <a:rect b="b" l="l" r="r" t="t"/>
            <a:pathLst>
              <a:path extrusionOk="0" h="168683" w="168683">
                <a:moveTo>
                  <a:pt x="84341" y="168683"/>
                </a:moveTo>
                <a:cubicBezTo>
                  <a:pt x="130890" y="168683"/>
                  <a:pt x="168683" y="130890"/>
                  <a:pt x="168683" y="84341"/>
                </a:cubicBezTo>
                <a:cubicBezTo>
                  <a:pt x="168683" y="37792"/>
                  <a:pt x="130890" y="0"/>
                  <a:pt x="84341" y="0"/>
                </a:cubicBezTo>
                <a:cubicBezTo>
                  <a:pt x="37792" y="0"/>
                  <a:pt x="0" y="37792"/>
                  <a:pt x="0" y="84341"/>
                </a:cubicBezTo>
                <a:cubicBezTo>
                  <a:pt x="0" y="130890"/>
                  <a:pt x="37792" y="168683"/>
                  <a:pt x="84341" y="168683"/>
                </a:cubicBezTo>
                <a:close/>
                <a:moveTo>
                  <a:pt x="112148" y="70076"/>
                </a:moveTo>
                <a:lnTo>
                  <a:pt x="85791" y="112246"/>
                </a:lnTo>
                <a:cubicBezTo>
                  <a:pt x="84407" y="114454"/>
                  <a:pt x="82035" y="115837"/>
                  <a:pt x="79432" y="115969"/>
                </a:cubicBezTo>
                <a:cubicBezTo>
                  <a:pt x="76830" y="116101"/>
                  <a:pt x="74326" y="114915"/>
                  <a:pt x="72777" y="112806"/>
                </a:cubicBezTo>
                <a:lnTo>
                  <a:pt x="56963" y="91721"/>
                </a:lnTo>
                <a:cubicBezTo>
                  <a:pt x="54328" y="88229"/>
                  <a:pt x="55052" y="83287"/>
                  <a:pt x="58545" y="80651"/>
                </a:cubicBezTo>
                <a:cubicBezTo>
                  <a:pt x="62037" y="78016"/>
                  <a:pt x="66979" y="78740"/>
                  <a:pt x="69614" y="82233"/>
                </a:cubicBezTo>
                <a:lnTo>
                  <a:pt x="78510" y="94093"/>
                </a:lnTo>
                <a:lnTo>
                  <a:pt x="98739" y="61708"/>
                </a:lnTo>
                <a:cubicBezTo>
                  <a:pt x="101045" y="58018"/>
                  <a:pt x="105921" y="56864"/>
                  <a:pt x="109644" y="59204"/>
                </a:cubicBezTo>
                <a:cubicBezTo>
                  <a:pt x="113367" y="61543"/>
                  <a:pt x="114487" y="66386"/>
                  <a:pt x="112148" y="70109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8612621" y="5332243"/>
            <a:ext cx="97461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Dipraktekkan</a:t>
            </a:r>
            <a:endParaRPr b="0" i="0" sz="1600" u="none" cap="none" strike="noStrike"/>
          </a:p>
        </p:txBody>
      </p:sp>
      <p:sp>
        <p:nvSpPr>
          <p:cNvPr id="380" name="Google Shape;380;p9"/>
          <p:cNvSpPr/>
          <p:nvPr/>
        </p:nvSpPr>
        <p:spPr>
          <a:xfrm>
            <a:off x="379536" y="5946060"/>
            <a:ext cx="11432929" cy="909012"/>
          </a:xfrm>
          <a:custGeom>
            <a:rect b="b" l="l" r="r" t="t"/>
            <a:pathLst>
              <a:path extrusionOk="0" h="909012" w="11432929">
                <a:moveTo>
                  <a:pt x="149941" y="0"/>
                </a:moveTo>
                <a:lnTo>
                  <a:pt x="11282987" y="0"/>
                </a:lnTo>
                <a:cubicBezTo>
                  <a:pt x="11365797" y="0"/>
                  <a:pt x="11432929" y="67131"/>
                  <a:pt x="11432929" y="149941"/>
                </a:cubicBezTo>
                <a:lnTo>
                  <a:pt x="11432929" y="759070"/>
                </a:lnTo>
                <a:cubicBezTo>
                  <a:pt x="11432929" y="841880"/>
                  <a:pt x="11365797" y="909012"/>
                  <a:pt x="11282987" y="909012"/>
                </a:cubicBezTo>
                <a:lnTo>
                  <a:pt x="149941" y="909012"/>
                </a:lnTo>
                <a:cubicBezTo>
                  <a:pt x="67131" y="909012"/>
                  <a:pt x="0" y="841880"/>
                  <a:pt x="0" y="759070"/>
                </a:cubicBezTo>
                <a:lnTo>
                  <a:pt x="0" y="149941"/>
                </a:lnTo>
                <a:cubicBezTo>
                  <a:pt x="0" y="67187"/>
                  <a:pt x="67187" y="0"/>
                  <a:pt x="149941" y="0"/>
                </a:cubicBezTo>
                <a:close/>
              </a:path>
            </a:pathLst>
          </a:custGeom>
          <a:gradFill>
            <a:gsLst>
              <a:gs pos="0">
                <a:srgbClr val="61DAFB">
                  <a:alpha val="20000"/>
                </a:srgbClr>
              </a:gs>
              <a:gs pos="50000">
                <a:srgbClr val="764BA2">
                  <a:alpha val="20000"/>
                </a:srgbClr>
              </a:gs>
              <a:gs pos="100000">
                <a:srgbClr val="48BB78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09131" y="6259997"/>
            <a:ext cx="281138" cy="281138"/>
          </a:xfrm>
          <a:custGeom>
            <a:rect b="b" l="l" r="r" t="t"/>
            <a:pathLst>
              <a:path extrusionOk="0" h="281138" w="281138">
                <a:moveTo>
                  <a:pt x="79235" y="0"/>
                </a:moveTo>
                <a:lnTo>
                  <a:pt x="202232" y="0"/>
                </a:lnTo>
                <a:cubicBezTo>
                  <a:pt x="216783" y="0"/>
                  <a:pt x="228644" y="11970"/>
                  <a:pt x="228095" y="26466"/>
                </a:cubicBezTo>
                <a:cubicBezTo>
                  <a:pt x="227985" y="29377"/>
                  <a:pt x="227875" y="32287"/>
                  <a:pt x="227710" y="35142"/>
                </a:cubicBezTo>
                <a:lnTo>
                  <a:pt x="254946" y="35142"/>
                </a:lnTo>
                <a:cubicBezTo>
                  <a:pt x="269277" y="35142"/>
                  <a:pt x="281906" y="47003"/>
                  <a:pt x="280808" y="62487"/>
                </a:cubicBezTo>
                <a:cubicBezTo>
                  <a:pt x="276690" y="119429"/>
                  <a:pt x="247588" y="150727"/>
                  <a:pt x="216015" y="167090"/>
                </a:cubicBezTo>
                <a:cubicBezTo>
                  <a:pt x="207339" y="171593"/>
                  <a:pt x="198499" y="174942"/>
                  <a:pt x="190097" y="177413"/>
                </a:cubicBezTo>
                <a:cubicBezTo>
                  <a:pt x="179006" y="193117"/>
                  <a:pt x="167475" y="201409"/>
                  <a:pt x="158305" y="205856"/>
                </a:cubicBezTo>
                <a:lnTo>
                  <a:pt x="158305" y="245995"/>
                </a:lnTo>
                <a:lnTo>
                  <a:pt x="193447" y="245995"/>
                </a:lnTo>
                <a:cubicBezTo>
                  <a:pt x="203166" y="245995"/>
                  <a:pt x="211018" y="253847"/>
                  <a:pt x="211018" y="263566"/>
                </a:cubicBezTo>
                <a:cubicBezTo>
                  <a:pt x="211018" y="273286"/>
                  <a:pt x="203166" y="281138"/>
                  <a:pt x="193447" y="281138"/>
                </a:cubicBezTo>
                <a:lnTo>
                  <a:pt x="88020" y="281138"/>
                </a:lnTo>
                <a:cubicBezTo>
                  <a:pt x="78301" y="281138"/>
                  <a:pt x="70449" y="273286"/>
                  <a:pt x="70449" y="263566"/>
                </a:cubicBezTo>
                <a:cubicBezTo>
                  <a:pt x="70449" y="253847"/>
                  <a:pt x="78301" y="245995"/>
                  <a:pt x="88020" y="245995"/>
                </a:cubicBezTo>
                <a:lnTo>
                  <a:pt x="123162" y="245995"/>
                </a:lnTo>
                <a:lnTo>
                  <a:pt x="123162" y="205856"/>
                </a:lnTo>
                <a:cubicBezTo>
                  <a:pt x="114377" y="201628"/>
                  <a:pt x="103450" y="193776"/>
                  <a:pt x="92797" y="179335"/>
                </a:cubicBezTo>
                <a:cubicBezTo>
                  <a:pt x="82694" y="176699"/>
                  <a:pt x="71712" y="172691"/>
                  <a:pt x="61005" y="166651"/>
                </a:cubicBezTo>
                <a:cubicBezTo>
                  <a:pt x="31299" y="150013"/>
                  <a:pt x="4503" y="118660"/>
                  <a:pt x="659" y="62377"/>
                </a:cubicBezTo>
                <a:cubicBezTo>
                  <a:pt x="-384" y="46948"/>
                  <a:pt x="12190" y="35087"/>
                  <a:pt x="26521" y="35087"/>
                </a:cubicBezTo>
                <a:lnTo>
                  <a:pt x="53757" y="35087"/>
                </a:lnTo>
                <a:cubicBezTo>
                  <a:pt x="53592" y="32232"/>
                  <a:pt x="53482" y="29377"/>
                  <a:pt x="53372" y="26412"/>
                </a:cubicBezTo>
                <a:cubicBezTo>
                  <a:pt x="52823" y="11860"/>
                  <a:pt x="64684" y="-55"/>
                  <a:pt x="79235" y="-55"/>
                </a:cubicBezTo>
                <a:close/>
                <a:moveTo>
                  <a:pt x="55733" y="61499"/>
                </a:moveTo>
                <a:lnTo>
                  <a:pt x="26961" y="61499"/>
                </a:lnTo>
                <a:cubicBezTo>
                  <a:pt x="30365" y="108007"/>
                  <a:pt x="51725" y="131289"/>
                  <a:pt x="73744" y="143644"/>
                </a:cubicBezTo>
                <a:cubicBezTo>
                  <a:pt x="65837" y="123162"/>
                  <a:pt x="59302" y="96421"/>
                  <a:pt x="55733" y="61499"/>
                </a:cubicBezTo>
                <a:close/>
                <a:moveTo>
                  <a:pt x="208657" y="141008"/>
                </a:moveTo>
                <a:cubicBezTo>
                  <a:pt x="230895" y="127940"/>
                  <a:pt x="250992" y="104713"/>
                  <a:pt x="254397" y="61499"/>
                </a:cubicBezTo>
                <a:lnTo>
                  <a:pt x="225679" y="61499"/>
                </a:lnTo>
                <a:cubicBezTo>
                  <a:pt x="222274" y="94939"/>
                  <a:pt x="216125" y="120911"/>
                  <a:pt x="208657" y="141008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1073008" y="6138171"/>
            <a:ext cx="8349786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Konsep React Inti Telah Dikuasai!</a:t>
            </a:r>
            <a:endParaRPr b="0" i="0" sz="1600" u="none" cap="none" strike="noStrike"/>
          </a:p>
        </p:txBody>
      </p:sp>
      <p:sp>
        <p:nvSpPr>
          <p:cNvPr id="383" name="Google Shape;383;p9"/>
          <p:cNvSpPr/>
          <p:nvPr/>
        </p:nvSpPr>
        <p:spPr>
          <a:xfrm>
            <a:off x="1073008" y="6438051"/>
            <a:ext cx="8340415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Ini adalah fondasi solid. Besok kita akan ganti state lokal dengan fetch ke API Laravel, sehingga data tersimpan di server!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"/>
          <p:cNvSpPr/>
          <p:nvPr/>
        </p:nvSpPr>
        <p:spPr>
          <a:xfrm>
            <a:off x="321469" y="321469"/>
            <a:ext cx="1103313" cy="261937"/>
          </a:xfrm>
          <a:custGeom>
            <a:rect b="b" l="l" r="r" t="t"/>
            <a:pathLst>
              <a:path extrusionOk="0" h="261937" w="1103313">
                <a:moveTo>
                  <a:pt x="63499" y="0"/>
                </a:moveTo>
                <a:lnTo>
                  <a:pt x="1039814" y="0"/>
                </a:lnTo>
                <a:cubicBezTo>
                  <a:pt x="1074883" y="0"/>
                  <a:pt x="1103313" y="28429"/>
                  <a:pt x="1103313" y="63499"/>
                </a:cubicBezTo>
                <a:lnTo>
                  <a:pt x="1103313" y="198439"/>
                </a:lnTo>
                <a:cubicBezTo>
                  <a:pt x="1103313" y="233508"/>
                  <a:pt x="1074883" y="261937"/>
                  <a:pt x="1039814" y="261937"/>
                </a:cubicBezTo>
                <a:lnTo>
                  <a:pt x="63499" y="261937"/>
                </a:lnTo>
                <a:cubicBezTo>
                  <a:pt x="28429" y="261937"/>
                  <a:pt x="0" y="233508"/>
                  <a:pt x="0" y="19843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 cap="flat" cmpd="sng" w="12700">
            <a:solidFill>
              <a:srgbClr val="48BB7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420688" y="384969"/>
            <a:ext cx="957151" cy="146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LOOKING AHEAD</a:t>
            </a:r>
            <a:endParaRPr b="0" i="0" sz="1600" u="none" cap="none" strike="noStrike"/>
          </a:p>
        </p:txBody>
      </p:sp>
      <p:sp>
        <p:nvSpPr>
          <p:cNvPr id="391" name="Google Shape;391;p10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Persiapan Day 2</a:t>
            </a:r>
            <a:endParaRPr b="0" i="0" sz="1600" u="none" cap="none" strike="noStrike"/>
          </a:p>
        </p:txBody>
      </p:sp>
      <p:sp>
        <p:nvSpPr>
          <p:cNvPr id="392" name="Google Shape;392;p10"/>
          <p:cNvSpPr/>
          <p:nvPr/>
        </p:nvSpPr>
        <p:spPr>
          <a:xfrm>
            <a:off x="317500" y="1063625"/>
            <a:ext cx="1162843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Dari local state ke backend API - Membuat aplikasi persistent</a:t>
            </a:r>
            <a:endParaRPr b="0" i="0" sz="1600" u="none" cap="none" strike="noStrike"/>
          </a:p>
        </p:txBody>
      </p:sp>
      <p:sp>
        <p:nvSpPr>
          <p:cNvPr id="393" name="Google Shape;393;p10"/>
          <p:cNvSpPr/>
          <p:nvPr/>
        </p:nvSpPr>
        <p:spPr>
          <a:xfrm>
            <a:off x="321475" y="1448600"/>
            <a:ext cx="5675313" cy="1445459"/>
          </a:xfrm>
          <a:custGeom>
            <a:rect b="b" l="l" r="r" t="t"/>
            <a:pathLst>
              <a:path extrusionOk="0" h="2389188" w="5675313">
                <a:moveTo>
                  <a:pt x="127009" y="0"/>
                </a:moveTo>
                <a:lnTo>
                  <a:pt x="5548303" y="0"/>
                </a:lnTo>
                <a:cubicBezTo>
                  <a:pt x="5618449" y="0"/>
                  <a:pt x="5675313" y="56864"/>
                  <a:pt x="5675313" y="127009"/>
                </a:cubicBezTo>
                <a:lnTo>
                  <a:pt x="5675313" y="2262178"/>
                </a:lnTo>
                <a:cubicBezTo>
                  <a:pt x="5675313" y="2332324"/>
                  <a:pt x="5618449" y="2389188"/>
                  <a:pt x="5548303" y="2389188"/>
                </a:cubicBezTo>
                <a:lnTo>
                  <a:pt x="127009" y="2389188"/>
                </a:lnTo>
                <a:cubicBezTo>
                  <a:pt x="56864" y="2389188"/>
                  <a:pt x="0" y="2332324"/>
                  <a:pt x="0" y="2262178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484187" y="1611313"/>
            <a:ext cx="444500" cy="444500"/>
          </a:xfrm>
          <a:custGeom>
            <a:rect b="b" l="l" r="r" t="t"/>
            <a:pathLst>
              <a:path extrusionOk="0" h="444500" w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611188" y="1738313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1023938" y="1643063"/>
            <a:ext cx="1325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Masalah Saat Ini</a:t>
            </a:r>
            <a:endParaRPr b="0" i="0" sz="1600" u="none" cap="none" strike="noStrike"/>
          </a:p>
        </p:txBody>
      </p:sp>
      <p:sp>
        <p:nvSpPr>
          <p:cNvPr id="397" name="Google Shape;397;p10"/>
          <p:cNvSpPr/>
          <p:nvPr/>
        </p:nvSpPr>
        <p:spPr>
          <a:xfrm>
            <a:off x="1023938" y="1865312"/>
            <a:ext cx="13017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Data hilang saat refresh!</a:t>
            </a:r>
            <a:endParaRPr b="0" i="0" sz="1600" u="none" cap="none" strike="noStrike"/>
          </a:p>
        </p:txBody>
      </p:sp>
      <p:sp>
        <p:nvSpPr>
          <p:cNvPr id="398" name="Google Shape;398;p10"/>
          <p:cNvSpPr/>
          <p:nvPr/>
        </p:nvSpPr>
        <p:spPr>
          <a:xfrm>
            <a:off x="500063" y="2182813"/>
            <a:ext cx="5334000" cy="619125"/>
          </a:xfrm>
          <a:custGeom>
            <a:rect b="b" l="l" r="r" t="t"/>
            <a:pathLst>
              <a:path extrusionOk="0" h="619125" w="5334000">
                <a:moveTo>
                  <a:pt x="31750" y="0"/>
                </a:moveTo>
                <a:lnTo>
                  <a:pt x="5238748" y="0"/>
                </a:lnTo>
                <a:cubicBezTo>
                  <a:pt x="5291354" y="0"/>
                  <a:pt x="5334000" y="42646"/>
                  <a:pt x="5334000" y="95252"/>
                </a:cubicBezTo>
                <a:lnTo>
                  <a:pt x="5334000" y="523873"/>
                </a:lnTo>
                <a:cubicBezTo>
                  <a:pt x="5334000" y="576479"/>
                  <a:pt x="5291354" y="619125"/>
                  <a:pt x="5238748" y="619125"/>
                </a:cubicBezTo>
                <a:lnTo>
                  <a:pt x="31750" y="619125"/>
                </a:lnTo>
                <a:cubicBezTo>
                  <a:pt x="14227" y="619125"/>
                  <a:pt x="0" y="604898"/>
                  <a:pt x="0" y="587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500063" y="2182813"/>
            <a:ext cx="31750" cy="619125"/>
          </a:xfrm>
          <a:custGeom>
            <a:rect b="b" l="l" r="r" t="t"/>
            <a:pathLst>
              <a:path extrusionOk="0" h="619125" w="31750">
                <a:moveTo>
                  <a:pt x="31750" y="0"/>
                </a:moveTo>
                <a:lnTo>
                  <a:pt x="31750" y="0"/>
                </a:lnTo>
                <a:lnTo>
                  <a:pt x="31750" y="619125"/>
                </a:lnTo>
                <a:lnTo>
                  <a:pt x="31750" y="619125"/>
                </a:lnTo>
                <a:cubicBezTo>
                  <a:pt x="14227" y="619125"/>
                  <a:pt x="0" y="604898"/>
                  <a:pt x="0" y="587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642938" y="2309813"/>
            <a:ext cx="51196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Data kita hanya tersimpan di </a:t>
            </a:r>
            <a:r>
              <a:rPr b="1" i="0" lang="en-US" sz="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memori React</a:t>
            </a:r>
            <a:r>
              <a:rPr b="0" i="0" lang="en-US" sz="875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 (state lokal). Kalau browser di-refresh, semua transaksi hilang!</a:t>
            </a:r>
            <a:endParaRPr b="0" i="0" sz="1600" u="none" cap="none" strike="noStrike"/>
          </a:p>
        </p:txBody>
      </p:sp>
      <p:sp>
        <p:nvSpPr>
          <p:cNvPr id="401" name="Google Shape;401;p10"/>
          <p:cNvSpPr/>
          <p:nvPr/>
        </p:nvSpPr>
        <p:spPr>
          <a:xfrm>
            <a:off x="321475" y="2982124"/>
            <a:ext cx="5675313" cy="2042756"/>
          </a:xfrm>
          <a:custGeom>
            <a:rect b="b" l="l" r="r" t="t"/>
            <a:pathLst>
              <a:path extrusionOk="0" h="2389188" w="5675313">
                <a:moveTo>
                  <a:pt x="127009" y="0"/>
                </a:moveTo>
                <a:lnTo>
                  <a:pt x="5548303" y="0"/>
                </a:lnTo>
                <a:cubicBezTo>
                  <a:pt x="5618449" y="0"/>
                  <a:pt x="5675313" y="56864"/>
                  <a:pt x="5675313" y="127009"/>
                </a:cubicBezTo>
                <a:lnTo>
                  <a:pt x="5675313" y="2262178"/>
                </a:lnTo>
                <a:cubicBezTo>
                  <a:pt x="5675313" y="2332324"/>
                  <a:pt x="5618449" y="2389188"/>
                  <a:pt x="5548303" y="2389188"/>
                </a:cubicBezTo>
                <a:lnTo>
                  <a:pt x="127009" y="2389188"/>
                </a:lnTo>
                <a:cubicBezTo>
                  <a:pt x="56864" y="2389188"/>
                  <a:pt x="0" y="2332324"/>
                  <a:pt x="0" y="2262178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>
            <a:gsLst>
              <a:gs pos="0">
                <a:srgbClr val="48BB78">
                  <a:alpha val="20000"/>
                </a:srgbClr>
              </a:gs>
              <a:gs pos="100000">
                <a:srgbClr val="48BB78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48BB7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484187" y="3144838"/>
            <a:ext cx="444500" cy="444500"/>
          </a:xfrm>
          <a:custGeom>
            <a:rect b="b" l="l" r="r" t="t"/>
            <a:pathLst>
              <a:path extrusionOk="0" h="444500" w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8BB7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611188" y="3271838"/>
            <a:ext cx="190500" cy="190500"/>
          </a:xfrm>
          <a:custGeom>
            <a:rect b="b" l="l" r="r" t="t"/>
            <a:pathLst>
              <a:path extrusionOk="0" h="190500" w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1023938" y="3176588"/>
            <a:ext cx="11589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Solusi Day 2</a:t>
            </a:r>
            <a:endParaRPr b="0" i="0" sz="1600" u="none" cap="none" strike="noStrike"/>
          </a:p>
        </p:txBody>
      </p:sp>
      <p:sp>
        <p:nvSpPr>
          <p:cNvPr id="405" name="Google Shape;405;p10"/>
          <p:cNvSpPr/>
          <p:nvPr/>
        </p:nvSpPr>
        <p:spPr>
          <a:xfrm>
            <a:off x="1023938" y="3398838"/>
            <a:ext cx="1135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Backend + Database!</a:t>
            </a:r>
            <a:endParaRPr b="0" i="0" sz="1600" u="none" cap="none" strike="noStrike"/>
          </a:p>
        </p:txBody>
      </p:sp>
      <p:sp>
        <p:nvSpPr>
          <p:cNvPr id="406" name="Google Shape;406;p10"/>
          <p:cNvSpPr/>
          <p:nvPr/>
        </p:nvSpPr>
        <p:spPr>
          <a:xfrm>
            <a:off x="484187" y="3716338"/>
            <a:ext cx="317500" cy="317500"/>
          </a:xfrm>
          <a:custGeom>
            <a:rect b="b" l="l" r="r" t="t"/>
            <a:pathLst>
              <a:path extrusionOk="0" h="317500" w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587375" y="3811588"/>
            <a:ext cx="111125" cy="127000"/>
          </a:xfrm>
          <a:custGeom>
            <a:rect b="b" l="l" r="r" t="t"/>
            <a:pathLst>
              <a:path extrusionOk="0" h="127000" w="111125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896938" y="3716338"/>
            <a:ext cx="1230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useEffect</a:t>
            </a:r>
            <a:endParaRPr b="0" i="0" sz="1600" u="none" cap="none" strike="noStrike"/>
          </a:p>
        </p:txBody>
      </p:sp>
      <p:sp>
        <p:nvSpPr>
          <p:cNvPr id="409" name="Google Shape;409;p10"/>
          <p:cNvSpPr/>
          <p:nvPr/>
        </p:nvSpPr>
        <p:spPr>
          <a:xfrm>
            <a:off x="896938" y="3875088"/>
            <a:ext cx="1222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Ambil data dari API Laravel</a:t>
            </a:r>
            <a:endParaRPr b="0" i="0" sz="1600" u="none" cap="none" strike="noStrike"/>
          </a:p>
        </p:txBody>
      </p:sp>
      <p:sp>
        <p:nvSpPr>
          <p:cNvPr id="410" name="Google Shape;410;p10"/>
          <p:cNvSpPr/>
          <p:nvPr/>
        </p:nvSpPr>
        <p:spPr>
          <a:xfrm>
            <a:off x="484187" y="4129088"/>
            <a:ext cx="317500" cy="317500"/>
          </a:xfrm>
          <a:custGeom>
            <a:rect b="b" l="l" r="r" t="t"/>
            <a:pathLst>
              <a:path extrusionOk="0" h="317500" w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571500" y="4234848"/>
            <a:ext cx="142875" cy="127000"/>
          </a:xfrm>
          <a:custGeom>
            <a:rect b="b" l="l" r="r" t="t"/>
            <a:pathLst>
              <a:path extrusionOk="0" h="127000" w="142875">
                <a:moveTo>
                  <a:pt x="133052" y="-6524"/>
                </a:moveTo>
                <a:cubicBezTo>
                  <a:pt x="135483" y="-7392"/>
                  <a:pt x="138162" y="-6772"/>
                  <a:pt x="139998" y="-4961"/>
                </a:cubicBezTo>
                <a:cubicBezTo>
                  <a:pt x="141833" y="-3150"/>
                  <a:pt x="142429" y="-446"/>
                  <a:pt x="141560" y="1984"/>
                </a:cubicBezTo>
                <a:lnTo>
                  <a:pt x="97408" y="125239"/>
                </a:lnTo>
                <a:cubicBezTo>
                  <a:pt x="96168" y="128687"/>
                  <a:pt x="92918" y="130969"/>
                  <a:pt x="89272" y="130969"/>
                </a:cubicBezTo>
                <a:cubicBezTo>
                  <a:pt x="85750" y="130969"/>
                  <a:pt x="82575" y="128836"/>
                  <a:pt x="81260" y="125586"/>
                </a:cubicBezTo>
                <a:lnTo>
                  <a:pt x="65336" y="86395"/>
                </a:lnTo>
                <a:cubicBezTo>
                  <a:pt x="64219" y="83666"/>
                  <a:pt x="64715" y="80541"/>
                  <a:pt x="66625" y="78308"/>
                </a:cubicBezTo>
                <a:lnTo>
                  <a:pt x="90066" y="50428"/>
                </a:lnTo>
                <a:cubicBezTo>
                  <a:pt x="91331" y="48915"/>
                  <a:pt x="91232" y="46707"/>
                  <a:pt x="89843" y="45318"/>
                </a:cubicBezTo>
                <a:cubicBezTo>
                  <a:pt x="88454" y="43929"/>
                  <a:pt x="86221" y="43830"/>
                  <a:pt x="84733" y="45095"/>
                </a:cubicBezTo>
                <a:lnTo>
                  <a:pt x="56852" y="68486"/>
                </a:lnTo>
                <a:cubicBezTo>
                  <a:pt x="54595" y="70371"/>
                  <a:pt x="51495" y="70867"/>
                  <a:pt x="48766" y="69776"/>
                </a:cubicBezTo>
                <a:lnTo>
                  <a:pt x="9451" y="53777"/>
                </a:lnTo>
                <a:cubicBezTo>
                  <a:pt x="6201" y="52462"/>
                  <a:pt x="4068" y="49287"/>
                  <a:pt x="4068" y="45765"/>
                </a:cubicBezTo>
                <a:cubicBezTo>
                  <a:pt x="4068" y="42118"/>
                  <a:pt x="6350" y="38869"/>
                  <a:pt x="9798" y="37629"/>
                </a:cubicBezTo>
                <a:lnTo>
                  <a:pt x="133052" y="-6524"/>
                </a:ln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896938" y="4129088"/>
            <a:ext cx="10320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axios</a:t>
            </a:r>
            <a:endParaRPr b="0" i="0" sz="1600" u="none" cap="none" strike="noStrike"/>
          </a:p>
        </p:txBody>
      </p:sp>
      <p:sp>
        <p:nvSpPr>
          <p:cNvPr id="413" name="Google Shape;413;p10"/>
          <p:cNvSpPr/>
          <p:nvPr/>
        </p:nvSpPr>
        <p:spPr>
          <a:xfrm>
            <a:off x="896938" y="4364038"/>
            <a:ext cx="1023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Kirim data ke backend</a:t>
            </a:r>
            <a:endParaRPr b="0" i="0" sz="1600" u="none" cap="none" strike="noStrike"/>
          </a:p>
        </p:txBody>
      </p:sp>
      <p:sp>
        <p:nvSpPr>
          <p:cNvPr id="414" name="Google Shape;414;p10"/>
          <p:cNvSpPr/>
          <p:nvPr/>
        </p:nvSpPr>
        <p:spPr>
          <a:xfrm>
            <a:off x="484187" y="4618038"/>
            <a:ext cx="317500" cy="317500"/>
          </a:xfrm>
          <a:custGeom>
            <a:rect b="b" l="l" r="r" t="t"/>
            <a:pathLst>
              <a:path extrusionOk="0" h="317500" w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587375" y="4702778"/>
            <a:ext cx="111125" cy="127000"/>
          </a:xfrm>
          <a:custGeom>
            <a:rect b="b" l="l" r="r" t="t"/>
            <a:pathLst>
              <a:path extrusionOk="0" h="127000" w="111125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896938" y="4640372"/>
            <a:ext cx="111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MySQL Database</a:t>
            </a:r>
            <a:endParaRPr b="0" i="0" sz="1600" u="none" cap="none" strike="noStrike"/>
          </a:p>
        </p:txBody>
      </p:sp>
      <p:sp>
        <p:nvSpPr>
          <p:cNvPr id="417" name="Google Shape;417;p10"/>
          <p:cNvSpPr/>
          <p:nvPr/>
        </p:nvSpPr>
        <p:spPr>
          <a:xfrm>
            <a:off x="896938" y="4799122"/>
            <a:ext cx="11112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Penyimpanan permanen</a:t>
            </a:r>
            <a:endParaRPr b="0" i="0" sz="1600" u="none" cap="none" strike="noStrike"/>
          </a:p>
        </p:txBody>
      </p:sp>
      <p:sp>
        <p:nvSpPr>
          <p:cNvPr id="418" name="Google Shape;418;p10"/>
          <p:cNvSpPr/>
          <p:nvPr/>
        </p:nvSpPr>
        <p:spPr>
          <a:xfrm>
            <a:off x="327825" y="5112950"/>
            <a:ext cx="5675313" cy="1688406"/>
          </a:xfrm>
          <a:custGeom>
            <a:rect b="b" l="l" r="r" t="t"/>
            <a:pathLst>
              <a:path extrusionOk="0" h="3055938" w="5675313">
                <a:moveTo>
                  <a:pt x="127005" y="0"/>
                </a:moveTo>
                <a:lnTo>
                  <a:pt x="5548308" y="0"/>
                </a:lnTo>
                <a:cubicBezTo>
                  <a:pt x="5618451" y="0"/>
                  <a:pt x="5675313" y="56862"/>
                  <a:pt x="5675313" y="127005"/>
                </a:cubicBezTo>
                <a:lnTo>
                  <a:pt x="5675313" y="2928933"/>
                </a:lnTo>
                <a:cubicBezTo>
                  <a:pt x="5675313" y="2999076"/>
                  <a:pt x="5618451" y="3055938"/>
                  <a:pt x="5548308" y="3055938"/>
                </a:cubicBezTo>
                <a:lnTo>
                  <a:pt x="127005" y="3055938"/>
                </a:lnTo>
                <a:cubicBezTo>
                  <a:pt x="56862" y="3055938"/>
                  <a:pt x="0" y="2999076"/>
                  <a:pt x="0" y="2928933"/>
                </a:cubicBezTo>
                <a:lnTo>
                  <a:pt x="0" y="127005"/>
                </a:lnTo>
                <a:cubicBezTo>
                  <a:pt x="0" y="56909"/>
                  <a:pt x="56909" y="0"/>
                  <a:pt x="127005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510381" y="5224463"/>
            <a:ext cx="158750" cy="158750"/>
          </a:xfrm>
          <a:custGeom>
            <a:rect b="b" l="l" r="r" t="t"/>
            <a:pathLst>
              <a:path extrusionOk="0" h="158750" w="158750">
                <a:moveTo>
                  <a:pt x="109110" y="86816"/>
                </a:moveTo>
                <a:lnTo>
                  <a:pt x="49919" y="86816"/>
                </a:lnTo>
                <a:cubicBezTo>
                  <a:pt x="50819" y="106815"/>
                  <a:pt x="55252" y="125233"/>
                  <a:pt x="61547" y="138720"/>
                </a:cubicBezTo>
                <a:cubicBezTo>
                  <a:pt x="65081" y="146317"/>
                  <a:pt x="68895" y="151681"/>
                  <a:pt x="72430" y="154967"/>
                </a:cubicBezTo>
                <a:cubicBezTo>
                  <a:pt x="75902" y="158223"/>
                  <a:pt x="78290" y="158750"/>
                  <a:pt x="79530" y="158750"/>
                </a:cubicBezTo>
                <a:cubicBezTo>
                  <a:pt x="80770" y="158750"/>
                  <a:pt x="83158" y="158223"/>
                  <a:pt x="86630" y="154967"/>
                </a:cubicBezTo>
                <a:cubicBezTo>
                  <a:pt x="90165" y="151681"/>
                  <a:pt x="93979" y="146286"/>
                  <a:pt x="97513" y="138720"/>
                </a:cubicBezTo>
                <a:cubicBezTo>
                  <a:pt x="103808" y="125233"/>
                  <a:pt x="108241" y="106815"/>
                  <a:pt x="109141" y="86816"/>
                </a:cubicBezTo>
                <a:close/>
                <a:moveTo>
                  <a:pt x="49888" y="71934"/>
                </a:moveTo>
                <a:lnTo>
                  <a:pt x="109079" y="71934"/>
                </a:lnTo>
                <a:cubicBezTo>
                  <a:pt x="108210" y="51935"/>
                  <a:pt x="103777" y="33517"/>
                  <a:pt x="97482" y="20030"/>
                </a:cubicBezTo>
                <a:cubicBezTo>
                  <a:pt x="93948" y="12464"/>
                  <a:pt x="90134" y="7069"/>
                  <a:pt x="86599" y="3783"/>
                </a:cubicBezTo>
                <a:cubicBezTo>
                  <a:pt x="83127" y="527"/>
                  <a:pt x="80739" y="0"/>
                  <a:pt x="79499" y="0"/>
                </a:cubicBezTo>
                <a:cubicBezTo>
                  <a:pt x="78259" y="0"/>
                  <a:pt x="75871" y="527"/>
                  <a:pt x="72399" y="3783"/>
                </a:cubicBezTo>
                <a:cubicBezTo>
                  <a:pt x="68864" y="7069"/>
                  <a:pt x="65050" y="12464"/>
                  <a:pt x="61516" y="20030"/>
                </a:cubicBezTo>
                <a:cubicBezTo>
                  <a:pt x="55221" y="33517"/>
                  <a:pt x="50788" y="51935"/>
                  <a:pt x="49888" y="71934"/>
                </a:cubicBezTo>
                <a:close/>
                <a:moveTo>
                  <a:pt x="35006" y="71934"/>
                </a:moveTo>
                <a:cubicBezTo>
                  <a:pt x="36091" y="45393"/>
                  <a:pt x="42943" y="20743"/>
                  <a:pt x="52958" y="4558"/>
                </a:cubicBezTo>
                <a:cubicBezTo>
                  <a:pt x="24402" y="14666"/>
                  <a:pt x="3380" y="40680"/>
                  <a:pt x="465" y="71934"/>
                </a:cubicBezTo>
                <a:lnTo>
                  <a:pt x="35006" y="71934"/>
                </a:lnTo>
                <a:close/>
                <a:moveTo>
                  <a:pt x="465" y="86816"/>
                </a:moveTo>
                <a:cubicBezTo>
                  <a:pt x="3380" y="118070"/>
                  <a:pt x="24402" y="144084"/>
                  <a:pt x="52958" y="154192"/>
                </a:cubicBezTo>
                <a:cubicBezTo>
                  <a:pt x="42943" y="138007"/>
                  <a:pt x="36091" y="113357"/>
                  <a:pt x="35006" y="86816"/>
                </a:cubicBezTo>
                <a:lnTo>
                  <a:pt x="465" y="86816"/>
                </a:lnTo>
                <a:close/>
                <a:moveTo>
                  <a:pt x="123992" y="86816"/>
                </a:moveTo>
                <a:cubicBezTo>
                  <a:pt x="122907" y="113357"/>
                  <a:pt x="116055" y="138007"/>
                  <a:pt x="106040" y="154192"/>
                </a:cubicBezTo>
                <a:cubicBezTo>
                  <a:pt x="134596" y="144053"/>
                  <a:pt x="155618" y="118070"/>
                  <a:pt x="158533" y="86816"/>
                </a:cubicBezTo>
                <a:lnTo>
                  <a:pt x="123992" y="86816"/>
                </a:lnTo>
                <a:close/>
                <a:moveTo>
                  <a:pt x="158533" y="71934"/>
                </a:moveTo>
                <a:cubicBezTo>
                  <a:pt x="155618" y="40680"/>
                  <a:pt x="134596" y="14666"/>
                  <a:pt x="106040" y="4558"/>
                </a:cubicBezTo>
                <a:cubicBezTo>
                  <a:pt x="116055" y="20743"/>
                  <a:pt x="122907" y="45393"/>
                  <a:pt x="123992" y="71934"/>
                </a:cubicBezTo>
                <a:lnTo>
                  <a:pt x="158533" y="71934"/>
                </a:ln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688975" y="5192713"/>
            <a:ext cx="52308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Hasil Day 2</a:t>
            </a:r>
            <a:endParaRPr b="0" i="0" sz="1600" u="none" cap="none" strike="noStrike"/>
          </a:p>
        </p:txBody>
      </p:sp>
      <p:sp>
        <p:nvSpPr>
          <p:cNvPr id="421" name="Google Shape;421;p10"/>
          <p:cNvSpPr/>
          <p:nvPr/>
        </p:nvSpPr>
        <p:spPr>
          <a:xfrm>
            <a:off x="494506" y="5545931"/>
            <a:ext cx="5341938" cy="1119188"/>
          </a:xfrm>
          <a:custGeom>
            <a:rect b="b" l="l" r="r" t="t"/>
            <a:pathLst>
              <a:path extrusionOk="0" h="1119188" w="5341938">
                <a:moveTo>
                  <a:pt x="95254" y="0"/>
                </a:moveTo>
                <a:lnTo>
                  <a:pt x="5246683" y="0"/>
                </a:lnTo>
                <a:cubicBezTo>
                  <a:pt x="5299291" y="0"/>
                  <a:pt x="5341938" y="42647"/>
                  <a:pt x="5341938" y="95254"/>
                </a:cubicBezTo>
                <a:lnTo>
                  <a:pt x="5341938" y="1023933"/>
                </a:lnTo>
                <a:cubicBezTo>
                  <a:pt x="5341938" y="1076541"/>
                  <a:pt x="5299291" y="1119188"/>
                  <a:pt x="5246683" y="1119188"/>
                </a:cubicBezTo>
                <a:lnTo>
                  <a:pt x="95254" y="1119188"/>
                </a:lnTo>
                <a:cubicBezTo>
                  <a:pt x="42647" y="1119188"/>
                  <a:pt x="0" y="1076541"/>
                  <a:pt x="0" y="1023933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gradFill>
            <a:gsLst>
              <a:gs pos="0">
                <a:srgbClr val="61DAFB">
                  <a:alpha val="10196"/>
                </a:srgbClr>
              </a:gs>
              <a:gs pos="100000">
                <a:srgbClr val="764BA2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625475" y="5676900"/>
            <a:ext cx="514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Aplikasi bisa diakses dari:</a:t>
            </a:r>
            <a:endParaRPr b="0" i="0" sz="1600" u="none" cap="none" strike="noStrike"/>
          </a:p>
        </p:txBody>
      </p:sp>
      <p:sp>
        <p:nvSpPr>
          <p:cNvPr id="423" name="Google Shape;423;p10"/>
          <p:cNvSpPr/>
          <p:nvPr/>
        </p:nvSpPr>
        <p:spPr>
          <a:xfrm>
            <a:off x="655241" y="5954713"/>
            <a:ext cx="83344" cy="111125"/>
          </a:xfrm>
          <a:custGeom>
            <a:rect b="b" l="l" r="r" t="t"/>
            <a:pathLst>
              <a:path extrusionOk="0" h="111125" w="83344">
                <a:moveTo>
                  <a:pt x="3473" y="13891"/>
                </a:moveTo>
                <a:cubicBezTo>
                  <a:pt x="3473" y="6229"/>
                  <a:pt x="9702" y="0"/>
                  <a:pt x="17363" y="0"/>
                </a:cubicBezTo>
                <a:lnTo>
                  <a:pt x="65980" y="0"/>
                </a:lnTo>
                <a:cubicBezTo>
                  <a:pt x="73642" y="0"/>
                  <a:pt x="79871" y="6229"/>
                  <a:pt x="79871" y="13891"/>
                </a:cubicBezTo>
                <a:lnTo>
                  <a:pt x="79871" y="97234"/>
                </a:lnTo>
                <a:cubicBezTo>
                  <a:pt x="79871" y="104896"/>
                  <a:pt x="73642" y="111125"/>
                  <a:pt x="65980" y="111125"/>
                </a:cubicBezTo>
                <a:lnTo>
                  <a:pt x="17363" y="111125"/>
                </a:lnTo>
                <a:cubicBezTo>
                  <a:pt x="9702" y="111125"/>
                  <a:pt x="3473" y="104896"/>
                  <a:pt x="3473" y="97234"/>
                </a:cubicBezTo>
                <a:lnTo>
                  <a:pt x="3473" y="13891"/>
                </a:lnTo>
                <a:close/>
                <a:moveTo>
                  <a:pt x="17363" y="13891"/>
                </a:moveTo>
                <a:lnTo>
                  <a:pt x="17363" y="79871"/>
                </a:lnTo>
                <a:lnTo>
                  <a:pt x="65980" y="79871"/>
                </a:lnTo>
                <a:lnTo>
                  <a:pt x="65980" y="13891"/>
                </a:lnTo>
                <a:lnTo>
                  <a:pt x="17363" y="13891"/>
                </a:lnTo>
                <a:close/>
                <a:moveTo>
                  <a:pt x="41672" y="102443"/>
                </a:moveTo>
                <a:cubicBezTo>
                  <a:pt x="45514" y="102443"/>
                  <a:pt x="48617" y="99340"/>
                  <a:pt x="48617" y="95498"/>
                </a:cubicBezTo>
                <a:cubicBezTo>
                  <a:pt x="48617" y="91656"/>
                  <a:pt x="45514" y="88553"/>
                  <a:pt x="41672" y="88553"/>
                </a:cubicBezTo>
                <a:cubicBezTo>
                  <a:pt x="37830" y="88553"/>
                  <a:pt x="34727" y="91656"/>
                  <a:pt x="34727" y="95498"/>
                </a:cubicBezTo>
                <a:cubicBezTo>
                  <a:pt x="34727" y="99340"/>
                  <a:pt x="37830" y="102443"/>
                  <a:pt x="41672" y="102443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827881" y="5930900"/>
            <a:ext cx="6429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HP (mobile)</a:t>
            </a:r>
            <a:endParaRPr b="0" i="0" sz="1600" u="none" cap="none" strike="noStrike"/>
          </a:p>
        </p:txBody>
      </p:sp>
      <p:sp>
        <p:nvSpPr>
          <p:cNvPr id="425" name="Google Shape;425;p10"/>
          <p:cNvSpPr/>
          <p:nvPr/>
        </p:nvSpPr>
        <p:spPr>
          <a:xfrm>
            <a:off x="627459" y="6176963"/>
            <a:ext cx="138906" cy="111125"/>
          </a:xfrm>
          <a:custGeom>
            <a:rect b="b" l="l" r="r" t="t"/>
            <a:pathLst>
              <a:path extrusionOk="0" h="111125" w="138906">
                <a:moveTo>
                  <a:pt x="27781" y="6945"/>
                </a:moveTo>
                <a:cubicBezTo>
                  <a:pt x="20120" y="6945"/>
                  <a:pt x="13891" y="13174"/>
                  <a:pt x="13891" y="20836"/>
                </a:cubicBezTo>
                <a:lnTo>
                  <a:pt x="13891" y="72926"/>
                </a:lnTo>
                <a:lnTo>
                  <a:pt x="27781" y="72926"/>
                </a:lnTo>
                <a:lnTo>
                  <a:pt x="27781" y="20836"/>
                </a:lnTo>
                <a:lnTo>
                  <a:pt x="111125" y="20836"/>
                </a:lnTo>
                <a:lnTo>
                  <a:pt x="111125" y="72926"/>
                </a:lnTo>
                <a:lnTo>
                  <a:pt x="125016" y="72926"/>
                </a:lnTo>
                <a:lnTo>
                  <a:pt x="125016" y="20836"/>
                </a:lnTo>
                <a:cubicBezTo>
                  <a:pt x="125016" y="13174"/>
                  <a:pt x="118787" y="6945"/>
                  <a:pt x="111125" y="6945"/>
                </a:cubicBezTo>
                <a:lnTo>
                  <a:pt x="27781" y="6945"/>
                </a:lnTo>
                <a:close/>
                <a:moveTo>
                  <a:pt x="4167" y="83344"/>
                </a:moveTo>
                <a:cubicBezTo>
                  <a:pt x="1867" y="83344"/>
                  <a:pt x="0" y="85210"/>
                  <a:pt x="0" y="87511"/>
                </a:cubicBezTo>
                <a:cubicBezTo>
                  <a:pt x="0" y="96713"/>
                  <a:pt x="7466" y="104180"/>
                  <a:pt x="16669" y="104180"/>
                </a:cubicBezTo>
                <a:lnTo>
                  <a:pt x="122237" y="104180"/>
                </a:lnTo>
                <a:cubicBezTo>
                  <a:pt x="131440" y="104180"/>
                  <a:pt x="138906" y="96713"/>
                  <a:pt x="138906" y="87511"/>
                </a:cubicBezTo>
                <a:cubicBezTo>
                  <a:pt x="138906" y="85210"/>
                  <a:pt x="137040" y="83344"/>
                  <a:pt x="134739" y="83344"/>
                </a:cubicBezTo>
                <a:lnTo>
                  <a:pt x="4167" y="83344"/>
                </a:ln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827881" y="6153150"/>
            <a:ext cx="865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Laptop berbeda</a:t>
            </a:r>
            <a:endParaRPr b="0" i="0" sz="1600" u="none" cap="none" strike="noStrike"/>
          </a:p>
        </p:txBody>
      </p:sp>
      <p:sp>
        <p:nvSpPr>
          <p:cNvPr id="427" name="Google Shape;427;p10"/>
          <p:cNvSpPr/>
          <p:nvPr/>
        </p:nvSpPr>
        <p:spPr>
          <a:xfrm>
            <a:off x="641350" y="6399213"/>
            <a:ext cx="111125" cy="111125"/>
          </a:xfrm>
          <a:custGeom>
            <a:rect b="b" l="l" r="r" t="t"/>
            <a:pathLst>
              <a:path extrusionOk="0" h="111125" w="111125">
                <a:moveTo>
                  <a:pt x="14303" y="49594"/>
                </a:moveTo>
                <a:cubicBezTo>
                  <a:pt x="17190" y="29409"/>
                  <a:pt x="34575" y="13891"/>
                  <a:pt x="55563" y="13891"/>
                </a:cubicBezTo>
                <a:cubicBezTo>
                  <a:pt x="67066" y="13891"/>
                  <a:pt x="77484" y="18557"/>
                  <a:pt x="85037" y="26088"/>
                </a:cubicBezTo>
                <a:cubicBezTo>
                  <a:pt x="85080" y="26132"/>
                  <a:pt x="85123" y="26175"/>
                  <a:pt x="85167" y="26219"/>
                </a:cubicBezTo>
                <a:lnTo>
                  <a:pt x="86816" y="27781"/>
                </a:lnTo>
                <a:lnTo>
                  <a:pt x="76420" y="27781"/>
                </a:lnTo>
                <a:cubicBezTo>
                  <a:pt x="72579" y="27781"/>
                  <a:pt x="69475" y="30885"/>
                  <a:pt x="69475" y="34727"/>
                </a:cubicBezTo>
                <a:cubicBezTo>
                  <a:pt x="69475" y="38568"/>
                  <a:pt x="72579" y="41672"/>
                  <a:pt x="76420" y="41672"/>
                </a:cubicBezTo>
                <a:lnTo>
                  <a:pt x="104201" y="41672"/>
                </a:lnTo>
                <a:cubicBezTo>
                  <a:pt x="108043" y="41672"/>
                  <a:pt x="111147" y="38568"/>
                  <a:pt x="111147" y="34727"/>
                </a:cubicBezTo>
                <a:lnTo>
                  <a:pt x="111147" y="6945"/>
                </a:lnTo>
                <a:cubicBezTo>
                  <a:pt x="111147" y="3104"/>
                  <a:pt x="108043" y="0"/>
                  <a:pt x="104201" y="0"/>
                </a:cubicBezTo>
                <a:cubicBezTo>
                  <a:pt x="100360" y="0"/>
                  <a:pt x="97256" y="3104"/>
                  <a:pt x="97256" y="6945"/>
                </a:cubicBezTo>
                <a:lnTo>
                  <a:pt x="97256" y="18535"/>
                </a:lnTo>
                <a:lnTo>
                  <a:pt x="94804" y="16213"/>
                </a:lnTo>
                <a:cubicBezTo>
                  <a:pt x="84755" y="6207"/>
                  <a:pt x="70864" y="0"/>
                  <a:pt x="55563" y="0"/>
                </a:cubicBezTo>
                <a:cubicBezTo>
                  <a:pt x="27564" y="0"/>
                  <a:pt x="4406" y="20706"/>
                  <a:pt x="564" y="47641"/>
                </a:cubicBezTo>
                <a:cubicBezTo>
                  <a:pt x="22" y="51439"/>
                  <a:pt x="2648" y="54955"/>
                  <a:pt x="6446" y="55497"/>
                </a:cubicBezTo>
                <a:cubicBezTo>
                  <a:pt x="10244" y="56040"/>
                  <a:pt x="13760" y="53392"/>
                  <a:pt x="14303" y="49616"/>
                </a:cubicBezTo>
                <a:close/>
                <a:moveTo>
                  <a:pt x="110561" y="63484"/>
                </a:moveTo>
                <a:cubicBezTo>
                  <a:pt x="111103" y="59686"/>
                  <a:pt x="108455" y="56170"/>
                  <a:pt x="104679" y="55628"/>
                </a:cubicBezTo>
                <a:cubicBezTo>
                  <a:pt x="100902" y="55085"/>
                  <a:pt x="97365" y="57733"/>
                  <a:pt x="96822" y="61509"/>
                </a:cubicBezTo>
                <a:cubicBezTo>
                  <a:pt x="93935" y="81694"/>
                  <a:pt x="76550" y="97213"/>
                  <a:pt x="55563" y="97213"/>
                </a:cubicBezTo>
                <a:cubicBezTo>
                  <a:pt x="44059" y="97213"/>
                  <a:pt x="33641" y="92546"/>
                  <a:pt x="26088" y="85015"/>
                </a:cubicBezTo>
                <a:cubicBezTo>
                  <a:pt x="26045" y="84972"/>
                  <a:pt x="26002" y="84928"/>
                  <a:pt x="25958" y="84885"/>
                </a:cubicBezTo>
                <a:lnTo>
                  <a:pt x="24309" y="83322"/>
                </a:lnTo>
                <a:lnTo>
                  <a:pt x="34705" y="83322"/>
                </a:lnTo>
                <a:cubicBezTo>
                  <a:pt x="38546" y="83322"/>
                  <a:pt x="41650" y="80218"/>
                  <a:pt x="41650" y="76377"/>
                </a:cubicBezTo>
                <a:cubicBezTo>
                  <a:pt x="41650" y="72535"/>
                  <a:pt x="38546" y="69431"/>
                  <a:pt x="34705" y="69431"/>
                </a:cubicBezTo>
                <a:lnTo>
                  <a:pt x="6945" y="69453"/>
                </a:lnTo>
                <a:cubicBezTo>
                  <a:pt x="5100" y="69453"/>
                  <a:pt x="3321" y="70191"/>
                  <a:pt x="2018" y="71515"/>
                </a:cubicBezTo>
                <a:cubicBezTo>
                  <a:pt x="716" y="72839"/>
                  <a:pt x="-22" y="74597"/>
                  <a:pt x="0" y="76464"/>
                </a:cubicBezTo>
                <a:lnTo>
                  <a:pt x="217" y="104028"/>
                </a:lnTo>
                <a:cubicBezTo>
                  <a:pt x="239" y="107869"/>
                  <a:pt x="3386" y="110951"/>
                  <a:pt x="7227" y="110908"/>
                </a:cubicBezTo>
                <a:cubicBezTo>
                  <a:pt x="11069" y="110865"/>
                  <a:pt x="14151" y="107739"/>
                  <a:pt x="14108" y="103898"/>
                </a:cubicBezTo>
                <a:lnTo>
                  <a:pt x="14021" y="92720"/>
                </a:lnTo>
                <a:lnTo>
                  <a:pt x="16343" y="94912"/>
                </a:lnTo>
                <a:cubicBezTo>
                  <a:pt x="26392" y="104918"/>
                  <a:pt x="40261" y="111125"/>
                  <a:pt x="55563" y="111125"/>
                </a:cubicBezTo>
                <a:cubicBezTo>
                  <a:pt x="83561" y="111125"/>
                  <a:pt x="106719" y="90419"/>
                  <a:pt x="110561" y="63484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827881" y="6375400"/>
            <a:ext cx="1516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D1D5DC"/>
                </a:solidFill>
                <a:latin typeface="Arial"/>
                <a:ea typeface="Arial"/>
                <a:cs typeface="Arial"/>
                <a:sym typeface="Arial"/>
              </a:rPr>
              <a:t>Data persistent (tidak hilang)</a:t>
            </a:r>
            <a:endParaRPr b="0" i="0" sz="1600" u="none" cap="none" strike="noStrike"/>
          </a:p>
        </p:txBody>
      </p:sp>
      <p:pic>
        <p:nvPicPr>
          <p:cNvPr descr="https://kimi-web-img.moonshot.cn/img/www.workingsoftware.dev/91564e7205a606fd090a428889d7ee63e45ebab7.png" id="429" name="Google Shape;4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7800" y="156550"/>
            <a:ext cx="5334000" cy="6554700"/>
          </a:xfrm>
          <a:prstGeom prst="roundRect">
            <a:avLst>
              <a:gd fmla="val 8571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568abcf8c_0_0"/>
          <p:cNvSpPr/>
          <p:nvPr/>
        </p:nvSpPr>
        <p:spPr>
          <a:xfrm>
            <a:off x="321469" y="321469"/>
            <a:ext cx="1103313" cy="261937"/>
          </a:xfrm>
          <a:custGeom>
            <a:rect b="b" l="l" r="r" t="t"/>
            <a:pathLst>
              <a:path extrusionOk="0" h="261937" w="1103313">
                <a:moveTo>
                  <a:pt x="63499" y="0"/>
                </a:moveTo>
                <a:lnTo>
                  <a:pt x="1039814" y="0"/>
                </a:lnTo>
                <a:cubicBezTo>
                  <a:pt x="1074883" y="0"/>
                  <a:pt x="1103313" y="28429"/>
                  <a:pt x="1103313" y="63499"/>
                </a:cubicBezTo>
                <a:lnTo>
                  <a:pt x="1103313" y="198439"/>
                </a:lnTo>
                <a:cubicBezTo>
                  <a:pt x="1103313" y="233508"/>
                  <a:pt x="1074883" y="261937"/>
                  <a:pt x="1039814" y="261937"/>
                </a:cubicBezTo>
                <a:lnTo>
                  <a:pt x="63499" y="261937"/>
                </a:lnTo>
                <a:cubicBezTo>
                  <a:pt x="28429" y="261937"/>
                  <a:pt x="0" y="233508"/>
                  <a:pt x="0" y="19843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 cap="flat" cmpd="sng" w="12700">
            <a:solidFill>
              <a:srgbClr val="48BB7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c568abcf8c_0_0"/>
          <p:cNvSpPr/>
          <p:nvPr/>
        </p:nvSpPr>
        <p:spPr>
          <a:xfrm>
            <a:off x="420688" y="384969"/>
            <a:ext cx="957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LOOKING AHEAD</a:t>
            </a:r>
            <a:endParaRPr b="0" i="0" sz="1600" u="none" cap="none" strike="noStrike"/>
          </a:p>
        </p:txBody>
      </p:sp>
      <p:sp>
        <p:nvSpPr>
          <p:cNvPr id="437" name="Google Shape;437;g3c568abcf8c_0_0"/>
          <p:cNvSpPr/>
          <p:nvPr/>
        </p:nvSpPr>
        <p:spPr>
          <a:xfrm>
            <a:off x="317500" y="682625"/>
            <a:ext cx="11700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Persiapan Day 2</a:t>
            </a:r>
            <a:endParaRPr b="0" i="0" sz="1600" u="none" cap="none" strike="noStrike"/>
          </a:p>
        </p:txBody>
      </p:sp>
      <p:sp>
        <p:nvSpPr>
          <p:cNvPr id="438" name="Google Shape;438;g3c568abcf8c_0_0"/>
          <p:cNvSpPr/>
          <p:nvPr/>
        </p:nvSpPr>
        <p:spPr>
          <a:xfrm>
            <a:off x="317500" y="1063625"/>
            <a:ext cx="11628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Dari local state ke backend API - Membuat aplikasi persistent</a:t>
            </a:r>
            <a:endParaRPr b="0" i="0" sz="1600" u="none" cap="none" strike="noStrike"/>
          </a:p>
        </p:txBody>
      </p:sp>
      <p:sp>
        <p:nvSpPr>
          <p:cNvPr id="439" name="Google Shape;439;g3c568abcf8c_0_0"/>
          <p:cNvSpPr/>
          <p:nvPr/>
        </p:nvSpPr>
        <p:spPr>
          <a:xfrm>
            <a:off x="317494" y="1467144"/>
            <a:ext cx="5675313" cy="1722438"/>
          </a:xfrm>
          <a:custGeom>
            <a:rect b="b" l="l" r="r" t="t"/>
            <a:pathLst>
              <a:path extrusionOk="0" h="1722438" w="5675313">
                <a:moveTo>
                  <a:pt x="126995" y="0"/>
                </a:moveTo>
                <a:lnTo>
                  <a:pt x="5548317" y="0"/>
                </a:lnTo>
                <a:cubicBezTo>
                  <a:pt x="5618455" y="0"/>
                  <a:pt x="5675313" y="56858"/>
                  <a:pt x="5675313" y="126995"/>
                </a:cubicBezTo>
                <a:lnTo>
                  <a:pt x="5675313" y="1595442"/>
                </a:lnTo>
                <a:cubicBezTo>
                  <a:pt x="5675313" y="1665580"/>
                  <a:pt x="5618455" y="1722437"/>
                  <a:pt x="5548317" y="1722438"/>
                </a:cubicBezTo>
                <a:lnTo>
                  <a:pt x="126995" y="1722438"/>
                </a:lnTo>
                <a:cubicBezTo>
                  <a:pt x="56858" y="1722438"/>
                  <a:pt x="0" y="1665580"/>
                  <a:pt x="0" y="1595442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c568abcf8c_0_0"/>
          <p:cNvSpPr/>
          <p:nvPr/>
        </p:nvSpPr>
        <p:spPr>
          <a:xfrm>
            <a:off x="491127" y="1669550"/>
            <a:ext cx="160734" cy="142875"/>
          </a:xfrm>
          <a:custGeom>
            <a:rect b="b" l="l" r="r" t="t"/>
            <a:pathLst>
              <a:path extrusionOk="0" h="142875" w="160734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c568abcf8c_0_0"/>
          <p:cNvSpPr/>
          <p:nvPr/>
        </p:nvSpPr>
        <p:spPr>
          <a:xfrm>
            <a:off x="662775" y="1629863"/>
            <a:ext cx="52389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 Penting</a:t>
            </a:r>
            <a:endParaRPr b="0" i="0" sz="1600" u="none" cap="none" strike="noStrike"/>
          </a:p>
        </p:txBody>
      </p:sp>
      <p:sp>
        <p:nvSpPr>
          <p:cNvPr id="442" name="Google Shape;442;g3c568abcf8c_0_0"/>
          <p:cNvSpPr/>
          <p:nvPr/>
        </p:nvSpPr>
        <p:spPr>
          <a:xfrm>
            <a:off x="496088" y="1947363"/>
            <a:ext cx="5334000" cy="508000"/>
          </a:xfrm>
          <a:custGeom>
            <a:rect b="b" l="l" r="r" t="t"/>
            <a:pathLst>
              <a:path extrusionOk="0" h="508000" w="5334000">
                <a:moveTo>
                  <a:pt x="31750" y="0"/>
                </a:moveTo>
                <a:lnTo>
                  <a:pt x="5270500" y="0"/>
                </a:lnTo>
                <a:cubicBezTo>
                  <a:pt x="5305547" y="0"/>
                  <a:pt x="5334000" y="28453"/>
                  <a:pt x="5334000" y="63500"/>
                </a:cubicBezTo>
                <a:lnTo>
                  <a:pt x="5334000" y="444500"/>
                </a:lnTo>
                <a:cubicBezTo>
                  <a:pt x="5334000" y="479547"/>
                  <a:pt x="5305547" y="508000"/>
                  <a:pt x="527050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568abcf8c_0_0"/>
          <p:cNvSpPr/>
          <p:nvPr/>
        </p:nvSpPr>
        <p:spPr>
          <a:xfrm>
            <a:off x="496088" y="1947363"/>
            <a:ext cx="31750" cy="508000"/>
          </a:xfrm>
          <a:custGeom>
            <a:rect b="b" l="l" r="r" t="t"/>
            <a:pathLst>
              <a:path extrusionOk="0" h="508000" w="3175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c568abcf8c_0_0"/>
          <p:cNvSpPr/>
          <p:nvPr/>
        </p:nvSpPr>
        <p:spPr>
          <a:xfrm>
            <a:off x="607213" y="2042613"/>
            <a:ext cx="5175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Template Day 1:</a:t>
            </a:r>
            <a:endParaRPr b="0" i="0" sz="1600" u="none" cap="none" strike="noStrike"/>
          </a:p>
        </p:txBody>
      </p:sp>
      <p:sp>
        <p:nvSpPr>
          <p:cNvPr id="445" name="Google Shape;445;g3c568abcf8c_0_0"/>
          <p:cNvSpPr/>
          <p:nvPr/>
        </p:nvSpPr>
        <p:spPr>
          <a:xfrm>
            <a:off x="607213" y="2201363"/>
            <a:ext cx="5183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codesandbox.io/s/finance-tracker-day1</a:t>
            </a:r>
            <a:endParaRPr b="0" i="0" sz="1600" u="none" cap="none" strike="noStrike"/>
          </a:p>
        </p:txBody>
      </p:sp>
      <p:sp>
        <p:nvSpPr>
          <p:cNvPr id="446" name="Google Shape;446;g3c568abcf8c_0_0"/>
          <p:cNvSpPr/>
          <p:nvPr/>
        </p:nvSpPr>
        <p:spPr>
          <a:xfrm>
            <a:off x="496088" y="2518863"/>
            <a:ext cx="5334000" cy="508000"/>
          </a:xfrm>
          <a:custGeom>
            <a:rect b="b" l="l" r="r" t="t"/>
            <a:pathLst>
              <a:path extrusionOk="0" h="508000" w="5334000">
                <a:moveTo>
                  <a:pt x="31750" y="0"/>
                </a:moveTo>
                <a:lnTo>
                  <a:pt x="5270500" y="0"/>
                </a:lnTo>
                <a:cubicBezTo>
                  <a:pt x="5305547" y="0"/>
                  <a:pt x="5334000" y="28453"/>
                  <a:pt x="5334000" y="63500"/>
                </a:cubicBezTo>
                <a:lnTo>
                  <a:pt x="5334000" y="444500"/>
                </a:lnTo>
                <a:cubicBezTo>
                  <a:pt x="5334000" y="479547"/>
                  <a:pt x="5305547" y="508000"/>
                  <a:pt x="527050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c568abcf8c_0_0"/>
          <p:cNvSpPr/>
          <p:nvPr/>
        </p:nvSpPr>
        <p:spPr>
          <a:xfrm>
            <a:off x="496088" y="2518863"/>
            <a:ext cx="31750" cy="508000"/>
          </a:xfrm>
          <a:custGeom>
            <a:rect b="b" l="l" r="r" t="t"/>
            <a:pathLst>
              <a:path extrusionOk="0" h="508000" w="3175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c568abcf8c_0_0"/>
          <p:cNvSpPr/>
          <p:nvPr/>
        </p:nvSpPr>
        <p:spPr>
          <a:xfrm>
            <a:off x="607213" y="2614113"/>
            <a:ext cx="5175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Dokumentasi React:</a:t>
            </a:r>
            <a:endParaRPr b="0" i="0" sz="1600" u="none" cap="none" strike="noStrike"/>
          </a:p>
        </p:txBody>
      </p:sp>
      <p:sp>
        <p:nvSpPr>
          <p:cNvPr id="449" name="Google Shape;449;g3c568abcf8c_0_0"/>
          <p:cNvSpPr/>
          <p:nvPr/>
        </p:nvSpPr>
        <p:spPr>
          <a:xfrm>
            <a:off x="607213" y="2772863"/>
            <a:ext cx="5183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48BB78"/>
                </a:solidFill>
                <a:latin typeface="Arial"/>
                <a:ea typeface="Arial"/>
                <a:cs typeface="Arial"/>
                <a:sym typeface="Arial"/>
              </a:rPr>
              <a:t>react.dev</a:t>
            </a:r>
            <a:endParaRPr b="0" i="0" sz="1600" u="none" cap="none" strike="noStrike"/>
          </a:p>
        </p:txBody>
      </p:sp>
      <p:sp>
        <p:nvSpPr>
          <p:cNvPr id="450" name="Google Shape;450;g3c568abcf8c_0_0"/>
          <p:cNvSpPr/>
          <p:nvPr/>
        </p:nvSpPr>
        <p:spPr>
          <a:xfrm>
            <a:off x="321469" y="3448844"/>
            <a:ext cx="11549063" cy="1055688"/>
          </a:xfrm>
          <a:custGeom>
            <a:rect b="b" l="l" r="r" t="t"/>
            <a:pathLst>
              <a:path extrusionOk="0" h="1055688" w="11549063">
                <a:moveTo>
                  <a:pt x="95255" y="0"/>
                </a:moveTo>
                <a:lnTo>
                  <a:pt x="11453808" y="0"/>
                </a:lnTo>
                <a:cubicBezTo>
                  <a:pt x="11506416" y="0"/>
                  <a:pt x="11549063" y="42647"/>
                  <a:pt x="11549063" y="95255"/>
                </a:cubicBezTo>
                <a:lnTo>
                  <a:pt x="11549063" y="960433"/>
                </a:lnTo>
                <a:cubicBezTo>
                  <a:pt x="11549063" y="1013041"/>
                  <a:pt x="11506416" y="1055688"/>
                  <a:pt x="11453808" y="1055688"/>
                </a:cubicBezTo>
                <a:lnTo>
                  <a:pt x="95255" y="1055688"/>
                </a:lnTo>
                <a:cubicBezTo>
                  <a:pt x="42647" y="1055688"/>
                  <a:pt x="0" y="1013041"/>
                  <a:pt x="0" y="960433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gradFill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F6AD55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c568abcf8c_0_0"/>
          <p:cNvSpPr/>
          <p:nvPr/>
        </p:nvSpPr>
        <p:spPr>
          <a:xfrm>
            <a:off x="484187" y="3611563"/>
            <a:ext cx="95250" cy="127000"/>
          </a:xfrm>
          <a:custGeom>
            <a:rect b="b" l="l" r="r" t="t"/>
            <a:pathLst>
              <a:path extrusionOk="0" h="127000" w="9525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c568abcf8c_0_0"/>
          <p:cNvSpPr/>
          <p:nvPr/>
        </p:nvSpPr>
        <p:spPr>
          <a:xfrm>
            <a:off x="611188" y="3579813"/>
            <a:ext cx="11191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Cheat Sheet React</a:t>
            </a:r>
            <a:endParaRPr b="0" i="0" sz="1600" u="none" cap="none" strike="noStrike"/>
          </a:p>
        </p:txBody>
      </p:sp>
      <p:sp>
        <p:nvSpPr>
          <p:cNvPr id="453" name="Google Shape;453;g3c568abcf8c_0_0"/>
          <p:cNvSpPr/>
          <p:nvPr/>
        </p:nvSpPr>
        <p:spPr>
          <a:xfrm>
            <a:off x="452438" y="3865563"/>
            <a:ext cx="2730500" cy="508000"/>
          </a:xfrm>
          <a:custGeom>
            <a:rect b="b" l="l" r="r" t="t"/>
            <a:pathLst>
              <a:path extrusionOk="0" h="508000" w="2730500">
                <a:moveTo>
                  <a:pt x="63500" y="0"/>
                </a:moveTo>
                <a:lnTo>
                  <a:pt x="2667000" y="0"/>
                </a:lnTo>
                <a:cubicBezTo>
                  <a:pt x="2702047" y="0"/>
                  <a:pt x="2730500" y="28453"/>
                  <a:pt x="2730500" y="63500"/>
                </a:cubicBezTo>
                <a:lnTo>
                  <a:pt x="2730500" y="444500"/>
                </a:lnTo>
                <a:cubicBezTo>
                  <a:pt x="2730500" y="479547"/>
                  <a:pt x="2702047" y="508000"/>
                  <a:pt x="26670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c568abcf8c_0_0"/>
          <p:cNvSpPr/>
          <p:nvPr/>
        </p:nvSpPr>
        <p:spPr>
          <a:xfrm>
            <a:off x="547688" y="3960813"/>
            <a:ext cx="2595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useState(0)</a:t>
            </a:r>
            <a:endParaRPr b="0" i="0" sz="1600" u="none" cap="none" strike="noStrike"/>
          </a:p>
        </p:txBody>
      </p:sp>
      <p:sp>
        <p:nvSpPr>
          <p:cNvPr id="455" name="Google Shape;455;g3c568abcf8c_0_0"/>
          <p:cNvSpPr/>
          <p:nvPr/>
        </p:nvSpPr>
        <p:spPr>
          <a:xfrm>
            <a:off x="547688" y="4151313"/>
            <a:ext cx="258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Buat state awal 0</a:t>
            </a:r>
            <a:endParaRPr b="0" i="0" sz="1600" u="none" cap="none" strike="noStrike"/>
          </a:p>
        </p:txBody>
      </p:sp>
      <p:sp>
        <p:nvSpPr>
          <p:cNvPr id="456" name="Google Shape;456;g3c568abcf8c_0_0"/>
          <p:cNvSpPr/>
          <p:nvPr/>
        </p:nvSpPr>
        <p:spPr>
          <a:xfrm>
            <a:off x="3305969" y="3865563"/>
            <a:ext cx="2730500" cy="508000"/>
          </a:xfrm>
          <a:custGeom>
            <a:rect b="b" l="l" r="r" t="t"/>
            <a:pathLst>
              <a:path extrusionOk="0" h="508000" w="2730500">
                <a:moveTo>
                  <a:pt x="63500" y="0"/>
                </a:moveTo>
                <a:lnTo>
                  <a:pt x="2667000" y="0"/>
                </a:lnTo>
                <a:cubicBezTo>
                  <a:pt x="2702047" y="0"/>
                  <a:pt x="2730500" y="28453"/>
                  <a:pt x="2730500" y="63500"/>
                </a:cubicBezTo>
                <a:lnTo>
                  <a:pt x="2730500" y="444500"/>
                </a:lnTo>
                <a:cubicBezTo>
                  <a:pt x="2730500" y="479547"/>
                  <a:pt x="2702047" y="508000"/>
                  <a:pt x="26670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c568abcf8c_0_0"/>
          <p:cNvSpPr/>
          <p:nvPr/>
        </p:nvSpPr>
        <p:spPr>
          <a:xfrm>
            <a:off x="3401219" y="3960813"/>
            <a:ext cx="2595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setSaldo(saldo + 100)</a:t>
            </a:r>
            <a:endParaRPr b="0" i="0" sz="1600" u="none" cap="none" strike="noStrike"/>
          </a:p>
        </p:txBody>
      </p:sp>
      <p:sp>
        <p:nvSpPr>
          <p:cNvPr id="458" name="Google Shape;458;g3c568abcf8c_0_0"/>
          <p:cNvSpPr/>
          <p:nvPr/>
        </p:nvSpPr>
        <p:spPr>
          <a:xfrm>
            <a:off x="3401219" y="4151313"/>
            <a:ext cx="258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Ubah state (auto update)</a:t>
            </a:r>
            <a:endParaRPr b="0" i="0" sz="1600" u="none" cap="none" strike="noStrike"/>
          </a:p>
        </p:txBody>
      </p:sp>
      <p:sp>
        <p:nvSpPr>
          <p:cNvPr id="459" name="Google Shape;459;g3c568abcf8c_0_0"/>
          <p:cNvSpPr/>
          <p:nvPr/>
        </p:nvSpPr>
        <p:spPr>
          <a:xfrm>
            <a:off x="6159500" y="3865563"/>
            <a:ext cx="2730500" cy="508000"/>
          </a:xfrm>
          <a:custGeom>
            <a:rect b="b" l="l" r="r" t="t"/>
            <a:pathLst>
              <a:path extrusionOk="0" h="508000" w="2730500">
                <a:moveTo>
                  <a:pt x="63500" y="0"/>
                </a:moveTo>
                <a:lnTo>
                  <a:pt x="2667000" y="0"/>
                </a:lnTo>
                <a:cubicBezTo>
                  <a:pt x="2702047" y="0"/>
                  <a:pt x="2730500" y="28453"/>
                  <a:pt x="2730500" y="63500"/>
                </a:cubicBezTo>
                <a:lnTo>
                  <a:pt x="2730500" y="444500"/>
                </a:lnTo>
                <a:cubicBezTo>
                  <a:pt x="2730500" y="479547"/>
                  <a:pt x="2702047" y="508000"/>
                  <a:pt x="26670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c568abcf8c_0_0"/>
          <p:cNvSpPr/>
          <p:nvPr/>
        </p:nvSpPr>
        <p:spPr>
          <a:xfrm>
            <a:off x="6254750" y="3960813"/>
            <a:ext cx="2595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onClick={'{handleClick}'}</a:t>
            </a:r>
            <a:endParaRPr b="0" i="0" sz="1600" u="none" cap="none" strike="noStrike"/>
          </a:p>
        </p:txBody>
      </p:sp>
      <p:sp>
        <p:nvSpPr>
          <p:cNvPr id="461" name="Google Shape;461;g3c568abcf8c_0_0"/>
          <p:cNvSpPr/>
          <p:nvPr/>
        </p:nvSpPr>
        <p:spPr>
          <a:xfrm>
            <a:off x="6254750" y="4151313"/>
            <a:ext cx="258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Saat diklik, jalankan fungsi</a:t>
            </a:r>
            <a:endParaRPr b="0" i="0" sz="1600" u="none" cap="none" strike="noStrike"/>
          </a:p>
        </p:txBody>
      </p:sp>
      <p:sp>
        <p:nvSpPr>
          <p:cNvPr id="462" name="Google Shape;462;g3c568abcf8c_0_0"/>
          <p:cNvSpPr/>
          <p:nvPr/>
        </p:nvSpPr>
        <p:spPr>
          <a:xfrm>
            <a:off x="9013031" y="3865563"/>
            <a:ext cx="2730500" cy="508000"/>
          </a:xfrm>
          <a:custGeom>
            <a:rect b="b" l="l" r="r" t="t"/>
            <a:pathLst>
              <a:path extrusionOk="0" h="508000" w="2730500">
                <a:moveTo>
                  <a:pt x="63500" y="0"/>
                </a:moveTo>
                <a:lnTo>
                  <a:pt x="2667000" y="0"/>
                </a:lnTo>
                <a:cubicBezTo>
                  <a:pt x="2702047" y="0"/>
                  <a:pt x="2730500" y="28453"/>
                  <a:pt x="2730500" y="63500"/>
                </a:cubicBezTo>
                <a:lnTo>
                  <a:pt x="2730500" y="444500"/>
                </a:lnTo>
                <a:cubicBezTo>
                  <a:pt x="2730500" y="479547"/>
                  <a:pt x="2702047" y="508000"/>
                  <a:pt x="26670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c568abcf8c_0_0"/>
          <p:cNvSpPr/>
          <p:nvPr/>
        </p:nvSpPr>
        <p:spPr>
          <a:xfrm>
            <a:off x="9108281" y="3960813"/>
            <a:ext cx="2595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{'{data.map(...)}'}</a:t>
            </a:r>
            <a:endParaRPr b="0" i="0" sz="1600" u="none" cap="none" strike="noStrike"/>
          </a:p>
        </p:txBody>
      </p:sp>
      <p:sp>
        <p:nvSpPr>
          <p:cNvPr id="464" name="Google Shape;464;g3c568abcf8c_0_0"/>
          <p:cNvSpPr/>
          <p:nvPr/>
        </p:nvSpPr>
        <p:spPr>
          <a:xfrm>
            <a:off x="9108281" y="4151313"/>
            <a:ext cx="258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Looping tampilan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cdn.freebiesupply.com/3ab05b861a7f432bf845676ea1be5d5f17fcf482.png" id="470" name="Google Shape;470;p11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0" y="0"/>
            <a:ext cx="5715000" cy="5715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471" name="Google Shape;471;p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1DAFB">
                  <a:alpha val="10196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764BA2">
                  <a:alpha val="1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472" name="Google Shape;472;p11"/>
          <p:cNvSpPr/>
          <p:nvPr/>
        </p:nvSpPr>
        <p:spPr>
          <a:xfrm>
            <a:off x="5648325" y="435769"/>
            <a:ext cx="895350" cy="895350"/>
          </a:xfrm>
          <a:custGeom>
            <a:rect b="b" l="l" r="r" t="t"/>
            <a:pathLst>
              <a:path extrusionOk="0" h="895350" w="895350">
                <a:moveTo>
                  <a:pt x="447675" y="0"/>
                </a:moveTo>
                <a:lnTo>
                  <a:pt x="447675" y="0"/>
                </a:lnTo>
                <a:cubicBezTo>
                  <a:pt x="694754" y="0"/>
                  <a:pt x="895350" y="200596"/>
                  <a:pt x="895350" y="447675"/>
                </a:cubicBezTo>
                <a:lnTo>
                  <a:pt x="895350" y="447675"/>
                </a:lnTo>
                <a:cubicBezTo>
                  <a:pt x="895350" y="694754"/>
                  <a:pt x="694754" y="895350"/>
                  <a:pt x="447675" y="895350"/>
                </a:cubicBezTo>
                <a:lnTo>
                  <a:pt x="447675" y="895350"/>
                </a:lnTo>
                <a:cubicBezTo>
                  <a:pt x="200596" y="895350"/>
                  <a:pt x="0" y="694754"/>
                  <a:pt x="0" y="447675"/>
                </a:cubicBezTo>
                <a:lnTo>
                  <a:pt x="0" y="447675"/>
                </a:lnTo>
                <a:cubicBezTo>
                  <a:pt x="0" y="200596"/>
                  <a:pt x="200596" y="0"/>
                  <a:pt x="447675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 cap="flat" cmpd="sng" w="25400">
            <a:solidFill>
              <a:srgbClr val="61DAF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5903119" y="711994"/>
            <a:ext cx="385763" cy="342900"/>
          </a:xfrm>
          <a:custGeom>
            <a:rect b="b" l="l" r="r" t="t"/>
            <a:pathLst>
              <a:path extrusionOk="0" h="342900" w="385763">
                <a:moveTo>
                  <a:pt x="32147" y="131132"/>
                </a:moveTo>
                <a:lnTo>
                  <a:pt x="172254" y="188796"/>
                </a:lnTo>
                <a:cubicBezTo>
                  <a:pt x="178817" y="191475"/>
                  <a:pt x="185782" y="192881"/>
                  <a:pt x="192881" y="192881"/>
                </a:cubicBezTo>
                <a:cubicBezTo>
                  <a:pt x="199980" y="192881"/>
                  <a:pt x="206946" y="191475"/>
                  <a:pt x="213509" y="188796"/>
                </a:cubicBezTo>
                <a:lnTo>
                  <a:pt x="375851" y="121957"/>
                </a:lnTo>
                <a:cubicBezTo>
                  <a:pt x="381878" y="119479"/>
                  <a:pt x="385763" y="113653"/>
                  <a:pt x="385763" y="107156"/>
                </a:cubicBezTo>
                <a:cubicBezTo>
                  <a:pt x="385763" y="100660"/>
                  <a:pt x="381878" y="94833"/>
                  <a:pt x="375851" y="92355"/>
                </a:cubicBezTo>
                <a:lnTo>
                  <a:pt x="213509" y="25517"/>
                </a:lnTo>
                <a:cubicBezTo>
                  <a:pt x="206946" y="22838"/>
                  <a:pt x="199980" y="21431"/>
                  <a:pt x="192881" y="21431"/>
                </a:cubicBezTo>
                <a:cubicBezTo>
                  <a:pt x="185782" y="21431"/>
                  <a:pt x="178817" y="22838"/>
                  <a:pt x="172254" y="25517"/>
                </a:cubicBezTo>
                <a:lnTo>
                  <a:pt x="9912" y="92355"/>
                </a:lnTo>
                <a:cubicBezTo>
                  <a:pt x="3884" y="94833"/>
                  <a:pt x="0" y="100660"/>
                  <a:pt x="0" y="107156"/>
                </a:cubicBezTo>
                <a:lnTo>
                  <a:pt x="0" y="305395"/>
                </a:lnTo>
                <a:cubicBezTo>
                  <a:pt x="0" y="314303"/>
                  <a:pt x="7166" y="321469"/>
                  <a:pt x="16073" y="321469"/>
                </a:cubicBezTo>
                <a:cubicBezTo>
                  <a:pt x="24981" y="321469"/>
                  <a:pt x="32147" y="314303"/>
                  <a:pt x="32147" y="305395"/>
                </a:cubicBezTo>
                <a:lnTo>
                  <a:pt x="32147" y="131132"/>
                </a:lnTo>
                <a:close/>
                <a:moveTo>
                  <a:pt x="64294" y="179152"/>
                </a:moveTo>
                <a:lnTo>
                  <a:pt x="64294" y="257175"/>
                </a:lnTo>
                <a:cubicBezTo>
                  <a:pt x="64294" y="292671"/>
                  <a:pt x="121890" y="321469"/>
                  <a:pt x="192881" y="321469"/>
                </a:cubicBezTo>
                <a:cubicBezTo>
                  <a:pt x="263872" y="321469"/>
                  <a:pt x="321469" y="292671"/>
                  <a:pt x="321469" y="257175"/>
                </a:cubicBezTo>
                <a:lnTo>
                  <a:pt x="321469" y="179085"/>
                </a:lnTo>
                <a:lnTo>
                  <a:pt x="225765" y="218532"/>
                </a:lnTo>
                <a:cubicBezTo>
                  <a:pt x="215317" y="222818"/>
                  <a:pt x="204200" y="225028"/>
                  <a:pt x="192881" y="225028"/>
                </a:cubicBezTo>
                <a:cubicBezTo>
                  <a:pt x="181563" y="225028"/>
                  <a:pt x="170445" y="222818"/>
                  <a:pt x="159998" y="218532"/>
                </a:cubicBezTo>
                <a:lnTo>
                  <a:pt x="64294" y="179085"/>
                </a:ln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3835971" y="1569244"/>
            <a:ext cx="452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Selamat Belajar!</a:t>
            </a:r>
            <a:endParaRPr b="0" i="0" sz="1600" u="none" cap="none" strike="noStrike"/>
          </a:p>
        </p:txBody>
      </p:sp>
      <p:sp>
        <p:nvSpPr>
          <p:cNvPr id="475" name="Google Shape;475;p11"/>
          <p:cNvSpPr/>
          <p:nvPr/>
        </p:nvSpPr>
        <p:spPr>
          <a:xfrm>
            <a:off x="3921696" y="2293144"/>
            <a:ext cx="4352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Pertanyaan? Diskusi?</a:t>
            </a:r>
            <a:endParaRPr b="0" i="0" sz="1600" u="none" cap="none" strike="noStrike"/>
          </a:p>
        </p:txBody>
      </p:sp>
      <p:sp>
        <p:nvSpPr>
          <p:cNvPr id="476" name="Google Shape;476;p11"/>
          <p:cNvSpPr/>
          <p:nvPr/>
        </p:nvSpPr>
        <p:spPr>
          <a:xfrm>
            <a:off x="3284860" y="2907506"/>
            <a:ext cx="1714500" cy="1685925"/>
          </a:xfrm>
          <a:custGeom>
            <a:rect b="b" l="l" r="r" t="t"/>
            <a:pathLst>
              <a:path extrusionOk="0" h="1685925" w="1714500">
                <a:moveTo>
                  <a:pt x="152408" y="0"/>
                </a:moveTo>
                <a:lnTo>
                  <a:pt x="1562092" y="0"/>
                </a:lnTo>
                <a:cubicBezTo>
                  <a:pt x="1646265" y="0"/>
                  <a:pt x="1714500" y="68235"/>
                  <a:pt x="1714500" y="152408"/>
                </a:cubicBezTo>
                <a:lnTo>
                  <a:pt x="1714500" y="1533517"/>
                </a:lnTo>
                <a:cubicBezTo>
                  <a:pt x="1714500" y="1617690"/>
                  <a:pt x="1646265" y="1685925"/>
                  <a:pt x="1562092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3875782" y="3140869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4028182" y="3293269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3475360" y="3826669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1 Complete</a:t>
            </a:r>
            <a:endParaRPr b="0" i="0" sz="1600" u="none" cap="none" strike="noStrike"/>
          </a:p>
        </p:txBody>
      </p:sp>
      <p:sp>
        <p:nvSpPr>
          <p:cNvPr id="480" name="Google Shape;480;p11"/>
          <p:cNvSpPr/>
          <p:nvPr/>
        </p:nvSpPr>
        <p:spPr>
          <a:xfrm>
            <a:off x="3484885" y="4169569"/>
            <a:ext cx="1314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React Fundamentals</a:t>
            </a:r>
            <a:endParaRPr b="0" i="0" sz="1600" u="none" cap="none" strike="noStrike"/>
          </a:p>
        </p:txBody>
      </p:sp>
      <p:sp>
        <p:nvSpPr>
          <p:cNvPr id="481" name="Google Shape;481;p11"/>
          <p:cNvSpPr/>
          <p:nvPr/>
        </p:nvSpPr>
        <p:spPr>
          <a:xfrm>
            <a:off x="5238304" y="2907506"/>
            <a:ext cx="1714500" cy="1685925"/>
          </a:xfrm>
          <a:custGeom>
            <a:rect b="b" l="l" r="r" t="t"/>
            <a:pathLst>
              <a:path extrusionOk="0" h="1685925" w="1714500">
                <a:moveTo>
                  <a:pt x="152408" y="0"/>
                </a:moveTo>
                <a:lnTo>
                  <a:pt x="1562092" y="0"/>
                </a:lnTo>
                <a:cubicBezTo>
                  <a:pt x="1646265" y="0"/>
                  <a:pt x="1714500" y="68235"/>
                  <a:pt x="1714500" y="152408"/>
                </a:cubicBezTo>
                <a:lnTo>
                  <a:pt x="1714500" y="1533517"/>
                </a:lnTo>
                <a:cubicBezTo>
                  <a:pt x="1714500" y="1617690"/>
                  <a:pt x="1646265" y="1685925"/>
                  <a:pt x="1562092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5829226" y="3140869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764BA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5981626" y="3293269"/>
            <a:ext cx="228600" cy="228600"/>
          </a:xfrm>
          <a:custGeom>
            <a:rect b="b" l="l" r="r" t="t"/>
            <a:pathLst>
              <a:path extrusionOk="0" h="228600" w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5428804" y="3826669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2 Next</a:t>
            </a:r>
            <a:endParaRPr b="0" i="0" sz="1600" u="none" cap="none" strike="noStrike"/>
          </a:p>
        </p:txBody>
      </p:sp>
      <p:sp>
        <p:nvSpPr>
          <p:cNvPr id="485" name="Google Shape;485;p11"/>
          <p:cNvSpPr/>
          <p:nvPr/>
        </p:nvSpPr>
        <p:spPr>
          <a:xfrm>
            <a:off x="5438329" y="4169569"/>
            <a:ext cx="1314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Backend Integration</a:t>
            </a:r>
            <a:endParaRPr b="0" i="0" sz="1600" u="none" cap="none" strike="noStrike"/>
          </a:p>
        </p:txBody>
      </p:sp>
      <p:sp>
        <p:nvSpPr>
          <p:cNvPr id="486" name="Google Shape;486;p11"/>
          <p:cNvSpPr/>
          <p:nvPr/>
        </p:nvSpPr>
        <p:spPr>
          <a:xfrm>
            <a:off x="7191747" y="2907506"/>
            <a:ext cx="1714500" cy="1685925"/>
          </a:xfrm>
          <a:custGeom>
            <a:rect b="b" l="l" r="r" t="t"/>
            <a:pathLst>
              <a:path extrusionOk="0" h="1685925" w="1714500">
                <a:moveTo>
                  <a:pt x="152408" y="0"/>
                </a:moveTo>
                <a:lnTo>
                  <a:pt x="1562092" y="0"/>
                </a:lnTo>
                <a:cubicBezTo>
                  <a:pt x="1646265" y="0"/>
                  <a:pt x="1714500" y="68235"/>
                  <a:pt x="1714500" y="152408"/>
                </a:cubicBezTo>
                <a:lnTo>
                  <a:pt x="1714500" y="1533517"/>
                </a:lnTo>
                <a:cubicBezTo>
                  <a:pt x="1714500" y="1617690"/>
                  <a:pt x="1646265" y="1685925"/>
                  <a:pt x="1562092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52526"/>
          </a:solidFill>
          <a:ln cap="flat" cmpd="sng" w="12700">
            <a:solidFill>
              <a:srgbClr val="36415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7782669" y="3140869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7935069" y="3293269"/>
            <a:ext cx="228600" cy="228600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7382247" y="3826669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Fullstack Ready</a:t>
            </a:r>
            <a:endParaRPr b="0" i="0" sz="1600" u="none" cap="none" strike="noStrike"/>
          </a:p>
        </p:txBody>
      </p:sp>
      <p:sp>
        <p:nvSpPr>
          <p:cNvPr id="490" name="Google Shape;490;p11"/>
          <p:cNvSpPr/>
          <p:nvPr/>
        </p:nvSpPr>
        <p:spPr>
          <a:xfrm>
            <a:off x="7391772" y="4169569"/>
            <a:ext cx="1314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End-to-End App</a:t>
            </a:r>
            <a:endParaRPr b="0" i="0" sz="1600" u="none" cap="none" strike="noStrike"/>
          </a:p>
        </p:txBody>
      </p:sp>
      <p:sp>
        <p:nvSpPr>
          <p:cNvPr id="491" name="Google Shape;491;p11"/>
          <p:cNvSpPr/>
          <p:nvPr/>
        </p:nvSpPr>
        <p:spPr>
          <a:xfrm>
            <a:off x="2443163" y="4907756"/>
            <a:ext cx="7305675" cy="1028700"/>
          </a:xfrm>
          <a:custGeom>
            <a:rect b="b" l="l" r="r" t="t"/>
            <a:pathLst>
              <a:path extrusionOk="0" h="1028700" w="7305675">
                <a:moveTo>
                  <a:pt x="152402" y="0"/>
                </a:moveTo>
                <a:lnTo>
                  <a:pt x="7153273" y="0"/>
                </a:lnTo>
                <a:cubicBezTo>
                  <a:pt x="7237442" y="0"/>
                  <a:pt x="7305675" y="68233"/>
                  <a:pt x="7305675" y="152402"/>
                </a:cubicBezTo>
                <a:lnTo>
                  <a:pt x="7305675" y="876298"/>
                </a:lnTo>
                <a:cubicBezTo>
                  <a:pt x="7305675" y="960467"/>
                  <a:pt x="7237442" y="1028700"/>
                  <a:pt x="7153273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>
            <a:gsLst>
              <a:gs pos="0">
                <a:srgbClr val="61DAFB">
                  <a:alpha val="20000"/>
                </a:srgbClr>
              </a:gs>
              <a:gs pos="100000">
                <a:srgbClr val="764BA2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61DAF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2902446" y="5207794"/>
            <a:ext cx="150019" cy="171450"/>
          </a:xfrm>
          <a:custGeom>
            <a:rect b="b" l="l" r="r" t="t"/>
            <a:pathLst>
              <a:path extrusionOk="0" h="171450" w="150019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2909888" y="5141119"/>
            <a:ext cx="6648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"Hari ini kita sudah praktek 6 konsep React inti. Ini fondasi solid untuk menjadi Fullstack Developer!"</a:t>
            </a:r>
            <a:endParaRPr b="0" i="0" sz="1600" u="none" cap="none" strike="noStrike"/>
          </a:p>
        </p:txBody>
      </p:sp>
      <p:sp>
        <p:nvSpPr>
          <p:cNvPr id="494" name="Google Shape;494;p11"/>
          <p:cNvSpPr/>
          <p:nvPr/>
        </p:nvSpPr>
        <p:spPr>
          <a:xfrm>
            <a:off x="4066505" y="6260306"/>
            <a:ext cx="152400" cy="152400"/>
          </a:xfrm>
          <a:custGeom>
            <a:rect b="b" l="l" r="r" t="t"/>
            <a:pathLst>
              <a:path extrusionOk="0" h="152400" w="152400">
                <a:moveTo>
                  <a:pt x="124480" y="52745"/>
                </a:moveTo>
                <a:cubicBezTo>
                  <a:pt x="122873" y="52209"/>
                  <a:pt x="121265" y="51703"/>
                  <a:pt x="119658" y="51227"/>
                </a:cubicBezTo>
                <a:cubicBezTo>
                  <a:pt x="119926" y="50125"/>
                  <a:pt x="120164" y="49024"/>
                  <a:pt x="120402" y="47923"/>
                </a:cubicBezTo>
                <a:cubicBezTo>
                  <a:pt x="124063" y="30182"/>
                  <a:pt x="121652" y="15925"/>
                  <a:pt x="113526" y="11222"/>
                </a:cubicBezTo>
                <a:cubicBezTo>
                  <a:pt x="105698" y="6727"/>
                  <a:pt x="92928" y="11400"/>
                  <a:pt x="80010" y="22652"/>
                </a:cubicBezTo>
                <a:cubicBezTo>
                  <a:pt x="78730" y="23753"/>
                  <a:pt x="77480" y="24914"/>
                  <a:pt x="76289" y="26075"/>
                </a:cubicBezTo>
                <a:cubicBezTo>
                  <a:pt x="75486" y="25301"/>
                  <a:pt x="74652" y="24527"/>
                  <a:pt x="73819" y="23783"/>
                </a:cubicBezTo>
                <a:cubicBezTo>
                  <a:pt x="60275" y="11757"/>
                  <a:pt x="46702" y="6697"/>
                  <a:pt x="38576" y="11430"/>
                </a:cubicBezTo>
                <a:cubicBezTo>
                  <a:pt x="30778" y="15954"/>
                  <a:pt x="28456" y="29379"/>
                  <a:pt x="31730" y="46166"/>
                </a:cubicBezTo>
                <a:cubicBezTo>
                  <a:pt x="32058" y="47833"/>
                  <a:pt x="32415" y="49470"/>
                  <a:pt x="32831" y="51137"/>
                </a:cubicBezTo>
                <a:cubicBezTo>
                  <a:pt x="30926" y="51673"/>
                  <a:pt x="29051" y="52268"/>
                  <a:pt x="27295" y="52894"/>
                </a:cubicBezTo>
                <a:cubicBezTo>
                  <a:pt x="11400" y="58400"/>
                  <a:pt x="0" y="67092"/>
                  <a:pt x="0" y="76081"/>
                </a:cubicBezTo>
                <a:cubicBezTo>
                  <a:pt x="0" y="85368"/>
                  <a:pt x="12144" y="94684"/>
                  <a:pt x="28664" y="100340"/>
                </a:cubicBezTo>
                <a:cubicBezTo>
                  <a:pt x="30004" y="100786"/>
                  <a:pt x="31343" y="101233"/>
                  <a:pt x="32712" y="101620"/>
                </a:cubicBezTo>
                <a:cubicBezTo>
                  <a:pt x="32266" y="103406"/>
                  <a:pt x="31879" y="105162"/>
                  <a:pt x="31522" y="106978"/>
                </a:cubicBezTo>
                <a:cubicBezTo>
                  <a:pt x="28396" y="123498"/>
                  <a:pt x="30837" y="136594"/>
                  <a:pt x="38636" y="141089"/>
                </a:cubicBezTo>
                <a:cubicBezTo>
                  <a:pt x="46672" y="145733"/>
                  <a:pt x="60186" y="140970"/>
                  <a:pt x="73342" y="129451"/>
                </a:cubicBezTo>
                <a:cubicBezTo>
                  <a:pt x="74384" y="128528"/>
                  <a:pt x="75426" y="127575"/>
                  <a:pt x="76468" y="126563"/>
                </a:cubicBezTo>
                <a:cubicBezTo>
                  <a:pt x="77778" y="127843"/>
                  <a:pt x="79147" y="129064"/>
                  <a:pt x="80516" y="130254"/>
                </a:cubicBezTo>
                <a:cubicBezTo>
                  <a:pt x="93256" y="141208"/>
                  <a:pt x="105847" y="145643"/>
                  <a:pt x="113615" y="141149"/>
                </a:cubicBezTo>
                <a:cubicBezTo>
                  <a:pt x="121652" y="136505"/>
                  <a:pt x="124271" y="122426"/>
                  <a:pt x="120878" y="105281"/>
                </a:cubicBezTo>
                <a:cubicBezTo>
                  <a:pt x="120610" y="103971"/>
                  <a:pt x="120313" y="102632"/>
                  <a:pt x="119985" y="101263"/>
                </a:cubicBezTo>
                <a:cubicBezTo>
                  <a:pt x="120938" y="100995"/>
                  <a:pt x="121860" y="100697"/>
                  <a:pt x="122783" y="100399"/>
                </a:cubicBezTo>
                <a:cubicBezTo>
                  <a:pt x="139958" y="94714"/>
                  <a:pt x="152400" y="85517"/>
                  <a:pt x="152400" y="76081"/>
                </a:cubicBezTo>
                <a:cubicBezTo>
                  <a:pt x="152400" y="67062"/>
                  <a:pt x="140672" y="58311"/>
                  <a:pt x="124480" y="52745"/>
                </a:cubicBezTo>
                <a:close/>
                <a:moveTo>
                  <a:pt x="84207" y="27474"/>
                </a:moveTo>
                <a:cubicBezTo>
                  <a:pt x="95280" y="17830"/>
                  <a:pt x="105608" y="14049"/>
                  <a:pt x="110311" y="16758"/>
                </a:cubicBezTo>
                <a:cubicBezTo>
                  <a:pt x="115342" y="19645"/>
                  <a:pt x="117277" y="31313"/>
                  <a:pt x="114121" y="46643"/>
                </a:cubicBezTo>
                <a:cubicBezTo>
                  <a:pt x="113913" y="47655"/>
                  <a:pt x="113705" y="48637"/>
                  <a:pt x="113437" y="49619"/>
                </a:cubicBezTo>
                <a:cubicBezTo>
                  <a:pt x="106829" y="48131"/>
                  <a:pt x="100132" y="47059"/>
                  <a:pt x="93405" y="46464"/>
                </a:cubicBezTo>
                <a:cubicBezTo>
                  <a:pt x="89535" y="40928"/>
                  <a:pt x="85308" y="35629"/>
                  <a:pt x="80724" y="30659"/>
                </a:cubicBezTo>
                <a:cubicBezTo>
                  <a:pt x="81885" y="29557"/>
                  <a:pt x="83016" y="28515"/>
                  <a:pt x="84207" y="27474"/>
                </a:cubicBezTo>
                <a:close/>
                <a:moveTo>
                  <a:pt x="49768" y="91529"/>
                </a:moveTo>
                <a:cubicBezTo>
                  <a:pt x="51286" y="94119"/>
                  <a:pt x="52834" y="96709"/>
                  <a:pt x="54471" y="99239"/>
                </a:cubicBezTo>
                <a:cubicBezTo>
                  <a:pt x="49828" y="98733"/>
                  <a:pt x="45214" y="97988"/>
                  <a:pt x="40660" y="97006"/>
                </a:cubicBezTo>
                <a:cubicBezTo>
                  <a:pt x="41970" y="92720"/>
                  <a:pt x="43607" y="88285"/>
                  <a:pt x="45512" y="83760"/>
                </a:cubicBezTo>
                <a:cubicBezTo>
                  <a:pt x="46881" y="86380"/>
                  <a:pt x="48280" y="88969"/>
                  <a:pt x="49768" y="91529"/>
                </a:cubicBezTo>
                <a:close/>
                <a:moveTo>
                  <a:pt x="40749" y="55721"/>
                </a:moveTo>
                <a:cubicBezTo>
                  <a:pt x="45035" y="54769"/>
                  <a:pt x="49590" y="53995"/>
                  <a:pt x="54322" y="53400"/>
                </a:cubicBezTo>
                <a:cubicBezTo>
                  <a:pt x="52745" y="55870"/>
                  <a:pt x="51197" y="58400"/>
                  <a:pt x="49738" y="60960"/>
                </a:cubicBezTo>
                <a:cubicBezTo>
                  <a:pt x="48280" y="63490"/>
                  <a:pt x="46851" y="66080"/>
                  <a:pt x="45512" y="68699"/>
                </a:cubicBezTo>
                <a:cubicBezTo>
                  <a:pt x="43636" y="64264"/>
                  <a:pt x="42059" y="59918"/>
                  <a:pt x="40749" y="55721"/>
                </a:cubicBezTo>
                <a:close/>
                <a:moveTo>
                  <a:pt x="48905" y="76230"/>
                </a:moveTo>
                <a:cubicBezTo>
                  <a:pt x="50869" y="72122"/>
                  <a:pt x="53013" y="68104"/>
                  <a:pt x="55275" y="64145"/>
                </a:cubicBezTo>
                <a:cubicBezTo>
                  <a:pt x="57537" y="60186"/>
                  <a:pt x="59978" y="56346"/>
                  <a:pt x="62538" y="52566"/>
                </a:cubicBezTo>
                <a:cubicBezTo>
                  <a:pt x="67002" y="52239"/>
                  <a:pt x="71557" y="52060"/>
                  <a:pt x="76200" y="52060"/>
                </a:cubicBezTo>
                <a:cubicBezTo>
                  <a:pt x="80843" y="52060"/>
                  <a:pt x="85427" y="52239"/>
                  <a:pt x="89862" y="52566"/>
                </a:cubicBezTo>
                <a:cubicBezTo>
                  <a:pt x="92393" y="56317"/>
                  <a:pt x="94804" y="60156"/>
                  <a:pt x="97095" y="64085"/>
                </a:cubicBezTo>
                <a:cubicBezTo>
                  <a:pt x="99387" y="68014"/>
                  <a:pt x="101531" y="72033"/>
                  <a:pt x="103555" y="76111"/>
                </a:cubicBezTo>
                <a:cubicBezTo>
                  <a:pt x="101560" y="80218"/>
                  <a:pt x="99417" y="84266"/>
                  <a:pt x="97125" y="88255"/>
                </a:cubicBezTo>
                <a:cubicBezTo>
                  <a:pt x="94863" y="92214"/>
                  <a:pt x="92452" y="96054"/>
                  <a:pt x="89922" y="99864"/>
                </a:cubicBezTo>
                <a:cubicBezTo>
                  <a:pt x="85487" y="100191"/>
                  <a:pt x="80873" y="100340"/>
                  <a:pt x="76200" y="100340"/>
                </a:cubicBezTo>
                <a:cubicBezTo>
                  <a:pt x="71527" y="100340"/>
                  <a:pt x="67002" y="100191"/>
                  <a:pt x="62627" y="99923"/>
                </a:cubicBezTo>
                <a:cubicBezTo>
                  <a:pt x="60037" y="96143"/>
                  <a:pt x="57596" y="92273"/>
                  <a:pt x="55305" y="88315"/>
                </a:cubicBezTo>
                <a:cubicBezTo>
                  <a:pt x="53013" y="84356"/>
                  <a:pt x="50899" y="80337"/>
                  <a:pt x="48905" y="76230"/>
                </a:cubicBezTo>
                <a:close/>
                <a:moveTo>
                  <a:pt x="102662" y="91470"/>
                </a:moveTo>
                <a:cubicBezTo>
                  <a:pt x="104180" y="88850"/>
                  <a:pt x="105608" y="86201"/>
                  <a:pt x="107007" y="83522"/>
                </a:cubicBezTo>
                <a:cubicBezTo>
                  <a:pt x="108912" y="87838"/>
                  <a:pt x="110579" y="92214"/>
                  <a:pt x="112038" y="96709"/>
                </a:cubicBezTo>
                <a:cubicBezTo>
                  <a:pt x="107424" y="97750"/>
                  <a:pt x="102751" y="98554"/>
                  <a:pt x="98048" y="99090"/>
                </a:cubicBezTo>
                <a:cubicBezTo>
                  <a:pt x="99655" y="96589"/>
                  <a:pt x="101173" y="94030"/>
                  <a:pt x="102662" y="91470"/>
                </a:cubicBezTo>
                <a:close/>
                <a:moveTo>
                  <a:pt x="106948" y="68699"/>
                </a:moveTo>
                <a:cubicBezTo>
                  <a:pt x="105549" y="66080"/>
                  <a:pt x="104120" y="63460"/>
                  <a:pt x="102632" y="60900"/>
                </a:cubicBezTo>
                <a:cubicBezTo>
                  <a:pt x="101173" y="58370"/>
                  <a:pt x="99655" y="55870"/>
                  <a:pt x="98078" y="53400"/>
                </a:cubicBezTo>
                <a:cubicBezTo>
                  <a:pt x="102870" y="53995"/>
                  <a:pt x="107454" y="54799"/>
                  <a:pt x="111740" y="55781"/>
                </a:cubicBezTo>
                <a:cubicBezTo>
                  <a:pt x="110371" y="60186"/>
                  <a:pt x="108764" y="64472"/>
                  <a:pt x="106948" y="68699"/>
                </a:cubicBezTo>
                <a:close/>
                <a:moveTo>
                  <a:pt x="76260" y="35213"/>
                </a:moveTo>
                <a:cubicBezTo>
                  <a:pt x="79385" y="38606"/>
                  <a:pt x="82332" y="42178"/>
                  <a:pt x="85070" y="45869"/>
                </a:cubicBezTo>
                <a:cubicBezTo>
                  <a:pt x="79177" y="45601"/>
                  <a:pt x="73253" y="45601"/>
                  <a:pt x="67360" y="45869"/>
                </a:cubicBezTo>
                <a:cubicBezTo>
                  <a:pt x="70277" y="42029"/>
                  <a:pt x="73283" y="38457"/>
                  <a:pt x="76260" y="35213"/>
                </a:cubicBezTo>
                <a:close/>
                <a:moveTo>
                  <a:pt x="41731" y="16966"/>
                </a:moveTo>
                <a:cubicBezTo>
                  <a:pt x="46732" y="14049"/>
                  <a:pt x="57835" y="18217"/>
                  <a:pt x="69533" y="28575"/>
                </a:cubicBezTo>
                <a:cubicBezTo>
                  <a:pt x="70277" y="29230"/>
                  <a:pt x="71021" y="29944"/>
                  <a:pt x="71795" y="30659"/>
                </a:cubicBezTo>
                <a:cubicBezTo>
                  <a:pt x="67181" y="35629"/>
                  <a:pt x="62925" y="40928"/>
                  <a:pt x="59025" y="46464"/>
                </a:cubicBezTo>
                <a:cubicBezTo>
                  <a:pt x="52298" y="47059"/>
                  <a:pt x="45631" y="48101"/>
                  <a:pt x="39023" y="49560"/>
                </a:cubicBezTo>
                <a:cubicBezTo>
                  <a:pt x="38636" y="48042"/>
                  <a:pt x="38308" y="46494"/>
                  <a:pt x="37981" y="44946"/>
                </a:cubicBezTo>
                <a:cubicBezTo>
                  <a:pt x="35183" y="30540"/>
                  <a:pt x="37028" y="19675"/>
                  <a:pt x="41731" y="16966"/>
                </a:cubicBezTo>
                <a:close/>
                <a:moveTo>
                  <a:pt x="34439" y="95429"/>
                </a:moveTo>
                <a:cubicBezTo>
                  <a:pt x="33189" y="95071"/>
                  <a:pt x="31968" y="94684"/>
                  <a:pt x="30748" y="94268"/>
                </a:cubicBezTo>
                <a:cubicBezTo>
                  <a:pt x="24408" y="92273"/>
                  <a:pt x="17205" y="89118"/>
                  <a:pt x="11996" y="84981"/>
                </a:cubicBezTo>
                <a:cubicBezTo>
                  <a:pt x="8989" y="82897"/>
                  <a:pt x="6965" y="79683"/>
                  <a:pt x="6400" y="76081"/>
                </a:cubicBezTo>
                <a:cubicBezTo>
                  <a:pt x="6400" y="70634"/>
                  <a:pt x="15806" y="63669"/>
                  <a:pt x="29379" y="58936"/>
                </a:cubicBezTo>
                <a:cubicBezTo>
                  <a:pt x="31075" y="58341"/>
                  <a:pt x="32802" y="57805"/>
                  <a:pt x="34528" y="57299"/>
                </a:cubicBezTo>
                <a:cubicBezTo>
                  <a:pt x="36552" y="63758"/>
                  <a:pt x="38993" y="70098"/>
                  <a:pt x="41821" y="76230"/>
                </a:cubicBezTo>
                <a:cubicBezTo>
                  <a:pt x="38963" y="82451"/>
                  <a:pt x="36493" y="88880"/>
                  <a:pt x="34439" y="95429"/>
                </a:cubicBezTo>
                <a:close/>
                <a:moveTo>
                  <a:pt x="69146" y="124599"/>
                </a:moveTo>
                <a:cubicBezTo>
                  <a:pt x="64234" y="129094"/>
                  <a:pt x="58549" y="132665"/>
                  <a:pt x="52358" y="135106"/>
                </a:cubicBezTo>
                <a:cubicBezTo>
                  <a:pt x="49054" y="136684"/>
                  <a:pt x="45244" y="136833"/>
                  <a:pt x="41850" y="135493"/>
                </a:cubicBezTo>
                <a:cubicBezTo>
                  <a:pt x="37118" y="132755"/>
                  <a:pt x="35153" y="122247"/>
                  <a:pt x="37832" y="108109"/>
                </a:cubicBezTo>
                <a:cubicBezTo>
                  <a:pt x="38160" y="106442"/>
                  <a:pt x="38517" y="104775"/>
                  <a:pt x="38933" y="103138"/>
                </a:cubicBezTo>
                <a:cubicBezTo>
                  <a:pt x="45601" y="104567"/>
                  <a:pt x="52328" y="105549"/>
                  <a:pt x="59144" y="106055"/>
                </a:cubicBezTo>
                <a:cubicBezTo>
                  <a:pt x="63073" y="111621"/>
                  <a:pt x="67389" y="116949"/>
                  <a:pt x="72003" y="121950"/>
                </a:cubicBezTo>
                <a:cubicBezTo>
                  <a:pt x="71051" y="122873"/>
                  <a:pt x="70098" y="123765"/>
                  <a:pt x="69146" y="124599"/>
                </a:cubicBezTo>
                <a:close/>
                <a:moveTo>
                  <a:pt x="76438" y="117366"/>
                </a:moveTo>
                <a:cubicBezTo>
                  <a:pt x="73402" y="114092"/>
                  <a:pt x="70366" y="110460"/>
                  <a:pt x="67419" y="106561"/>
                </a:cubicBezTo>
                <a:cubicBezTo>
                  <a:pt x="70277" y="106680"/>
                  <a:pt x="73223" y="106740"/>
                  <a:pt x="76200" y="106740"/>
                </a:cubicBezTo>
                <a:cubicBezTo>
                  <a:pt x="79266" y="106740"/>
                  <a:pt x="82272" y="106680"/>
                  <a:pt x="85249" y="106531"/>
                </a:cubicBezTo>
                <a:cubicBezTo>
                  <a:pt x="82510" y="110311"/>
                  <a:pt x="79564" y="113913"/>
                  <a:pt x="76438" y="117366"/>
                </a:cubicBezTo>
                <a:close/>
                <a:moveTo>
                  <a:pt x="115342" y="126296"/>
                </a:moveTo>
                <a:cubicBezTo>
                  <a:pt x="115074" y="129927"/>
                  <a:pt x="113288" y="133320"/>
                  <a:pt x="110430" y="135612"/>
                </a:cubicBezTo>
                <a:cubicBezTo>
                  <a:pt x="105698" y="138351"/>
                  <a:pt x="95607" y="134779"/>
                  <a:pt x="84713" y="125432"/>
                </a:cubicBezTo>
                <a:cubicBezTo>
                  <a:pt x="83463" y="124361"/>
                  <a:pt x="82213" y="123200"/>
                  <a:pt x="80933" y="122009"/>
                </a:cubicBezTo>
                <a:cubicBezTo>
                  <a:pt x="85487" y="116979"/>
                  <a:pt x="89684" y="111651"/>
                  <a:pt x="93494" y="106055"/>
                </a:cubicBezTo>
                <a:cubicBezTo>
                  <a:pt x="100310" y="105489"/>
                  <a:pt x="107097" y="104448"/>
                  <a:pt x="113794" y="102930"/>
                </a:cubicBezTo>
                <a:cubicBezTo>
                  <a:pt x="114092" y="104150"/>
                  <a:pt x="114360" y="105370"/>
                  <a:pt x="114598" y="106561"/>
                </a:cubicBezTo>
                <a:cubicBezTo>
                  <a:pt x="116056" y="112990"/>
                  <a:pt x="116294" y="119688"/>
                  <a:pt x="115342" y="126296"/>
                </a:cubicBezTo>
                <a:close/>
                <a:moveTo>
                  <a:pt x="120759" y="94298"/>
                </a:moveTo>
                <a:cubicBezTo>
                  <a:pt x="119926" y="94565"/>
                  <a:pt x="119092" y="94833"/>
                  <a:pt x="118229" y="95071"/>
                </a:cubicBezTo>
                <a:cubicBezTo>
                  <a:pt x="116145" y="88583"/>
                  <a:pt x="113586" y="82242"/>
                  <a:pt x="110639" y="76081"/>
                </a:cubicBezTo>
                <a:cubicBezTo>
                  <a:pt x="113496" y="70009"/>
                  <a:pt x="115907" y="63758"/>
                  <a:pt x="117931" y="57358"/>
                </a:cubicBezTo>
                <a:cubicBezTo>
                  <a:pt x="119479" y="57805"/>
                  <a:pt x="120967" y="58281"/>
                  <a:pt x="122396" y="58757"/>
                </a:cubicBezTo>
                <a:cubicBezTo>
                  <a:pt x="136267" y="63520"/>
                  <a:pt x="146000" y="70604"/>
                  <a:pt x="146000" y="76021"/>
                </a:cubicBezTo>
                <a:cubicBezTo>
                  <a:pt x="146000" y="81855"/>
                  <a:pt x="135612" y="89386"/>
                  <a:pt x="120759" y="94298"/>
                </a:cubicBezTo>
                <a:close/>
                <a:moveTo>
                  <a:pt x="76200" y="89833"/>
                </a:moveTo>
                <a:cubicBezTo>
                  <a:pt x="83724" y="89833"/>
                  <a:pt x="89833" y="83724"/>
                  <a:pt x="89833" y="76200"/>
                </a:cubicBezTo>
                <a:cubicBezTo>
                  <a:pt x="89833" y="68676"/>
                  <a:pt x="83724" y="62567"/>
                  <a:pt x="76200" y="62567"/>
                </a:cubicBezTo>
                <a:cubicBezTo>
                  <a:pt x="68676" y="62567"/>
                  <a:pt x="62567" y="68676"/>
                  <a:pt x="62567" y="76200"/>
                </a:cubicBezTo>
                <a:cubicBezTo>
                  <a:pt x="62567" y="83724"/>
                  <a:pt x="68676" y="89833"/>
                  <a:pt x="76200" y="89833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4280818" y="6241256"/>
            <a:ext cx="542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React.js</a:t>
            </a:r>
            <a:endParaRPr b="0" i="0" sz="1600" u="none" cap="none" strike="noStrike"/>
          </a:p>
        </p:txBody>
      </p:sp>
      <p:sp>
        <p:nvSpPr>
          <p:cNvPr id="496" name="Google Shape;496;p11"/>
          <p:cNvSpPr/>
          <p:nvPr/>
        </p:nvSpPr>
        <p:spPr>
          <a:xfrm>
            <a:off x="5017145" y="6317456"/>
            <a:ext cx="38100" cy="38100"/>
          </a:xfrm>
          <a:custGeom>
            <a:rect b="b" l="l" r="r" t="t"/>
            <a:pathLst>
              <a:path extrusionOk="0" h="38100" w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5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5293370" y="6260306"/>
            <a:ext cx="171450" cy="152400"/>
          </a:xfrm>
          <a:custGeom>
            <a:rect b="b" l="l" r="r" t="t"/>
            <a:pathLst>
              <a:path extrusionOk="0" h="152400" w="17145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764B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5517207" y="6241256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CodeSandbox</a:t>
            </a:r>
            <a:endParaRPr b="0" i="0" sz="1600" u="none" cap="none" strike="noStrike"/>
          </a:p>
        </p:txBody>
      </p:sp>
      <p:sp>
        <p:nvSpPr>
          <p:cNvPr id="499" name="Google Shape;499;p11"/>
          <p:cNvSpPr/>
          <p:nvPr/>
        </p:nvSpPr>
        <p:spPr>
          <a:xfrm>
            <a:off x="6631409" y="6317456"/>
            <a:ext cx="38100" cy="38100"/>
          </a:xfrm>
          <a:custGeom>
            <a:rect b="b" l="l" r="r" t="t"/>
            <a:pathLst>
              <a:path extrusionOk="0" h="38100" w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5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6917159" y="6260306"/>
            <a:ext cx="152400" cy="152400"/>
          </a:xfrm>
          <a:custGeom>
            <a:rect b="b" l="l" r="r" t="t"/>
            <a:pathLst>
              <a:path extrusionOk="0" h="152400" w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7150"/>
                </a:lnTo>
                <a:cubicBezTo>
                  <a:pt x="152400" y="46643"/>
                  <a:pt x="143857" y="38100"/>
                  <a:pt x="133350" y="38100"/>
                </a:cubicBezTo>
                <a:lnTo>
                  <a:pt x="21431" y="38100"/>
                </a:lnTo>
                <a:cubicBezTo>
                  <a:pt x="17472" y="38100"/>
                  <a:pt x="14288" y="34915"/>
                  <a:pt x="14288" y="30956"/>
                </a:cubicBezTo>
                <a:cubicBezTo>
                  <a:pt x="14288" y="26997"/>
                  <a:pt x="17472" y="23813"/>
                  <a:pt x="21431" y="23813"/>
                </a:cubicBezTo>
                <a:lnTo>
                  <a:pt x="135731" y="23813"/>
                </a:lnTo>
                <a:cubicBezTo>
                  <a:pt x="139690" y="23813"/>
                  <a:pt x="142875" y="20628"/>
                  <a:pt x="142875" y="16669"/>
                </a:cubicBezTo>
                <a:cubicBezTo>
                  <a:pt x="142875" y="12710"/>
                  <a:pt x="139690" y="9525"/>
                  <a:pt x="135731" y="9525"/>
                </a:cubicBezTo>
                <a:lnTo>
                  <a:pt x="19050" y="9525"/>
                </a:lnTo>
                <a:close/>
                <a:moveTo>
                  <a:pt x="123825" y="76200"/>
                </a:moveTo>
                <a:cubicBezTo>
                  <a:pt x="129082" y="76200"/>
                  <a:pt x="133350" y="80468"/>
                  <a:pt x="133350" y="85725"/>
                </a:cubicBezTo>
                <a:cubicBezTo>
                  <a:pt x="133350" y="90982"/>
                  <a:pt x="129082" y="95250"/>
                  <a:pt x="123825" y="95250"/>
                </a:cubicBezTo>
                <a:cubicBezTo>
                  <a:pt x="118568" y="95250"/>
                  <a:pt x="114300" y="90982"/>
                  <a:pt x="114300" y="85725"/>
                </a:cubicBezTo>
                <a:cubicBezTo>
                  <a:pt x="114300" y="80468"/>
                  <a:pt x="118568" y="76200"/>
                  <a:pt x="123825" y="76200"/>
                </a:cubicBezTo>
                <a:close/>
              </a:path>
            </a:pathLst>
          </a:cu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7131472" y="6241256"/>
            <a:ext cx="1047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A1AF"/>
                </a:solidFill>
                <a:latin typeface="Arial"/>
                <a:ea typeface="Arial"/>
                <a:cs typeface="Arial"/>
                <a:sym typeface="Arial"/>
              </a:rPr>
              <a:t>Finance Tracker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2026-03-08T12:15:14Z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{"Label":"Finance Tracker dengan React","ContentProducer":"001191110108MACG2KBH8F10000","ProduceID":"19ccd52a-2732-8fed-8000-0000267ad8e7","ReservedCode1":"","ContentPropagator":"001191110108MACG2KBH8F20000","PropagateID":"19ccd52a-2732-8fed-8000-0000267ad8e7","ReservedCode2":""}</vt:lpwstr>
  </property>
</Properties>
</file>