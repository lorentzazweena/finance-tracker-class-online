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12192000"/>
  <p:embeddedFontLst>
    <p:embeddedFont>
      <p:font typeface="Liter"/>
      <p:regular r:id="rId19"/>
    </p:embeddedFont>
    <p:embeddedFont>
      <p:font typeface="Quattrocento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W0tmfQPrSbLSam+UuonZS2xgF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502E1A-47ED-45D6-9921-90FFB5DBB2DC}">
  <a:tblStyle styleId="{AB502E1A-47ED-45D6-9921-90FFB5DBB2D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regular.fntdata"/><Relationship Id="rId11" Type="http://schemas.openxmlformats.org/officeDocument/2006/relationships/slide" Target="slides/slide6.xml"/><Relationship Id="rId22" Type="http://schemas.openxmlformats.org/officeDocument/2006/relationships/font" Target="fonts/QuattrocentoSans-italic.fntdata"/><Relationship Id="rId10" Type="http://schemas.openxmlformats.org/officeDocument/2006/relationships/slide" Target="slides/slide5.xml"/><Relationship Id="rId21" Type="http://schemas.openxmlformats.org/officeDocument/2006/relationships/font" Target="fonts/QuattrocentoSans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Quattrocento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iter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ce15a3ed9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7" name="Google Shape;737;g3ce15a3ed9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g3ce15a3ed9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www.curotec.com/03653a3560b9244f4177176632373a15313880bb.jpg" id="17" name="Google Shape;17;p1"/>
          <p:cNvPicPr preferRelativeResize="0"/>
          <p:nvPr/>
        </p:nvPicPr>
        <p:blipFill rotWithShape="1">
          <a:blip r:embed="rId3">
            <a:alphaModFix amt="30000"/>
          </a:blip>
          <a:srcRect b="7813" l="0" r="0" t="7813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F172A">
                  <a:alpha val="94901"/>
                </a:srgbClr>
              </a:gs>
              <a:gs pos="50000">
                <a:srgbClr val="0F172A">
                  <a:alpha val="85098"/>
                </a:srgbClr>
              </a:gs>
              <a:gs pos="100000">
                <a:srgbClr val="3B82F6">
                  <a:alpha val="30196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19" name="Google Shape;19;p1"/>
          <p:cNvSpPr/>
          <p:nvPr/>
        </p:nvSpPr>
        <p:spPr>
          <a:xfrm>
            <a:off x="385763" y="1185863"/>
            <a:ext cx="1771650" cy="390525"/>
          </a:xfrm>
          <a:custGeom>
            <a:rect b="b" l="l" r="r" t="t"/>
            <a:pathLst>
              <a:path extrusionOk="0" h="390525" w="1771650">
                <a:moveTo>
                  <a:pt x="195263" y="0"/>
                </a:moveTo>
                <a:lnTo>
                  <a:pt x="1576388" y="0"/>
                </a:lnTo>
                <a:cubicBezTo>
                  <a:pt x="1684156" y="0"/>
                  <a:pt x="1771650" y="87494"/>
                  <a:pt x="1771650" y="195263"/>
                </a:cubicBezTo>
                <a:lnTo>
                  <a:pt x="1771650" y="195263"/>
                </a:lnTo>
                <a:cubicBezTo>
                  <a:pt x="1771650" y="303031"/>
                  <a:pt x="1684156" y="390525"/>
                  <a:pt x="1576388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381000" y="1181100"/>
            <a:ext cx="18383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152400" spcFirstLastPara="1" rIns="152400" wrap="square" tIns="762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WORKSHOP DAY 2</a:t>
            </a:r>
            <a:endParaRPr b="0" i="0" sz="1600" u="none" cap="none" strike="noStrike"/>
          </a:p>
        </p:txBody>
      </p:sp>
      <p:sp>
        <p:nvSpPr>
          <p:cNvPr id="21" name="Google Shape;21;p1"/>
          <p:cNvSpPr/>
          <p:nvPr/>
        </p:nvSpPr>
        <p:spPr>
          <a:xfrm>
            <a:off x="381000" y="1809750"/>
            <a:ext cx="117729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Menghidupkan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Backend</a:t>
            </a:r>
            <a:endParaRPr b="0" i="0" sz="1600" u="none" cap="none" strike="noStrike"/>
          </a:p>
        </p:txBody>
      </p:sp>
      <p:sp>
        <p:nvSpPr>
          <p:cNvPr id="22" name="Google Shape;22;p1"/>
          <p:cNvSpPr/>
          <p:nvPr/>
        </p:nvSpPr>
        <p:spPr>
          <a:xfrm>
            <a:off x="381000" y="3752850"/>
            <a:ext cx="914400" cy="38100"/>
          </a:xfrm>
          <a:custGeom>
            <a:rect b="b" l="l" r="r" t="t"/>
            <a:pathLst>
              <a:path extrusionOk="0" h="38100" w="9144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10B981"/>
              </a:gs>
            </a:gsLst>
            <a:lin ang="0" scaled="0"/>
          </a:gradFill>
          <a:ln>
            <a:noFill/>
          </a:ln>
        </p:spPr>
      </p:sp>
      <p:sp>
        <p:nvSpPr>
          <p:cNvPr id="23" name="Google Shape;23;p1"/>
          <p:cNvSpPr/>
          <p:nvPr/>
        </p:nvSpPr>
        <p:spPr>
          <a:xfrm>
            <a:off x="381000" y="4019550"/>
            <a:ext cx="65151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Dari Aplikasi Offline ke Online: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Finance Tracker dengan Laravel</a:t>
            </a:r>
            <a:endParaRPr b="0" i="0" sz="1600" u="none" cap="none" strike="noStrike"/>
          </a:p>
        </p:txBody>
      </p:sp>
      <p:sp>
        <p:nvSpPr>
          <p:cNvPr id="24" name="Google Shape;24;p1"/>
          <p:cNvSpPr/>
          <p:nvPr/>
        </p:nvSpPr>
        <p:spPr>
          <a:xfrm>
            <a:off x="381000" y="52197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514350" y="5353050"/>
            <a:ext cx="190500" cy="190500"/>
          </a:xfrm>
          <a:custGeom>
            <a:rect b="b" l="l" r="r" t="t"/>
            <a:pathLst>
              <a:path extrusionOk="0" h="190500" w="190500">
                <a:moveTo>
                  <a:pt x="155600" y="65931"/>
                </a:moveTo>
                <a:cubicBezTo>
                  <a:pt x="153591" y="65261"/>
                  <a:pt x="151581" y="64629"/>
                  <a:pt x="149572" y="64033"/>
                </a:cubicBezTo>
                <a:cubicBezTo>
                  <a:pt x="149907" y="62657"/>
                  <a:pt x="150205" y="61280"/>
                  <a:pt x="150502" y="59903"/>
                </a:cubicBezTo>
                <a:cubicBezTo>
                  <a:pt x="155079" y="37728"/>
                  <a:pt x="152065" y="19906"/>
                  <a:pt x="141908" y="14027"/>
                </a:cubicBezTo>
                <a:cubicBezTo>
                  <a:pt x="132122" y="8409"/>
                  <a:pt x="116160" y="14250"/>
                  <a:pt x="100012" y="28315"/>
                </a:cubicBezTo>
                <a:cubicBezTo>
                  <a:pt x="98413" y="29691"/>
                  <a:pt x="96850" y="31142"/>
                  <a:pt x="95362" y="32593"/>
                </a:cubicBezTo>
                <a:cubicBezTo>
                  <a:pt x="94357" y="31626"/>
                  <a:pt x="93315" y="30659"/>
                  <a:pt x="92273" y="29728"/>
                </a:cubicBezTo>
                <a:cubicBezTo>
                  <a:pt x="75344" y="14697"/>
                  <a:pt x="58378" y="8372"/>
                  <a:pt x="48220" y="14287"/>
                </a:cubicBezTo>
                <a:cubicBezTo>
                  <a:pt x="38472" y="19943"/>
                  <a:pt x="35570" y="36723"/>
                  <a:pt x="39663" y="57708"/>
                </a:cubicBezTo>
                <a:cubicBezTo>
                  <a:pt x="40072" y="59792"/>
                  <a:pt x="40518" y="61838"/>
                  <a:pt x="41039" y="63922"/>
                </a:cubicBezTo>
                <a:cubicBezTo>
                  <a:pt x="38658" y="64591"/>
                  <a:pt x="36314" y="65336"/>
                  <a:pt x="34119" y="66117"/>
                </a:cubicBezTo>
                <a:cubicBezTo>
                  <a:pt x="14250" y="73000"/>
                  <a:pt x="0" y="83865"/>
                  <a:pt x="0" y="95101"/>
                </a:cubicBezTo>
                <a:cubicBezTo>
                  <a:pt x="0" y="106710"/>
                  <a:pt x="15180" y="118356"/>
                  <a:pt x="35830" y="125425"/>
                </a:cubicBezTo>
                <a:cubicBezTo>
                  <a:pt x="37505" y="125983"/>
                  <a:pt x="39179" y="126541"/>
                  <a:pt x="40891" y="127025"/>
                </a:cubicBezTo>
                <a:cubicBezTo>
                  <a:pt x="40332" y="129257"/>
                  <a:pt x="39849" y="131452"/>
                  <a:pt x="39402" y="133722"/>
                </a:cubicBezTo>
                <a:cubicBezTo>
                  <a:pt x="35496" y="154372"/>
                  <a:pt x="38546" y="170743"/>
                  <a:pt x="48295" y="176361"/>
                </a:cubicBezTo>
                <a:cubicBezTo>
                  <a:pt x="58341" y="182166"/>
                  <a:pt x="75233" y="176213"/>
                  <a:pt x="91678" y="161813"/>
                </a:cubicBezTo>
                <a:cubicBezTo>
                  <a:pt x="92980" y="160660"/>
                  <a:pt x="94283" y="159469"/>
                  <a:pt x="95585" y="158204"/>
                </a:cubicBezTo>
                <a:cubicBezTo>
                  <a:pt x="97222" y="159804"/>
                  <a:pt x="98933" y="161330"/>
                  <a:pt x="100645" y="162818"/>
                </a:cubicBezTo>
                <a:cubicBezTo>
                  <a:pt x="116570" y="176510"/>
                  <a:pt x="132308" y="182054"/>
                  <a:pt x="142019" y="176436"/>
                </a:cubicBezTo>
                <a:cubicBezTo>
                  <a:pt x="152065" y="170631"/>
                  <a:pt x="155339" y="153033"/>
                  <a:pt x="151098" y="131601"/>
                </a:cubicBezTo>
                <a:cubicBezTo>
                  <a:pt x="150763" y="129964"/>
                  <a:pt x="150391" y="128290"/>
                  <a:pt x="149982" y="126578"/>
                </a:cubicBezTo>
                <a:cubicBezTo>
                  <a:pt x="151172" y="126243"/>
                  <a:pt x="152326" y="125871"/>
                  <a:pt x="153479" y="125499"/>
                </a:cubicBezTo>
                <a:cubicBezTo>
                  <a:pt x="174947" y="118393"/>
                  <a:pt x="190500" y="106896"/>
                  <a:pt x="190500" y="95101"/>
                </a:cubicBezTo>
                <a:cubicBezTo>
                  <a:pt x="190500" y="83827"/>
                  <a:pt x="175840" y="72889"/>
                  <a:pt x="155600" y="65931"/>
                </a:cubicBezTo>
                <a:close/>
                <a:moveTo>
                  <a:pt x="105259" y="34342"/>
                </a:moveTo>
                <a:cubicBezTo>
                  <a:pt x="119100" y="22287"/>
                  <a:pt x="132011" y="17562"/>
                  <a:pt x="137889" y="20948"/>
                </a:cubicBezTo>
                <a:cubicBezTo>
                  <a:pt x="144177" y="24557"/>
                  <a:pt x="146596" y="39142"/>
                  <a:pt x="142652" y="58303"/>
                </a:cubicBezTo>
                <a:cubicBezTo>
                  <a:pt x="142391" y="59568"/>
                  <a:pt x="142131" y="60796"/>
                  <a:pt x="141796" y="62024"/>
                </a:cubicBezTo>
                <a:cubicBezTo>
                  <a:pt x="133536" y="60164"/>
                  <a:pt x="125164" y="58824"/>
                  <a:pt x="116756" y="58080"/>
                </a:cubicBezTo>
                <a:cubicBezTo>
                  <a:pt x="111919" y="51160"/>
                  <a:pt x="106635" y="44537"/>
                  <a:pt x="100905" y="38323"/>
                </a:cubicBezTo>
                <a:cubicBezTo>
                  <a:pt x="102357" y="36947"/>
                  <a:pt x="103770" y="35644"/>
                  <a:pt x="105259" y="34342"/>
                </a:cubicBezTo>
                <a:close/>
                <a:moveTo>
                  <a:pt x="62210" y="114412"/>
                </a:moveTo>
                <a:cubicBezTo>
                  <a:pt x="64108" y="117649"/>
                  <a:pt x="66042" y="120886"/>
                  <a:pt x="68089" y="124048"/>
                </a:cubicBezTo>
                <a:cubicBezTo>
                  <a:pt x="62285" y="123416"/>
                  <a:pt x="56517" y="122486"/>
                  <a:pt x="50825" y="121258"/>
                </a:cubicBezTo>
                <a:cubicBezTo>
                  <a:pt x="52462" y="115900"/>
                  <a:pt x="54508" y="110356"/>
                  <a:pt x="56890" y="104701"/>
                </a:cubicBezTo>
                <a:cubicBezTo>
                  <a:pt x="58601" y="107975"/>
                  <a:pt x="60350" y="111212"/>
                  <a:pt x="62210" y="114412"/>
                </a:cubicBezTo>
                <a:close/>
                <a:moveTo>
                  <a:pt x="50936" y="69652"/>
                </a:moveTo>
                <a:cubicBezTo>
                  <a:pt x="56294" y="68461"/>
                  <a:pt x="61987" y="67494"/>
                  <a:pt x="67903" y="66749"/>
                </a:cubicBezTo>
                <a:cubicBezTo>
                  <a:pt x="65931" y="69838"/>
                  <a:pt x="63996" y="73000"/>
                  <a:pt x="62173" y="76200"/>
                </a:cubicBezTo>
                <a:cubicBezTo>
                  <a:pt x="60350" y="79363"/>
                  <a:pt x="58564" y="82600"/>
                  <a:pt x="56890" y="85874"/>
                </a:cubicBezTo>
                <a:cubicBezTo>
                  <a:pt x="54546" y="80330"/>
                  <a:pt x="52574" y="74898"/>
                  <a:pt x="50936" y="69652"/>
                </a:cubicBezTo>
                <a:close/>
                <a:moveTo>
                  <a:pt x="61131" y="95287"/>
                </a:moveTo>
                <a:cubicBezTo>
                  <a:pt x="63587" y="90153"/>
                  <a:pt x="66266" y="85130"/>
                  <a:pt x="69093" y="80181"/>
                </a:cubicBezTo>
                <a:cubicBezTo>
                  <a:pt x="71921" y="75233"/>
                  <a:pt x="74972" y="70433"/>
                  <a:pt x="78172" y="65708"/>
                </a:cubicBezTo>
                <a:cubicBezTo>
                  <a:pt x="83753" y="65298"/>
                  <a:pt x="89446" y="65075"/>
                  <a:pt x="95250" y="65075"/>
                </a:cubicBezTo>
                <a:cubicBezTo>
                  <a:pt x="101054" y="65075"/>
                  <a:pt x="106784" y="65298"/>
                  <a:pt x="112328" y="65708"/>
                </a:cubicBezTo>
                <a:cubicBezTo>
                  <a:pt x="115491" y="70396"/>
                  <a:pt x="118504" y="75195"/>
                  <a:pt x="121369" y="80107"/>
                </a:cubicBezTo>
                <a:cubicBezTo>
                  <a:pt x="124234" y="85018"/>
                  <a:pt x="126913" y="90041"/>
                  <a:pt x="129443" y="95138"/>
                </a:cubicBezTo>
                <a:cubicBezTo>
                  <a:pt x="126950" y="100273"/>
                  <a:pt x="124271" y="105333"/>
                  <a:pt x="121407" y="110319"/>
                </a:cubicBezTo>
                <a:cubicBezTo>
                  <a:pt x="118579" y="115267"/>
                  <a:pt x="115565" y="120067"/>
                  <a:pt x="112402" y="124830"/>
                </a:cubicBezTo>
                <a:cubicBezTo>
                  <a:pt x="106859" y="125239"/>
                  <a:pt x="101092" y="125425"/>
                  <a:pt x="95250" y="125425"/>
                </a:cubicBezTo>
                <a:cubicBezTo>
                  <a:pt x="89408" y="125425"/>
                  <a:pt x="83753" y="125239"/>
                  <a:pt x="78284" y="124904"/>
                </a:cubicBezTo>
                <a:cubicBezTo>
                  <a:pt x="75047" y="120179"/>
                  <a:pt x="71996" y="115342"/>
                  <a:pt x="69131" y="110393"/>
                </a:cubicBezTo>
                <a:cubicBezTo>
                  <a:pt x="66266" y="105445"/>
                  <a:pt x="63624" y="100422"/>
                  <a:pt x="61131" y="95287"/>
                </a:cubicBezTo>
                <a:close/>
                <a:moveTo>
                  <a:pt x="128327" y="114337"/>
                </a:moveTo>
                <a:cubicBezTo>
                  <a:pt x="130225" y="111063"/>
                  <a:pt x="132011" y="107752"/>
                  <a:pt x="133759" y="104403"/>
                </a:cubicBezTo>
                <a:cubicBezTo>
                  <a:pt x="136141" y="109798"/>
                  <a:pt x="138224" y="115267"/>
                  <a:pt x="140047" y="120886"/>
                </a:cubicBezTo>
                <a:cubicBezTo>
                  <a:pt x="134280" y="122188"/>
                  <a:pt x="128439" y="123192"/>
                  <a:pt x="122560" y="123862"/>
                </a:cubicBezTo>
                <a:cubicBezTo>
                  <a:pt x="124569" y="120737"/>
                  <a:pt x="126467" y="117537"/>
                  <a:pt x="128327" y="114337"/>
                </a:cubicBezTo>
                <a:close/>
                <a:moveTo>
                  <a:pt x="133685" y="85874"/>
                </a:moveTo>
                <a:cubicBezTo>
                  <a:pt x="131936" y="82600"/>
                  <a:pt x="130150" y="79325"/>
                  <a:pt x="128290" y="76126"/>
                </a:cubicBezTo>
                <a:cubicBezTo>
                  <a:pt x="126467" y="72963"/>
                  <a:pt x="124569" y="69838"/>
                  <a:pt x="122597" y="66749"/>
                </a:cubicBezTo>
                <a:cubicBezTo>
                  <a:pt x="128588" y="67494"/>
                  <a:pt x="134317" y="68498"/>
                  <a:pt x="139675" y="69726"/>
                </a:cubicBezTo>
                <a:cubicBezTo>
                  <a:pt x="137964" y="75233"/>
                  <a:pt x="135954" y="80590"/>
                  <a:pt x="133685" y="85874"/>
                </a:cubicBezTo>
                <a:close/>
                <a:moveTo>
                  <a:pt x="95324" y="44016"/>
                </a:moveTo>
                <a:cubicBezTo>
                  <a:pt x="99231" y="48258"/>
                  <a:pt x="102915" y="52722"/>
                  <a:pt x="106338" y="57336"/>
                </a:cubicBezTo>
                <a:cubicBezTo>
                  <a:pt x="98971" y="57001"/>
                  <a:pt x="91567" y="57001"/>
                  <a:pt x="84200" y="57336"/>
                </a:cubicBezTo>
                <a:cubicBezTo>
                  <a:pt x="87846" y="52536"/>
                  <a:pt x="91604" y="48071"/>
                  <a:pt x="95324" y="44016"/>
                </a:cubicBezTo>
                <a:close/>
                <a:moveTo>
                  <a:pt x="52164" y="21208"/>
                </a:moveTo>
                <a:cubicBezTo>
                  <a:pt x="58415" y="17562"/>
                  <a:pt x="72293" y="22771"/>
                  <a:pt x="86916" y="35719"/>
                </a:cubicBezTo>
                <a:cubicBezTo>
                  <a:pt x="87846" y="36537"/>
                  <a:pt x="88776" y="37430"/>
                  <a:pt x="89743" y="38323"/>
                </a:cubicBezTo>
                <a:cubicBezTo>
                  <a:pt x="83976" y="44537"/>
                  <a:pt x="78656" y="51160"/>
                  <a:pt x="73782" y="58080"/>
                </a:cubicBezTo>
                <a:cubicBezTo>
                  <a:pt x="65373" y="58824"/>
                  <a:pt x="57038" y="60127"/>
                  <a:pt x="48778" y="61950"/>
                </a:cubicBezTo>
                <a:cubicBezTo>
                  <a:pt x="48295" y="60052"/>
                  <a:pt x="47885" y="58117"/>
                  <a:pt x="47476" y="56183"/>
                </a:cubicBezTo>
                <a:cubicBezTo>
                  <a:pt x="43979" y="38174"/>
                  <a:pt x="46286" y="24594"/>
                  <a:pt x="52164" y="21208"/>
                </a:cubicBezTo>
                <a:close/>
                <a:moveTo>
                  <a:pt x="43049" y="119286"/>
                </a:moveTo>
                <a:cubicBezTo>
                  <a:pt x="41486" y="118839"/>
                  <a:pt x="39960" y="118356"/>
                  <a:pt x="38435" y="117835"/>
                </a:cubicBezTo>
                <a:cubicBezTo>
                  <a:pt x="30510" y="115342"/>
                  <a:pt x="21506" y="111398"/>
                  <a:pt x="14994" y="106226"/>
                </a:cubicBezTo>
                <a:cubicBezTo>
                  <a:pt x="11237" y="103622"/>
                  <a:pt x="8706" y="99603"/>
                  <a:pt x="8000" y="95101"/>
                </a:cubicBezTo>
                <a:cubicBezTo>
                  <a:pt x="8000" y="88292"/>
                  <a:pt x="19757" y="79586"/>
                  <a:pt x="36723" y="73670"/>
                </a:cubicBezTo>
                <a:cubicBezTo>
                  <a:pt x="38844" y="72926"/>
                  <a:pt x="41002" y="72256"/>
                  <a:pt x="43160" y="71624"/>
                </a:cubicBezTo>
                <a:cubicBezTo>
                  <a:pt x="45690" y="79697"/>
                  <a:pt x="48741" y="87623"/>
                  <a:pt x="52276" y="95287"/>
                </a:cubicBezTo>
                <a:cubicBezTo>
                  <a:pt x="48704" y="103063"/>
                  <a:pt x="45616" y="111100"/>
                  <a:pt x="43049" y="119286"/>
                </a:cubicBezTo>
                <a:close/>
                <a:moveTo>
                  <a:pt x="86432" y="155749"/>
                </a:moveTo>
                <a:cubicBezTo>
                  <a:pt x="80293" y="161367"/>
                  <a:pt x="73186" y="165832"/>
                  <a:pt x="65447" y="168883"/>
                </a:cubicBezTo>
                <a:cubicBezTo>
                  <a:pt x="61317" y="170855"/>
                  <a:pt x="56555" y="171041"/>
                  <a:pt x="52313" y="169366"/>
                </a:cubicBezTo>
                <a:cubicBezTo>
                  <a:pt x="46397" y="165943"/>
                  <a:pt x="43942" y="152809"/>
                  <a:pt x="47290" y="135136"/>
                </a:cubicBezTo>
                <a:cubicBezTo>
                  <a:pt x="47699" y="133052"/>
                  <a:pt x="48146" y="130969"/>
                  <a:pt x="48667" y="128922"/>
                </a:cubicBezTo>
                <a:cubicBezTo>
                  <a:pt x="57001" y="130708"/>
                  <a:pt x="65410" y="131936"/>
                  <a:pt x="73930" y="132569"/>
                </a:cubicBezTo>
                <a:cubicBezTo>
                  <a:pt x="78842" y="139526"/>
                  <a:pt x="84237" y="146186"/>
                  <a:pt x="90004" y="152437"/>
                </a:cubicBezTo>
                <a:cubicBezTo>
                  <a:pt x="88813" y="153591"/>
                  <a:pt x="87623" y="154707"/>
                  <a:pt x="86432" y="155749"/>
                </a:cubicBezTo>
                <a:close/>
                <a:moveTo>
                  <a:pt x="95548" y="146707"/>
                </a:moveTo>
                <a:cubicBezTo>
                  <a:pt x="91753" y="142615"/>
                  <a:pt x="87957" y="138075"/>
                  <a:pt x="84274" y="133201"/>
                </a:cubicBezTo>
                <a:cubicBezTo>
                  <a:pt x="87846" y="133350"/>
                  <a:pt x="91529" y="133424"/>
                  <a:pt x="95250" y="133424"/>
                </a:cubicBezTo>
                <a:cubicBezTo>
                  <a:pt x="99082" y="133424"/>
                  <a:pt x="102840" y="133350"/>
                  <a:pt x="106561" y="133164"/>
                </a:cubicBezTo>
                <a:cubicBezTo>
                  <a:pt x="103138" y="137889"/>
                  <a:pt x="99454" y="142391"/>
                  <a:pt x="95548" y="146707"/>
                </a:cubicBezTo>
                <a:close/>
                <a:moveTo>
                  <a:pt x="144177" y="157869"/>
                </a:moveTo>
                <a:cubicBezTo>
                  <a:pt x="143842" y="162409"/>
                  <a:pt x="141610" y="166650"/>
                  <a:pt x="138038" y="169515"/>
                </a:cubicBezTo>
                <a:cubicBezTo>
                  <a:pt x="132122" y="172938"/>
                  <a:pt x="119509" y="168473"/>
                  <a:pt x="105891" y="156790"/>
                </a:cubicBezTo>
                <a:cubicBezTo>
                  <a:pt x="104329" y="155451"/>
                  <a:pt x="102766" y="154000"/>
                  <a:pt x="101166" y="152512"/>
                </a:cubicBezTo>
                <a:cubicBezTo>
                  <a:pt x="106859" y="146224"/>
                  <a:pt x="112105" y="139564"/>
                  <a:pt x="116867" y="132569"/>
                </a:cubicBezTo>
                <a:cubicBezTo>
                  <a:pt x="125388" y="131862"/>
                  <a:pt x="133871" y="130559"/>
                  <a:pt x="142242" y="128662"/>
                </a:cubicBezTo>
                <a:cubicBezTo>
                  <a:pt x="142615" y="130187"/>
                  <a:pt x="142949" y="131713"/>
                  <a:pt x="143247" y="133201"/>
                </a:cubicBezTo>
                <a:cubicBezTo>
                  <a:pt x="145070" y="141238"/>
                  <a:pt x="145368" y="149609"/>
                  <a:pt x="144177" y="157869"/>
                </a:cubicBezTo>
                <a:close/>
                <a:moveTo>
                  <a:pt x="150949" y="117872"/>
                </a:moveTo>
                <a:cubicBezTo>
                  <a:pt x="149907" y="118207"/>
                  <a:pt x="148865" y="118542"/>
                  <a:pt x="147786" y="118839"/>
                </a:cubicBezTo>
                <a:cubicBezTo>
                  <a:pt x="145182" y="110728"/>
                  <a:pt x="141982" y="102803"/>
                  <a:pt x="138299" y="95101"/>
                </a:cubicBezTo>
                <a:cubicBezTo>
                  <a:pt x="141870" y="87511"/>
                  <a:pt x="144884" y="79697"/>
                  <a:pt x="147414" y="71698"/>
                </a:cubicBezTo>
                <a:cubicBezTo>
                  <a:pt x="149349" y="72256"/>
                  <a:pt x="151209" y="72851"/>
                  <a:pt x="152995" y="73447"/>
                </a:cubicBezTo>
                <a:cubicBezTo>
                  <a:pt x="170334" y="79400"/>
                  <a:pt x="182500" y="88255"/>
                  <a:pt x="182500" y="95027"/>
                </a:cubicBezTo>
                <a:cubicBezTo>
                  <a:pt x="182500" y="102319"/>
                  <a:pt x="169515" y="111733"/>
                  <a:pt x="150949" y="117872"/>
                </a:cubicBezTo>
                <a:close/>
                <a:moveTo>
                  <a:pt x="95250" y="112291"/>
                </a:moveTo>
                <a:cubicBezTo>
                  <a:pt x="104655" y="112291"/>
                  <a:pt x="112291" y="104655"/>
                  <a:pt x="112291" y="95250"/>
                </a:cubicBezTo>
                <a:cubicBezTo>
                  <a:pt x="112291" y="85845"/>
                  <a:pt x="104655" y="78209"/>
                  <a:pt x="95250" y="78209"/>
                </a:cubicBezTo>
                <a:cubicBezTo>
                  <a:pt x="85845" y="78209"/>
                  <a:pt x="78209" y="85845"/>
                  <a:pt x="78209" y="95250"/>
                </a:cubicBezTo>
                <a:cubicBezTo>
                  <a:pt x="78209" y="104655"/>
                  <a:pt x="85845" y="112291"/>
                  <a:pt x="95250" y="112291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952500" y="5334000"/>
            <a:ext cx="476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b="0" i="0" sz="1600" u="none" cap="none" strike="noStrike"/>
          </a:p>
        </p:txBody>
      </p:sp>
      <p:sp>
        <p:nvSpPr>
          <p:cNvPr id="27" name="Google Shape;27;p1"/>
          <p:cNvSpPr/>
          <p:nvPr/>
        </p:nvSpPr>
        <p:spPr>
          <a:xfrm>
            <a:off x="1653853" y="52197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1787203" y="5353050"/>
            <a:ext cx="190500" cy="190500"/>
          </a:xfrm>
          <a:custGeom>
            <a:rect b="b" l="l" r="r" t="t"/>
            <a:pathLst>
              <a:path extrusionOk="0" h="190500" w="190500">
                <a:moveTo>
                  <a:pt x="187747" y="43086"/>
                </a:moveTo>
                <a:cubicBezTo>
                  <a:pt x="187709" y="43011"/>
                  <a:pt x="187672" y="42900"/>
                  <a:pt x="187635" y="42825"/>
                </a:cubicBezTo>
                <a:cubicBezTo>
                  <a:pt x="187598" y="42676"/>
                  <a:pt x="187523" y="42528"/>
                  <a:pt x="187449" y="42379"/>
                </a:cubicBezTo>
                <a:cubicBezTo>
                  <a:pt x="187375" y="42304"/>
                  <a:pt x="187337" y="42193"/>
                  <a:pt x="187263" y="42118"/>
                </a:cubicBezTo>
                <a:cubicBezTo>
                  <a:pt x="187189" y="42007"/>
                  <a:pt x="187077" y="41895"/>
                  <a:pt x="187003" y="41783"/>
                </a:cubicBezTo>
                <a:cubicBezTo>
                  <a:pt x="186928" y="41709"/>
                  <a:pt x="186817" y="41635"/>
                  <a:pt x="186705" y="41560"/>
                </a:cubicBezTo>
                <a:cubicBezTo>
                  <a:pt x="186593" y="41486"/>
                  <a:pt x="186482" y="41374"/>
                  <a:pt x="186370" y="41300"/>
                </a:cubicBezTo>
                <a:lnTo>
                  <a:pt x="150540" y="20650"/>
                </a:lnTo>
                <a:cubicBezTo>
                  <a:pt x="150093" y="20389"/>
                  <a:pt x="149572" y="20241"/>
                  <a:pt x="149051" y="20241"/>
                </a:cubicBezTo>
                <a:cubicBezTo>
                  <a:pt x="148530" y="20241"/>
                  <a:pt x="148010" y="20389"/>
                  <a:pt x="147563" y="20650"/>
                </a:cubicBezTo>
                <a:lnTo>
                  <a:pt x="111733" y="41300"/>
                </a:lnTo>
                <a:cubicBezTo>
                  <a:pt x="111621" y="41374"/>
                  <a:pt x="111509" y="41449"/>
                  <a:pt x="111398" y="41560"/>
                </a:cubicBezTo>
                <a:cubicBezTo>
                  <a:pt x="111286" y="41635"/>
                  <a:pt x="111212" y="41709"/>
                  <a:pt x="111100" y="41783"/>
                </a:cubicBezTo>
                <a:cubicBezTo>
                  <a:pt x="110989" y="41895"/>
                  <a:pt x="110914" y="42007"/>
                  <a:pt x="110840" y="42118"/>
                </a:cubicBezTo>
                <a:cubicBezTo>
                  <a:pt x="110765" y="42193"/>
                  <a:pt x="110691" y="42267"/>
                  <a:pt x="110654" y="42379"/>
                </a:cubicBezTo>
                <a:cubicBezTo>
                  <a:pt x="110579" y="42528"/>
                  <a:pt x="110505" y="42676"/>
                  <a:pt x="110468" y="42825"/>
                </a:cubicBezTo>
                <a:cubicBezTo>
                  <a:pt x="110430" y="42900"/>
                  <a:pt x="110393" y="42974"/>
                  <a:pt x="110356" y="43086"/>
                </a:cubicBezTo>
                <a:cubicBezTo>
                  <a:pt x="110282" y="43346"/>
                  <a:pt x="110244" y="43607"/>
                  <a:pt x="110244" y="43867"/>
                </a:cubicBezTo>
                <a:lnTo>
                  <a:pt x="110244" y="83009"/>
                </a:lnTo>
                <a:lnTo>
                  <a:pt x="80404" y="100199"/>
                </a:lnTo>
                <a:lnTo>
                  <a:pt x="80404" y="23589"/>
                </a:lnTo>
                <a:cubicBezTo>
                  <a:pt x="80404" y="23329"/>
                  <a:pt x="80367" y="23068"/>
                  <a:pt x="80293" y="22808"/>
                </a:cubicBezTo>
                <a:cubicBezTo>
                  <a:pt x="80256" y="22733"/>
                  <a:pt x="80218" y="22659"/>
                  <a:pt x="80181" y="22547"/>
                </a:cubicBezTo>
                <a:cubicBezTo>
                  <a:pt x="80144" y="22399"/>
                  <a:pt x="80070" y="22250"/>
                  <a:pt x="79995" y="22101"/>
                </a:cubicBezTo>
                <a:cubicBezTo>
                  <a:pt x="79958" y="21989"/>
                  <a:pt x="79846" y="21915"/>
                  <a:pt x="79809" y="21841"/>
                </a:cubicBezTo>
                <a:cubicBezTo>
                  <a:pt x="79735" y="21729"/>
                  <a:pt x="79623" y="21617"/>
                  <a:pt x="79549" y="21506"/>
                </a:cubicBezTo>
                <a:cubicBezTo>
                  <a:pt x="79474" y="21431"/>
                  <a:pt x="79363" y="21357"/>
                  <a:pt x="79251" y="21282"/>
                </a:cubicBezTo>
                <a:cubicBezTo>
                  <a:pt x="79139" y="21208"/>
                  <a:pt x="79028" y="21096"/>
                  <a:pt x="78916" y="21022"/>
                </a:cubicBezTo>
                <a:lnTo>
                  <a:pt x="43086" y="409"/>
                </a:lnTo>
                <a:cubicBezTo>
                  <a:pt x="42639" y="149"/>
                  <a:pt x="42118" y="0"/>
                  <a:pt x="41597" y="0"/>
                </a:cubicBezTo>
                <a:cubicBezTo>
                  <a:pt x="41077" y="0"/>
                  <a:pt x="40556" y="149"/>
                  <a:pt x="40109" y="409"/>
                </a:cubicBezTo>
                <a:lnTo>
                  <a:pt x="4279" y="21022"/>
                </a:lnTo>
                <a:cubicBezTo>
                  <a:pt x="4167" y="21096"/>
                  <a:pt x="4056" y="21171"/>
                  <a:pt x="3944" y="21282"/>
                </a:cubicBezTo>
                <a:cubicBezTo>
                  <a:pt x="3832" y="21357"/>
                  <a:pt x="3758" y="21431"/>
                  <a:pt x="3646" y="21506"/>
                </a:cubicBezTo>
                <a:cubicBezTo>
                  <a:pt x="3535" y="21617"/>
                  <a:pt x="3460" y="21729"/>
                  <a:pt x="3386" y="21841"/>
                </a:cubicBezTo>
                <a:cubicBezTo>
                  <a:pt x="3311" y="21952"/>
                  <a:pt x="3237" y="22027"/>
                  <a:pt x="3163" y="22101"/>
                </a:cubicBezTo>
                <a:cubicBezTo>
                  <a:pt x="3088" y="22250"/>
                  <a:pt x="3014" y="22399"/>
                  <a:pt x="2977" y="22547"/>
                </a:cubicBezTo>
                <a:cubicBezTo>
                  <a:pt x="2939" y="22622"/>
                  <a:pt x="2902" y="22696"/>
                  <a:pt x="2865" y="22808"/>
                </a:cubicBezTo>
                <a:cubicBezTo>
                  <a:pt x="2791" y="23068"/>
                  <a:pt x="2753" y="23329"/>
                  <a:pt x="2753" y="23589"/>
                </a:cubicBezTo>
                <a:lnTo>
                  <a:pt x="2753" y="146261"/>
                </a:lnTo>
                <a:cubicBezTo>
                  <a:pt x="2753" y="146782"/>
                  <a:pt x="2902" y="147303"/>
                  <a:pt x="3163" y="147749"/>
                </a:cubicBezTo>
                <a:cubicBezTo>
                  <a:pt x="3423" y="148196"/>
                  <a:pt x="3795" y="148568"/>
                  <a:pt x="4242" y="148828"/>
                </a:cubicBezTo>
                <a:lnTo>
                  <a:pt x="75902" y="190091"/>
                </a:lnTo>
                <a:cubicBezTo>
                  <a:pt x="76051" y="190165"/>
                  <a:pt x="76237" y="190240"/>
                  <a:pt x="76386" y="190277"/>
                </a:cubicBezTo>
                <a:cubicBezTo>
                  <a:pt x="76460" y="190314"/>
                  <a:pt x="76535" y="190351"/>
                  <a:pt x="76609" y="190388"/>
                </a:cubicBezTo>
                <a:cubicBezTo>
                  <a:pt x="77093" y="190537"/>
                  <a:pt x="77651" y="190537"/>
                  <a:pt x="78135" y="190388"/>
                </a:cubicBezTo>
                <a:cubicBezTo>
                  <a:pt x="78209" y="190351"/>
                  <a:pt x="78284" y="190314"/>
                  <a:pt x="78358" y="190314"/>
                </a:cubicBezTo>
                <a:cubicBezTo>
                  <a:pt x="78544" y="190240"/>
                  <a:pt x="78730" y="190202"/>
                  <a:pt x="78879" y="190091"/>
                </a:cubicBezTo>
                <a:lnTo>
                  <a:pt x="150540" y="148865"/>
                </a:lnTo>
                <a:cubicBezTo>
                  <a:pt x="150986" y="148605"/>
                  <a:pt x="151358" y="148233"/>
                  <a:pt x="151619" y="147786"/>
                </a:cubicBezTo>
                <a:cubicBezTo>
                  <a:pt x="151879" y="147340"/>
                  <a:pt x="152028" y="146819"/>
                  <a:pt x="152028" y="146298"/>
                </a:cubicBezTo>
                <a:lnTo>
                  <a:pt x="152028" y="107119"/>
                </a:lnTo>
                <a:lnTo>
                  <a:pt x="186333" y="87362"/>
                </a:lnTo>
                <a:cubicBezTo>
                  <a:pt x="186779" y="87102"/>
                  <a:pt x="187151" y="86730"/>
                  <a:pt x="187412" y="86246"/>
                </a:cubicBezTo>
                <a:cubicBezTo>
                  <a:pt x="187672" y="85762"/>
                  <a:pt x="187821" y="85279"/>
                  <a:pt x="187821" y="84758"/>
                </a:cubicBezTo>
                <a:lnTo>
                  <a:pt x="187821" y="43904"/>
                </a:lnTo>
                <a:cubicBezTo>
                  <a:pt x="187821" y="43644"/>
                  <a:pt x="187784" y="43383"/>
                  <a:pt x="187747" y="43123"/>
                </a:cubicBezTo>
                <a:close/>
                <a:moveTo>
                  <a:pt x="41597" y="6437"/>
                </a:moveTo>
                <a:lnTo>
                  <a:pt x="71438" y="23589"/>
                </a:lnTo>
                <a:lnTo>
                  <a:pt x="41597" y="40779"/>
                </a:lnTo>
                <a:lnTo>
                  <a:pt x="11757" y="23589"/>
                </a:lnTo>
                <a:lnTo>
                  <a:pt x="41597" y="6400"/>
                </a:lnTo>
                <a:close/>
                <a:moveTo>
                  <a:pt x="74414" y="28761"/>
                </a:moveTo>
                <a:lnTo>
                  <a:pt x="74414" y="103659"/>
                </a:lnTo>
                <a:cubicBezTo>
                  <a:pt x="62061" y="110765"/>
                  <a:pt x="52127" y="116495"/>
                  <a:pt x="44574" y="120848"/>
                </a:cubicBezTo>
                <a:lnTo>
                  <a:pt x="44574" y="45951"/>
                </a:lnTo>
                <a:cubicBezTo>
                  <a:pt x="56927" y="38844"/>
                  <a:pt x="66861" y="33114"/>
                  <a:pt x="74414" y="28761"/>
                </a:cubicBezTo>
                <a:close/>
                <a:moveTo>
                  <a:pt x="74414" y="182352"/>
                </a:moveTo>
                <a:lnTo>
                  <a:pt x="8744" y="144549"/>
                </a:lnTo>
                <a:lnTo>
                  <a:pt x="8744" y="28761"/>
                </a:lnTo>
                <a:cubicBezTo>
                  <a:pt x="16297" y="33114"/>
                  <a:pt x="26268" y="38844"/>
                  <a:pt x="38584" y="45951"/>
                </a:cubicBezTo>
                <a:lnTo>
                  <a:pt x="38584" y="126020"/>
                </a:lnTo>
                <a:cubicBezTo>
                  <a:pt x="38584" y="126132"/>
                  <a:pt x="38621" y="126243"/>
                  <a:pt x="38621" y="126355"/>
                </a:cubicBezTo>
                <a:cubicBezTo>
                  <a:pt x="38621" y="126504"/>
                  <a:pt x="38658" y="126653"/>
                  <a:pt x="38695" y="126802"/>
                </a:cubicBezTo>
                <a:cubicBezTo>
                  <a:pt x="38733" y="126913"/>
                  <a:pt x="38770" y="127025"/>
                  <a:pt x="38844" y="127136"/>
                </a:cubicBezTo>
                <a:cubicBezTo>
                  <a:pt x="38881" y="127248"/>
                  <a:pt x="38956" y="127397"/>
                  <a:pt x="38993" y="127508"/>
                </a:cubicBezTo>
                <a:cubicBezTo>
                  <a:pt x="39067" y="127620"/>
                  <a:pt x="39142" y="127695"/>
                  <a:pt x="39216" y="127806"/>
                </a:cubicBezTo>
                <a:cubicBezTo>
                  <a:pt x="39291" y="127918"/>
                  <a:pt x="39365" y="128029"/>
                  <a:pt x="39477" y="128104"/>
                </a:cubicBezTo>
                <a:cubicBezTo>
                  <a:pt x="39551" y="128178"/>
                  <a:pt x="39663" y="128253"/>
                  <a:pt x="39774" y="128327"/>
                </a:cubicBezTo>
                <a:cubicBezTo>
                  <a:pt x="39886" y="128401"/>
                  <a:pt x="39998" y="128513"/>
                  <a:pt x="40109" y="128588"/>
                </a:cubicBezTo>
                <a:lnTo>
                  <a:pt x="74414" y="148010"/>
                </a:lnTo>
                <a:lnTo>
                  <a:pt x="74451" y="182389"/>
                </a:lnTo>
                <a:close/>
                <a:moveTo>
                  <a:pt x="77391" y="142838"/>
                </a:moveTo>
                <a:lnTo>
                  <a:pt x="47625" y="125983"/>
                </a:lnTo>
                <a:cubicBezTo>
                  <a:pt x="67977" y="114263"/>
                  <a:pt x="89855" y="101687"/>
                  <a:pt x="113221" y="88218"/>
                </a:cubicBezTo>
                <a:lnTo>
                  <a:pt x="143024" y="105370"/>
                </a:lnTo>
                <a:cubicBezTo>
                  <a:pt x="132085" y="111621"/>
                  <a:pt x="110207" y="124085"/>
                  <a:pt x="77391" y="142838"/>
                </a:cubicBezTo>
                <a:close/>
                <a:moveTo>
                  <a:pt x="146038" y="144549"/>
                </a:moveTo>
                <a:lnTo>
                  <a:pt x="80367" y="182352"/>
                </a:lnTo>
                <a:lnTo>
                  <a:pt x="80367" y="148010"/>
                </a:lnTo>
                <a:cubicBezTo>
                  <a:pt x="118095" y="126504"/>
                  <a:pt x="139973" y="114002"/>
                  <a:pt x="146038" y="110505"/>
                </a:cubicBezTo>
                <a:lnTo>
                  <a:pt x="146038" y="144512"/>
                </a:lnTo>
                <a:close/>
                <a:moveTo>
                  <a:pt x="146038" y="100236"/>
                </a:moveTo>
                <a:cubicBezTo>
                  <a:pt x="138485" y="95920"/>
                  <a:pt x="128513" y="90190"/>
                  <a:pt x="116198" y="83083"/>
                </a:cubicBezTo>
                <a:lnTo>
                  <a:pt x="116198" y="49076"/>
                </a:lnTo>
                <a:cubicBezTo>
                  <a:pt x="123751" y="53429"/>
                  <a:pt x="133722" y="59159"/>
                  <a:pt x="146038" y="66266"/>
                </a:cubicBezTo>
                <a:lnTo>
                  <a:pt x="146038" y="100236"/>
                </a:lnTo>
                <a:close/>
                <a:moveTo>
                  <a:pt x="149014" y="61057"/>
                </a:moveTo>
                <a:lnTo>
                  <a:pt x="119174" y="43867"/>
                </a:lnTo>
                <a:lnTo>
                  <a:pt x="149014" y="26677"/>
                </a:lnTo>
                <a:lnTo>
                  <a:pt x="178854" y="43830"/>
                </a:lnTo>
                <a:lnTo>
                  <a:pt x="149014" y="61020"/>
                </a:lnTo>
                <a:close/>
                <a:moveTo>
                  <a:pt x="151991" y="100236"/>
                </a:moveTo>
                <a:lnTo>
                  <a:pt x="151991" y="66266"/>
                </a:lnTo>
                <a:cubicBezTo>
                  <a:pt x="164343" y="59159"/>
                  <a:pt x="174315" y="53429"/>
                  <a:pt x="181868" y="49076"/>
                </a:cubicBezTo>
                <a:lnTo>
                  <a:pt x="181868" y="83083"/>
                </a:lnTo>
                <a:lnTo>
                  <a:pt x="151991" y="100273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2225353" y="5334000"/>
            <a:ext cx="581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Laravel</a:t>
            </a:r>
            <a:endParaRPr b="0" i="0" sz="1600" u="none" cap="none" strike="noStrike"/>
          </a:p>
        </p:txBody>
      </p:sp>
      <p:sp>
        <p:nvSpPr>
          <p:cNvPr id="30" name="Google Shape;30;p1"/>
          <p:cNvSpPr/>
          <p:nvPr/>
        </p:nvSpPr>
        <p:spPr>
          <a:xfrm>
            <a:off x="3034457" y="52197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3179713" y="5353050"/>
            <a:ext cx="166688" cy="190500"/>
          </a:xfrm>
          <a:custGeom>
            <a:rect b="b" l="l" r="r" t="t"/>
            <a:pathLst>
              <a:path extrusionOk="0" h="190500" w="166688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3605957" y="5334000"/>
            <a:ext cx="581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MySQL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RECAP &amp; MISI</a:t>
            </a:r>
            <a:endParaRPr b="0" i="0" sz="1600" u="none" cap="none" strike="noStrike"/>
          </a:p>
        </p:txBody>
      </p:sp>
      <p:sp>
        <p:nvSpPr>
          <p:cNvPr id="39" name="Google Shape;39;p2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Dari Offline ke Online</a:t>
            </a:r>
            <a:endParaRPr b="0" i="0" sz="1600" u="none" cap="none" strike="noStrike"/>
          </a:p>
        </p:txBody>
      </p:sp>
      <p:sp>
        <p:nvSpPr>
          <p:cNvPr id="40" name="Google Shape;40;p2"/>
          <p:cNvSpPr/>
          <p:nvPr/>
        </p:nvSpPr>
        <p:spPr>
          <a:xfrm>
            <a:off x="385763" y="1185863"/>
            <a:ext cx="5591175" cy="4295775"/>
          </a:xfrm>
          <a:custGeom>
            <a:rect b="b" l="l" r="r" t="t"/>
            <a:pathLst>
              <a:path extrusionOk="0" h="4295775" w="5591175">
                <a:moveTo>
                  <a:pt x="152414" y="0"/>
                </a:moveTo>
                <a:lnTo>
                  <a:pt x="5438761" y="0"/>
                </a:lnTo>
                <a:cubicBezTo>
                  <a:pt x="5522937" y="0"/>
                  <a:pt x="5591175" y="68238"/>
                  <a:pt x="5591175" y="152414"/>
                </a:cubicBezTo>
                <a:lnTo>
                  <a:pt x="5591175" y="4143361"/>
                </a:lnTo>
                <a:cubicBezTo>
                  <a:pt x="5591175" y="4227537"/>
                  <a:pt x="5522937" y="4295775"/>
                  <a:pt x="5438761" y="4295775"/>
                </a:cubicBezTo>
                <a:lnTo>
                  <a:pt x="152414" y="4295775"/>
                </a:lnTo>
                <a:cubicBezTo>
                  <a:pt x="68238" y="4295775"/>
                  <a:pt x="0" y="4227537"/>
                  <a:pt x="0" y="4143361"/>
                </a:cubicBezTo>
                <a:lnTo>
                  <a:pt x="0" y="152414"/>
                </a:lnTo>
                <a:cubicBezTo>
                  <a:pt x="0" y="68238"/>
                  <a:pt x="68238" y="0"/>
                  <a:pt x="152414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FB2C3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19125" y="141922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76288" y="1552575"/>
            <a:ext cx="142875" cy="190500"/>
          </a:xfrm>
          <a:custGeom>
            <a:rect b="b" l="l" r="r" t="t"/>
            <a:pathLst>
              <a:path extrusionOk="0" h="190500" w="142875">
                <a:moveTo>
                  <a:pt x="20501" y="27310"/>
                </a:moveTo>
                <a:cubicBezTo>
                  <a:pt x="15850" y="22659"/>
                  <a:pt x="8297" y="22659"/>
                  <a:pt x="3646" y="27310"/>
                </a:cubicBezTo>
                <a:cubicBezTo>
                  <a:pt x="-1005" y="31961"/>
                  <a:pt x="-1005" y="39514"/>
                  <a:pt x="3646" y="44165"/>
                </a:cubicBezTo>
                <a:lnTo>
                  <a:pt x="54769" y="95250"/>
                </a:lnTo>
                <a:lnTo>
                  <a:pt x="3683" y="146372"/>
                </a:lnTo>
                <a:cubicBezTo>
                  <a:pt x="-967" y="151023"/>
                  <a:pt x="-967" y="158576"/>
                  <a:pt x="3683" y="163227"/>
                </a:cubicBezTo>
                <a:cubicBezTo>
                  <a:pt x="8334" y="167878"/>
                  <a:pt x="15887" y="167878"/>
                  <a:pt x="20538" y="163227"/>
                </a:cubicBezTo>
                <a:lnTo>
                  <a:pt x="71624" y="112105"/>
                </a:lnTo>
                <a:lnTo>
                  <a:pt x="122746" y="163190"/>
                </a:lnTo>
                <a:cubicBezTo>
                  <a:pt x="127397" y="167841"/>
                  <a:pt x="134950" y="167841"/>
                  <a:pt x="139601" y="163190"/>
                </a:cubicBezTo>
                <a:cubicBezTo>
                  <a:pt x="144252" y="158539"/>
                  <a:pt x="144252" y="150986"/>
                  <a:pt x="139601" y="146335"/>
                </a:cubicBezTo>
                <a:lnTo>
                  <a:pt x="88478" y="95250"/>
                </a:lnTo>
                <a:lnTo>
                  <a:pt x="139564" y="44128"/>
                </a:lnTo>
                <a:cubicBezTo>
                  <a:pt x="144214" y="39477"/>
                  <a:pt x="144214" y="31924"/>
                  <a:pt x="139564" y="27273"/>
                </a:cubicBezTo>
                <a:cubicBezTo>
                  <a:pt x="134913" y="22622"/>
                  <a:pt x="127360" y="22622"/>
                  <a:pt x="122709" y="27273"/>
                </a:cubicBezTo>
                <a:lnTo>
                  <a:pt x="71624" y="78395"/>
                </a:lnTo>
                <a:lnTo>
                  <a:pt x="20501" y="27310"/>
                </a:lnTo>
                <a:close/>
              </a:path>
            </a:pathLst>
          </a:custGeom>
          <a:solidFill>
            <a:srgbClr val="FB2C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190625" y="1419225"/>
            <a:ext cx="11715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Day 1</a:t>
            </a:r>
            <a:endParaRPr b="0" i="0" sz="1600" u="none" cap="none" strike="noStrike"/>
          </a:p>
        </p:txBody>
      </p:sp>
      <p:sp>
        <p:nvSpPr>
          <p:cNvPr id="44" name="Google Shape;44;p2"/>
          <p:cNvSpPr/>
          <p:nvPr/>
        </p:nvSpPr>
        <p:spPr>
          <a:xfrm>
            <a:off x="1190625" y="1685925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6467"/>
                </a:solidFill>
                <a:latin typeface="Arial"/>
                <a:ea typeface="Arial"/>
                <a:cs typeface="Arial"/>
                <a:sym typeface="Arial"/>
              </a:rPr>
              <a:t>React Standalone</a:t>
            </a:r>
            <a:endParaRPr b="0" i="0" sz="1600" u="none" cap="none" strike="noStrike"/>
          </a:p>
        </p:txBody>
      </p:sp>
      <p:sp>
        <p:nvSpPr>
          <p:cNvPr id="45" name="Google Shape;45;p2"/>
          <p:cNvSpPr/>
          <p:nvPr/>
        </p:nvSpPr>
        <p:spPr>
          <a:xfrm>
            <a:off x="619125" y="2371725"/>
            <a:ext cx="5124450" cy="1257300"/>
          </a:xfrm>
          <a:custGeom>
            <a:rect b="b" l="l" r="r" t="t"/>
            <a:pathLst>
              <a:path extrusionOk="0" h="1257300" w="5124450">
                <a:moveTo>
                  <a:pt x="114301" y="0"/>
                </a:moveTo>
                <a:lnTo>
                  <a:pt x="5010149" y="0"/>
                </a:lnTo>
                <a:cubicBezTo>
                  <a:pt x="5073233" y="0"/>
                  <a:pt x="5124450" y="51217"/>
                  <a:pt x="5124450" y="114301"/>
                </a:cubicBezTo>
                <a:lnTo>
                  <a:pt x="5124450" y="1142999"/>
                </a:lnTo>
                <a:cubicBezTo>
                  <a:pt x="5124450" y="1206083"/>
                  <a:pt x="5073233" y="1257300"/>
                  <a:pt x="5010149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3009900" y="2524125"/>
            <a:ext cx="342900" cy="342900"/>
          </a:xfrm>
          <a:custGeom>
            <a:rect b="b" l="l" r="r" t="t"/>
            <a:pathLst>
              <a:path extrusionOk="0" h="342900" w="342900">
                <a:moveTo>
                  <a:pt x="280080" y="118676"/>
                </a:moveTo>
                <a:cubicBezTo>
                  <a:pt x="276463" y="117470"/>
                  <a:pt x="272847" y="116332"/>
                  <a:pt x="269230" y="115260"/>
                </a:cubicBezTo>
                <a:cubicBezTo>
                  <a:pt x="269833" y="112782"/>
                  <a:pt x="270369" y="110304"/>
                  <a:pt x="270904" y="107826"/>
                </a:cubicBezTo>
                <a:cubicBezTo>
                  <a:pt x="279142" y="67910"/>
                  <a:pt x="273717" y="35830"/>
                  <a:pt x="255434" y="25249"/>
                </a:cubicBezTo>
                <a:cubicBezTo>
                  <a:pt x="237820" y="15136"/>
                  <a:pt x="209089" y="25651"/>
                  <a:pt x="180022" y="50966"/>
                </a:cubicBezTo>
                <a:cubicBezTo>
                  <a:pt x="177143" y="53444"/>
                  <a:pt x="174330" y="56056"/>
                  <a:pt x="171651" y="58668"/>
                </a:cubicBezTo>
                <a:cubicBezTo>
                  <a:pt x="169843" y="56927"/>
                  <a:pt x="167967" y="55185"/>
                  <a:pt x="166092" y="53511"/>
                </a:cubicBezTo>
                <a:cubicBezTo>
                  <a:pt x="135620" y="26454"/>
                  <a:pt x="105080" y="15069"/>
                  <a:pt x="86797" y="25717"/>
                </a:cubicBezTo>
                <a:cubicBezTo>
                  <a:pt x="69250" y="35897"/>
                  <a:pt x="64026" y="66102"/>
                  <a:pt x="71393" y="103875"/>
                </a:cubicBezTo>
                <a:cubicBezTo>
                  <a:pt x="72130" y="107625"/>
                  <a:pt x="72933" y="111309"/>
                  <a:pt x="73871" y="115059"/>
                </a:cubicBezTo>
                <a:cubicBezTo>
                  <a:pt x="69585" y="116265"/>
                  <a:pt x="65365" y="117604"/>
                  <a:pt x="61414" y="119010"/>
                </a:cubicBezTo>
                <a:cubicBezTo>
                  <a:pt x="25651" y="131400"/>
                  <a:pt x="0" y="150956"/>
                  <a:pt x="0" y="171182"/>
                </a:cubicBezTo>
                <a:cubicBezTo>
                  <a:pt x="0" y="192078"/>
                  <a:pt x="27325" y="213040"/>
                  <a:pt x="64495" y="225765"/>
                </a:cubicBezTo>
                <a:cubicBezTo>
                  <a:pt x="67508" y="226769"/>
                  <a:pt x="70522" y="227774"/>
                  <a:pt x="73603" y="228645"/>
                </a:cubicBezTo>
                <a:cubicBezTo>
                  <a:pt x="72598" y="232663"/>
                  <a:pt x="71728" y="236614"/>
                  <a:pt x="70924" y="240700"/>
                </a:cubicBezTo>
                <a:cubicBezTo>
                  <a:pt x="63892" y="277870"/>
                  <a:pt x="69384" y="307338"/>
                  <a:pt x="86931" y="317450"/>
                </a:cubicBezTo>
                <a:cubicBezTo>
                  <a:pt x="105013" y="327898"/>
                  <a:pt x="135419" y="317183"/>
                  <a:pt x="165021" y="291264"/>
                </a:cubicBezTo>
                <a:cubicBezTo>
                  <a:pt x="167365" y="289188"/>
                  <a:pt x="169709" y="287045"/>
                  <a:pt x="172053" y="284768"/>
                </a:cubicBezTo>
                <a:cubicBezTo>
                  <a:pt x="175000" y="287648"/>
                  <a:pt x="178080" y="290393"/>
                  <a:pt x="181161" y="293072"/>
                </a:cubicBezTo>
                <a:cubicBezTo>
                  <a:pt x="209825" y="317718"/>
                  <a:pt x="238155" y="327697"/>
                  <a:pt x="255635" y="317584"/>
                </a:cubicBezTo>
                <a:cubicBezTo>
                  <a:pt x="273717" y="307137"/>
                  <a:pt x="279611" y="275459"/>
                  <a:pt x="271976" y="236882"/>
                </a:cubicBezTo>
                <a:cubicBezTo>
                  <a:pt x="271373" y="233935"/>
                  <a:pt x="270703" y="230922"/>
                  <a:pt x="269967" y="227841"/>
                </a:cubicBezTo>
                <a:cubicBezTo>
                  <a:pt x="272110" y="227238"/>
                  <a:pt x="274186" y="226568"/>
                  <a:pt x="276262" y="225899"/>
                </a:cubicBezTo>
                <a:cubicBezTo>
                  <a:pt x="314905" y="213107"/>
                  <a:pt x="342900" y="192412"/>
                  <a:pt x="342900" y="171182"/>
                </a:cubicBezTo>
                <a:cubicBezTo>
                  <a:pt x="342900" y="150889"/>
                  <a:pt x="316513" y="131199"/>
                  <a:pt x="280080" y="118676"/>
                </a:cubicBezTo>
                <a:close/>
                <a:moveTo>
                  <a:pt x="189466" y="61816"/>
                </a:moveTo>
                <a:cubicBezTo>
                  <a:pt x="214379" y="40117"/>
                  <a:pt x="237619" y="31611"/>
                  <a:pt x="248201" y="37706"/>
                </a:cubicBezTo>
                <a:cubicBezTo>
                  <a:pt x="259519" y="44202"/>
                  <a:pt x="263872" y="70455"/>
                  <a:pt x="256773" y="104946"/>
                </a:cubicBezTo>
                <a:cubicBezTo>
                  <a:pt x="256304" y="107223"/>
                  <a:pt x="255836" y="109433"/>
                  <a:pt x="255233" y="111643"/>
                </a:cubicBezTo>
                <a:cubicBezTo>
                  <a:pt x="240365" y="108295"/>
                  <a:pt x="225296" y="105884"/>
                  <a:pt x="210160" y="104544"/>
                </a:cubicBezTo>
                <a:cubicBezTo>
                  <a:pt x="201454" y="92087"/>
                  <a:pt x="191944" y="80166"/>
                  <a:pt x="181630" y="68982"/>
                </a:cubicBezTo>
                <a:cubicBezTo>
                  <a:pt x="184242" y="66504"/>
                  <a:pt x="186787" y="64160"/>
                  <a:pt x="189466" y="61816"/>
                </a:cubicBezTo>
                <a:close/>
                <a:moveTo>
                  <a:pt x="111978" y="205941"/>
                </a:moveTo>
                <a:cubicBezTo>
                  <a:pt x="115394" y="211768"/>
                  <a:pt x="118876" y="217594"/>
                  <a:pt x="122560" y="223287"/>
                </a:cubicBezTo>
                <a:cubicBezTo>
                  <a:pt x="112112" y="222148"/>
                  <a:pt x="101731" y="220474"/>
                  <a:pt x="91485" y="218264"/>
                </a:cubicBezTo>
                <a:cubicBezTo>
                  <a:pt x="94431" y="208620"/>
                  <a:pt x="98115" y="198641"/>
                  <a:pt x="102401" y="188461"/>
                </a:cubicBezTo>
                <a:cubicBezTo>
                  <a:pt x="105482" y="194355"/>
                  <a:pt x="108630" y="200181"/>
                  <a:pt x="111978" y="205941"/>
                </a:cubicBezTo>
                <a:close/>
                <a:moveTo>
                  <a:pt x="91686" y="125373"/>
                </a:moveTo>
                <a:cubicBezTo>
                  <a:pt x="101330" y="123230"/>
                  <a:pt x="111576" y="121488"/>
                  <a:pt x="122225" y="120149"/>
                </a:cubicBezTo>
                <a:cubicBezTo>
                  <a:pt x="118676" y="125708"/>
                  <a:pt x="115193" y="131400"/>
                  <a:pt x="111911" y="137160"/>
                </a:cubicBezTo>
                <a:cubicBezTo>
                  <a:pt x="108630" y="142853"/>
                  <a:pt x="105415" y="148679"/>
                  <a:pt x="102401" y="154573"/>
                </a:cubicBezTo>
                <a:cubicBezTo>
                  <a:pt x="98182" y="144594"/>
                  <a:pt x="94632" y="134816"/>
                  <a:pt x="91686" y="125373"/>
                </a:cubicBezTo>
                <a:close/>
                <a:moveTo>
                  <a:pt x="110036" y="171517"/>
                </a:moveTo>
                <a:cubicBezTo>
                  <a:pt x="114456" y="162275"/>
                  <a:pt x="119278" y="153233"/>
                  <a:pt x="124368" y="144326"/>
                </a:cubicBezTo>
                <a:cubicBezTo>
                  <a:pt x="129458" y="135419"/>
                  <a:pt x="134950" y="126779"/>
                  <a:pt x="140710" y="118274"/>
                </a:cubicBezTo>
                <a:cubicBezTo>
                  <a:pt x="150755" y="117537"/>
                  <a:pt x="161002" y="117135"/>
                  <a:pt x="171450" y="117135"/>
                </a:cubicBezTo>
                <a:cubicBezTo>
                  <a:pt x="181898" y="117135"/>
                  <a:pt x="192212" y="117537"/>
                  <a:pt x="202190" y="118274"/>
                </a:cubicBezTo>
                <a:cubicBezTo>
                  <a:pt x="207883" y="126712"/>
                  <a:pt x="213308" y="135352"/>
                  <a:pt x="218465" y="144192"/>
                </a:cubicBezTo>
                <a:cubicBezTo>
                  <a:pt x="223622" y="153033"/>
                  <a:pt x="228444" y="162074"/>
                  <a:pt x="232998" y="171249"/>
                </a:cubicBezTo>
                <a:cubicBezTo>
                  <a:pt x="228511" y="180491"/>
                  <a:pt x="223689" y="189600"/>
                  <a:pt x="218532" y="198574"/>
                </a:cubicBezTo>
                <a:cubicBezTo>
                  <a:pt x="213442" y="207481"/>
                  <a:pt x="208017" y="216121"/>
                  <a:pt x="202324" y="224693"/>
                </a:cubicBezTo>
                <a:cubicBezTo>
                  <a:pt x="192345" y="225430"/>
                  <a:pt x="181965" y="225765"/>
                  <a:pt x="171450" y="225765"/>
                </a:cubicBezTo>
                <a:cubicBezTo>
                  <a:pt x="160935" y="225765"/>
                  <a:pt x="150755" y="225430"/>
                  <a:pt x="140910" y="224827"/>
                </a:cubicBezTo>
                <a:cubicBezTo>
                  <a:pt x="135084" y="216322"/>
                  <a:pt x="129592" y="207615"/>
                  <a:pt x="124435" y="198708"/>
                </a:cubicBezTo>
                <a:cubicBezTo>
                  <a:pt x="119278" y="189801"/>
                  <a:pt x="114523" y="180759"/>
                  <a:pt x="110036" y="171517"/>
                </a:cubicBezTo>
                <a:close/>
                <a:moveTo>
                  <a:pt x="230989" y="205807"/>
                </a:moveTo>
                <a:cubicBezTo>
                  <a:pt x="234404" y="199913"/>
                  <a:pt x="237619" y="193953"/>
                  <a:pt x="240767" y="187925"/>
                </a:cubicBezTo>
                <a:cubicBezTo>
                  <a:pt x="245053" y="197636"/>
                  <a:pt x="248803" y="207481"/>
                  <a:pt x="252085" y="217594"/>
                </a:cubicBezTo>
                <a:cubicBezTo>
                  <a:pt x="241704" y="219938"/>
                  <a:pt x="231190" y="221746"/>
                  <a:pt x="220608" y="222952"/>
                </a:cubicBezTo>
                <a:cubicBezTo>
                  <a:pt x="224224" y="217326"/>
                  <a:pt x="227640" y="211567"/>
                  <a:pt x="230989" y="205807"/>
                </a:cubicBezTo>
                <a:close/>
                <a:moveTo>
                  <a:pt x="240633" y="154573"/>
                </a:moveTo>
                <a:cubicBezTo>
                  <a:pt x="237485" y="148679"/>
                  <a:pt x="234270" y="142786"/>
                  <a:pt x="230922" y="137026"/>
                </a:cubicBezTo>
                <a:cubicBezTo>
                  <a:pt x="227640" y="131333"/>
                  <a:pt x="224224" y="125708"/>
                  <a:pt x="220675" y="120149"/>
                </a:cubicBezTo>
                <a:cubicBezTo>
                  <a:pt x="231458" y="121488"/>
                  <a:pt x="241771" y="123297"/>
                  <a:pt x="251415" y="125507"/>
                </a:cubicBezTo>
                <a:cubicBezTo>
                  <a:pt x="248335" y="135419"/>
                  <a:pt x="244718" y="145063"/>
                  <a:pt x="240633" y="154573"/>
                </a:cubicBezTo>
                <a:close/>
                <a:moveTo>
                  <a:pt x="171584" y="79229"/>
                </a:moveTo>
                <a:cubicBezTo>
                  <a:pt x="178616" y="86864"/>
                  <a:pt x="185246" y="94900"/>
                  <a:pt x="191408" y="103205"/>
                </a:cubicBezTo>
                <a:cubicBezTo>
                  <a:pt x="178147" y="102602"/>
                  <a:pt x="164820" y="102602"/>
                  <a:pt x="151559" y="103205"/>
                </a:cubicBezTo>
                <a:cubicBezTo>
                  <a:pt x="158122" y="94565"/>
                  <a:pt x="164887" y="86529"/>
                  <a:pt x="171584" y="79229"/>
                </a:cubicBezTo>
                <a:close/>
                <a:moveTo>
                  <a:pt x="93896" y="38174"/>
                </a:moveTo>
                <a:cubicBezTo>
                  <a:pt x="105147" y="31611"/>
                  <a:pt x="130128" y="40987"/>
                  <a:pt x="156448" y="64294"/>
                </a:cubicBezTo>
                <a:cubicBezTo>
                  <a:pt x="158122" y="65767"/>
                  <a:pt x="159797" y="67374"/>
                  <a:pt x="161538" y="68982"/>
                </a:cubicBezTo>
                <a:cubicBezTo>
                  <a:pt x="151157" y="80166"/>
                  <a:pt x="141580" y="92087"/>
                  <a:pt x="132807" y="104544"/>
                </a:cubicBezTo>
                <a:cubicBezTo>
                  <a:pt x="117671" y="105884"/>
                  <a:pt x="102669" y="108228"/>
                  <a:pt x="87801" y="111509"/>
                </a:cubicBezTo>
                <a:cubicBezTo>
                  <a:pt x="86931" y="108094"/>
                  <a:pt x="86194" y="104611"/>
                  <a:pt x="85457" y="101129"/>
                </a:cubicBezTo>
                <a:cubicBezTo>
                  <a:pt x="79162" y="68714"/>
                  <a:pt x="83314" y="44269"/>
                  <a:pt x="93896" y="38174"/>
                </a:cubicBezTo>
                <a:close/>
                <a:moveTo>
                  <a:pt x="77487" y="214714"/>
                </a:moveTo>
                <a:cubicBezTo>
                  <a:pt x="74675" y="213911"/>
                  <a:pt x="71929" y="213040"/>
                  <a:pt x="69183" y="212102"/>
                </a:cubicBezTo>
                <a:cubicBezTo>
                  <a:pt x="54918" y="207615"/>
                  <a:pt x="38710" y="200516"/>
                  <a:pt x="26990" y="191207"/>
                </a:cubicBezTo>
                <a:cubicBezTo>
                  <a:pt x="20226" y="186519"/>
                  <a:pt x="15672" y="179286"/>
                  <a:pt x="14399" y="171182"/>
                </a:cubicBezTo>
                <a:cubicBezTo>
                  <a:pt x="14399" y="158926"/>
                  <a:pt x="35562" y="143255"/>
                  <a:pt x="66102" y="132606"/>
                </a:cubicBezTo>
                <a:cubicBezTo>
                  <a:pt x="69919" y="131266"/>
                  <a:pt x="73804" y="130061"/>
                  <a:pt x="77688" y="128922"/>
                </a:cubicBezTo>
                <a:cubicBezTo>
                  <a:pt x="82242" y="143455"/>
                  <a:pt x="87734" y="157721"/>
                  <a:pt x="94097" y="171517"/>
                </a:cubicBezTo>
                <a:cubicBezTo>
                  <a:pt x="87667" y="185514"/>
                  <a:pt x="82108" y="199980"/>
                  <a:pt x="77487" y="214714"/>
                </a:cubicBezTo>
                <a:close/>
                <a:moveTo>
                  <a:pt x="155577" y="280348"/>
                </a:moveTo>
                <a:cubicBezTo>
                  <a:pt x="144527" y="290460"/>
                  <a:pt x="131735" y="298497"/>
                  <a:pt x="117805" y="303989"/>
                </a:cubicBezTo>
                <a:cubicBezTo>
                  <a:pt x="110371" y="307538"/>
                  <a:pt x="101798" y="307873"/>
                  <a:pt x="94164" y="304860"/>
                </a:cubicBezTo>
                <a:cubicBezTo>
                  <a:pt x="83515" y="298698"/>
                  <a:pt x="79095" y="275057"/>
                  <a:pt x="85122" y="243245"/>
                </a:cubicBezTo>
                <a:cubicBezTo>
                  <a:pt x="85859" y="239494"/>
                  <a:pt x="86663" y="235744"/>
                  <a:pt x="87600" y="232060"/>
                </a:cubicBezTo>
                <a:cubicBezTo>
                  <a:pt x="102602" y="235275"/>
                  <a:pt x="117738" y="237485"/>
                  <a:pt x="133075" y="238624"/>
                </a:cubicBezTo>
                <a:cubicBezTo>
                  <a:pt x="141915" y="251147"/>
                  <a:pt x="151626" y="263136"/>
                  <a:pt x="162007" y="274387"/>
                </a:cubicBezTo>
                <a:cubicBezTo>
                  <a:pt x="159864" y="276463"/>
                  <a:pt x="157721" y="278472"/>
                  <a:pt x="155577" y="280348"/>
                </a:cubicBezTo>
                <a:close/>
                <a:moveTo>
                  <a:pt x="171986" y="264073"/>
                </a:moveTo>
                <a:cubicBezTo>
                  <a:pt x="165155" y="256706"/>
                  <a:pt x="158323" y="248536"/>
                  <a:pt x="151693" y="239762"/>
                </a:cubicBezTo>
                <a:cubicBezTo>
                  <a:pt x="158122" y="240030"/>
                  <a:pt x="164753" y="240164"/>
                  <a:pt x="171450" y="240164"/>
                </a:cubicBezTo>
                <a:cubicBezTo>
                  <a:pt x="178348" y="240164"/>
                  <a:pt x="185112" y="240030"/>
                  <a:pt x="191810" y="239695"/>
                </a:cubicBezTo>
                <a:cubicBezTo>
                  <a:pt x="185648" y="248201"/>
                  <a:pt x="179018" y="256304"/>
                  <a:pt x="171986" y="264073"/>
                </a:cubicBezTo>
                <a:close/>
                <a:moveTo>
                  <a:pt x="259519" y="284165"/>
                </a:moveTo>
                <a:cubicBezTo>
                  <a:pt x="258916" y="292336"/>
                  <a:pt x="254898" y="299971"/>
                  <a:pt x="248469" y="305127"/>
                </a:cubicBezTo>
                <a:cubicBezTo>
                  <a:pt x="237820" y="311289"/>
                  <a:pt x="215116" y="303252"/>
                  <a:pt x="190604" y="282223"/>
                </a:cubicBezTo>
                <a:cubicBezTo>
                  <a:pt x="187791" y="279812"/>
                  <a:pt x="184978" y="277200"/>
                  <a:pt x="182099" y="274521"/>
                </a:cubicBezTo>
                <a:cubicBezTo>
                  <a:pt x="192345" y="263203"/>
                  <a:pt x="201789" y="251214"/>
                  <a:pt x="210361" y="238624"/>
                </a:cubicBezTo>
                <a:cubicBezTo>
                  <a:pt x="225698" y="237351"/>
                  <a:pt x="240968" y="235007"/>
                  <a:pt x="256036" y="231591"/>
                </a:cubicBezTo>
                <a:cubicBezTo>
                  <a:pt x="256706" y="234337"/>
                  <a:pt x="257309" y="237083"/>
                  <a:pt x="257845" y="239762"/>
                </a:cubicBezTo>
                <a:cubicBezTo>
                  <a:pt x="261126" y="254228"/>
                  <a:pt x="261662" y="269297"/>
                  <a:pt x="259519" y="284165"/>
                </a:cubicBezTo>
                <a:close/>
                <a:moveTo>
                  <a:pt x="271708" y="212169"/>
                </a:moveTo>
                <a:cubicBezTo>
                  <a:pt x="269833" y="212772"/>
                  <a:pt x="267958" y="213375"/>
                  <a:pt x="266015" y="213911"/>
                </a:cubicBezTo>
                <a:cubicBezTo>
                  <a:pt x="261327" y="199311"/>
                  <a:pt x="255568" y="185045"/>
                  <a:pt x="248937" y="171182"/>
                </a:cubicBezTo>
                <a:cubicBezTo>
                  <a:pt x="255367" y="157520"/>
                  <a:pt x="260792" y="143455"/>
                  <a:pt x="265346" y="129056"/>
                </a:cubicBezTo>
                <a:cubicBezTo>
                  <a:pt x="268828" y="130061"/>
                  <a:pt x="272177" y="131132"/>
                  <a:pt x="275392" y="132204"/>
                </a:cubicBezTo>
                <a:cubicBezTo>
                  <a:pt x="306601" y="142920"/>
                  <a:pt x="328501" y="158859"/>
                  <a:pt x="328501" y="171048"/>
                </a:cubicBezTo>
                <a:cubicBezTo>
                  <a:pt x="328501" y="184175"/>
                  <a:pt x="305127" y="201119"/>
                  <a:pt x="271708" y="212169"/>
                </a:cubicBezTo>
                <a:close/>
                <a:moveTo>
                  <a:pt x="171450" y="202123"/>
                </a:moveTo>
                <a:cubicBezTo>
                  <a:pt x="188379" y="202123"/>
                  <a:pt x="202123" y="188379"/>
                  <a:pt x="202123" y="171450"/>
                </a:cubicBezTo>
                <a:cubicBezTo>
                  <a:pt x="202123" y="154521"/>
                  <a:pt x="188379" y="140777"/>
                  <a:pt x="171450" y="140777"/>
                </a:cubicBezTo>
                <a:cubicBezTo>
                  <a:pt x="154521" y="140777"/>
                  <a:pt x="140777" y="154521"/>
                  <a:pt x="140777" y="171450"/>
                </a:cubicBezTo>
                <a:cubicBezTo>
                  <a:pt x="140777" y="188379"/>
                  <a:pt x="154521" y="202123"/>
                  <a:pt x="171450" y="202123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733425" y="2981325"/>
            <a:ext cx="4895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Aplikasi React</a:t>
            </a:r>
            <a:endParaRPr b="0" i="0" sz="1600" u="none" cap="none" strike="noStrike"/>
          </a:p>
        </p:txBody>
      </p:sp>
      <p:sp>
        <p:nvSpPr>
          <p:cNvPr id="48" name="Google Shape;48;p2"/>
          <p:cNvSpPr/>
          <p:nvPr/>
        </p:nvSpPr>
        <p:spPr>
          <a:xfrm>
            <a:off x="738188" y="3286125"/>
            <a:ext cx="4886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Frontend Cantik</a:t>
            </a:r>
            <a:endParaRPr b="0" i="0" sz="1600" u="none" cap="none" strike="noStrike"/>
          </a:p>
        </p:txBody>
      </p:sp>
      <p:sp>
        <p:nvSpPr>
          <p:cNvPr id="49" name="Google Shape;49;p2"/>
          <p:cNvSpPr/>
          <p:nvPr/>
        </p:nvSpPr>
        <p:spPr>
          <a:xfrm>
            <a:off x="623888" y="3786188"/>
            <a:ext cx="5114925" cy="542925"/>
          </a:xfrm>
          <a:custGeom>
            <a:rect b="b" l="l" r="r" t="t"/>
            <a:pathLst>
              <a:path extrusionOk="0" h="542925" w="5114925">
                <a:moveTo>
                  <a:pt x="114302" y="0"/>
                </a:moveTo>
                <a:lnTo>
                  <a:pt x="5000623" y="0"/>
                </a:lnTo>
                <a:cubicBezTo>
                  <a:pt x="5063750" y="0"/>
                  <a:pt x="5114925" y="51175"/>
                  <a:pt x="5114925" y="114302"/>
                </a:cubicBezTo>
                <a:lnTo>
                  <a:pt x="5114925" y="428623"/>
                </a:lnTo>
                <a:cubicBezTo>
                  <a:pt x="5114925" y="491750"/>
                  <a:pt x="5063750" y="542925"/>
                  <a:pt x="500062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cap="flat" cmpd="sng" w="12700">
            <a:solidFill>
              <a:srgbClr val="FB2C3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2203103" y="398145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933450" y="3943350"/>
            <a:ext cx="4686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6467"/>
                </a:solidFill>
                <a:latin typeface="Arial"/>
                <a:ea typeface="Arial"/>
                <a:cs typeface="Arial"/>
                <a:sym typeface="Arial"/>
              </a:rPr>
              <a:t>Data Hilang saat Refresh</a:t>
            </a:r>
            <a:endParaRPr b="0" i="0" sz="1600" u="none" cap="none" strike="noStrike"/>
          </a:p>
        </p:txBody>
      </p:sp>
      <p:sp>
        <p:nvSpPr>
          <p:cNvPr id="52" name="Google Shape;52;p2"/>
          <p:cNvSpPr/>
          <p:nvPr/>
        </p:nvSpPr>
        <p:spPr>
          <a:xfrm>
            <a:off x="619125" y="4829175"/>
            <a:ext cx="5124450" cy="419100"/>
          </a:xfrm>
          <a:custGeom>
            <a:rect b="b" l="l" r="r" t="t"/>
            <a:pathLst>
              <a:path extrusionOk="0" h="419100" w="5124450">
                <a:moveTo>
                  <a:pt x="76201" y="0"/>
                </a:moveTo>
                <a:lnTo>
                  <a:pt x="5048249" y="0"/>
                </a:lnTo>
                <a:cubicBezTo>
                  <a:pt x="5090334" y="0"/>
                  <a:pt x="5124450" y="34116"/>
                  <a:pt x="5124450" y="76201"/>
                </a:cubicBezTo>
                <a:lnTo>
                  <a:pt x="5124450" y="342899"/>
                </a:lnTo>
                <a:cubicBezTo>
                  <a:pt x="5124450" y="384984"/>
                  <a:pt x="5090334" y="419100"/>
                  <a:pt x="504824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1659508" y="4976813"/>
            <a:ext cx="116681" cy="133350"/>
          </a:xfrm>
          <a:custGeom>
            <a:rect b="b" l="l" r="r" t="t"/>
            <a:pathLst>
              <a:path extrusionOk="0" h="133350" w="116681">
                <a:moveTo>
                  <a:pt x="0" y="56257"/>
                </a:moveTo>
                <a:cubicBezTo>
                  <a:pt x="0" y="38989"/>
                  <a:pt x="13986" y="25003"/>
                  <a:pt x="31254" y="25003"/>
                </a:cubicBezTo>
                <a:lnTo>
                  <a:pt x="33337" y="25003"/>
                </a:lnTo>
                <a:cubicBezTo>
                  <a:pt x="37947" y="25003"/>
                  <a:pt x="41672" y="28728"/>
                  <a:pt x="41672" y="33337"/>
                </a:cubicBezTo>
                <a:cubicBezTo>
                  <a:pt x="41672" y="37947"/>
                  <a:pt x="37947" y="41672"/>
                  <a:pt x="33337" y="41672"/>
                </a:cubicBezTo>
                <a:lnTo>
                  <a:pt x="31254" y="41672"/>
                </a:lnTo>
                <a:cubicBezTo>
                  <a:pt x="23206" y="41672"/>
                  <a:pt x="16669" y="48209"/>
                  <a:pt x="16669" y="56257"/>
                </a:cubicBezTo>
                <a:lnTo>
                  <a:pt x="16669" y="58341"/>
                </a:lnTo>
                <a:lnTo>
                  <a:pt x="33337" y="58341"/>
                </a:lnTo>
                <a:cubicBezTo>
                  <a:pt x="42531" y="58341"/>
                  <a:pt x="50006" y="65816"/>
                  <a:pt x="50006" y="75009"/>
                </a:cubicBezTo>
                <a:lnTo>
                  <a:pt x="50006" y="91678"/>
                </a:lnTo>
                <a:cubicBezTo>
                  <a:pt x="50006" y="100872"/>
                  <a:pt x="42531" y="108347"/>
                  <a:pt x="33337" y="108347"/>
                </a:cubicBezTo>
                <a:lnTo>
                  <a:pt x="16669" y="108347"/>
                </a:lnTo>
                <a:cubicBezTo>
                  <a:pt x="7475" y="108347"/>
                  <a:pt x="0" y="100872"/>
                  <a:pt x="0" y="91678"/>
                </a:cubicBezTo>
                <a:lnTo>
                  <a:pt x="0" y="56257"/>
                </a:lnTo>
                <a:close/>
                <a:moveTo>
                  <a:pt x="66675" y="56257"/>
                </a:moveTo>
                <a:cubicBezTo>
                  <a:pt x="66675" y="38989"/>
                  <a:pt x="80661" y="25003"/>
                  <a:pt x="97929" y="25003"/>
                </a:cubicBezTo>
                <a:lnTo>
                  <a:pt x="100013" y="25003"/>
                </a:lnTo>
                <a:cubicBezTo>
                  <a:pt x="104622" y="25003"/>
                  <a:pt x="108347" y="28728"/>
                  <a:pt x="108347" y="33337"/>
                </a:cubicBezTo>
                <a:cubicBezTo>
                  <a:pt x="108347" y="37947"/>
                  <a:pt x="104622" y="41672"/>
                  <a:pt x="100013" y="41672"/>
                </a:cubicBezTo>
                <a:lnTo>
                  <a:pt x="97929" y="41672"/>
                </a:lnTo>
                <a:cubicBezTo>
                  <a:pt x="89881" y="41672"/>
                  <a:pt x="83344" y="48209"/>
                  <a:pt x="83344" y="56257"/>
                </a:cubicBezTo>
                <a:lnTo>
                  <a:pt x="83344" y="58341"/>
                </a:lnTo>
                <a:lnTo>
                  <a:pt x="100013" y="58341"/>
                </a:lnTo>
                <a:cubicBezTo>
                  <a:pt x="109206" y="58341"/>
                  <a:pt x="116681" y="65816"/>
                  <a:pt x="116681" y="75009"/>
                </a:cubicBezTo>
                <a:lnTo>
                  <a:pt x="116681" y="91678"/>
                </a:lnTo>
                <a:cubicBezTo>
                  <a:pt x="116681" y="100872"/>
                  <a:pt x="109206" y="108347"/>
                  <a:pt x="100013" y="108347"/>
                </a:cubicBezTo>
                <a:lnTo>
                  <a:pt x="83344" y="108347"/>
                </a:lnTo>
                <a:cubicBezTo>
                  <a:pt x="74150" y="108347"/>
                  <a:pt x="66675" y="100872"/>
                  <a:pt x="66675" y="91678"/>
                </a:cubicBezTo>
                <a:lnTo>
                  <a:pt x="66675" y="56257"/>
                </a:lnTo>
                <a:close/>
              </a:path>
            </a:pathLst>
          </a:custGeom>
          <a:solidFill>
            <a:srgbClr val="F1F5F9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928688" y="4943475"/>
            <a:ext cx="47339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Seperti tenda: kalau ditutup, barangnya hilang</a:t>
            </a:r>
            <a:endParaRPr b="0" i="0" sz="1600" u="none" cap="none" strike="noStrike"/>
          </a:p>
        </p:txBody>
      </p:sp>
      <p:sp>
        <p:nvSpPr>
          <p:cNvPr id="55" name="Google Shape;55;p2"/>
          <p:cNvSpPr/>
          <p:nvPr/>
        </p:nvSpPr>
        <p:spPr>
          <a:xfrm>
            <a:off x="6215063" y="1185863"/>
            <a:ext cx="5591175" cy="4295775"/>
          </a:xfrm>
          <a:custGeom>
            <a:rect b="b" l="l" r="r" t="t"/>
            <a:pathLst>
              <a:path extrusionOk="0" h="4295775" w="5591175">
                <a:moveTo>
                  <a:pt x="152414" y="0"/>
                </a:moveTo>
                <a:lnTo>
                  <a:pt x="5438761" y="0"/>
                </a:lnTo>
                <a:cubicBezTo>
                  <a:pt x="5522937" y="0"/>
                  <a:pt x="5591175" y="68238"/>
                  <a:pt x="5591175" y="152414"/>
                </a:cubicBezTo>
                <a:lnTo>
                  <a:pt x="5591175" y="4143361"/>
                </a:lnTo>
                <a:cubicBezTo>
                  <a:pt x="5591175" y="4227537"/>
                  <a:pt x="5522937" y="4295775"/>
                  <a:pt x="5438761" y="4295775"/>
                </a:cubicBezTo>
                <a:lnTo>
                  <a:pt x="152414" y="4295775"/>
                </a:lnTo>
                <a:cubicBezTo>
                  <a:pt x="68238" y="4295775"/>
                  <a:pt x="0" y="4227537"/>
                  <a:pt x="0" y="4143361"/>
                </a:cubicBezTo>
                <a:lnTo>
                  <a:pt x="0" y="152414"/>
                </a:lnTo>
                <a:cubicBezTo>
                  <a:pt x="0" y="68238"/>
                  <a:pt x="68238" y="0"/>
                  <a:pt x="152414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448425" y="141922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6593681" y="1552575"/>
            <a:ext cx="166688" cy="190500"/>
          </a:xfrm>
          <a:custGeom>
            <a:rect b="b" l="l" r="r" t="t"/>
            <a:pathLst>
              <a:path extrusionOk="0" h="190500" w="166688">
                <a:moveTo>
                  <a:pt x="161776" y="26082"/>
                </a:moveTo>
                <a:cubicBezTo>
                  <a:pt x="167097" y="29952"/>
                  <a:pt x="168287" y="37393"/>
                  <a:pt x="164418" y="42714"/>
                </a:cubicBezTo>
                <a:lnTo>
                  <a:pt x="69168" y="173682"/>
                </a:lnTo>
                <a:cubicBezTo>
                  <a:pt x="67121" y="176510"/>
                  <a:pt x="63959" y="178259"/>
                  <a:pt x="60461" y="178557"/>
                </a:cubicBezTo>
                <a:cubicBezTo>
                  <a:pt x="56964" y="178854"/>
                  <a:pt x="53578" y="177552"/>
                  <a:pt x="51122" y="175096"/>
                </a:cubicBezTo>
                <a:lnTo>
                  <a:pt x="3497" y="127471"/>
                </a:lnTo>
                <a:cubicBezTo>
                  <a:pt x="-1153" y="122820"/>
                  <a:pt x="-1153" y="115267"/>
                  <a:pt x="3497" y="110617"/>
                </a:cubicBezTo>
                <a:cubicBezTo>
                  <a:pt x="8148" y="105966"/>
                  <a:pt x="15701" y="105966"/>
                  <a:pt x="20352" y="110617"/>
                </a:cubicBezTo>
                <a:lnTo>
                  <a:pt x="58117" y="148382"/>
                </a:lnTo>
                <a:lnTo>
                  <a:pt x="145182" y="28687"/>
                </a:lnTo>
                <a:cubicBezTo>
                  <a:pt x="149051" y="23366"/>
                  <a:pt x="156493" y="22175"/>
                  <a:pt x="161813" y="26045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7019925" y="1419225"/>
            <a:ext cx="13525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Day 2</a:t>
            </a:r>
            <a:endParaRPr b="0" i="0" sz="1600" u="none" cap="none" strike="noStrike"/>
          </a:p>
        </p:txBody>
      </p:sp>
      <p:sp>
        <p:nvSpPr>
          <p:cNvPr id="59" name="Google Shape;59;p2"/>
          <p:cNvSpPr/>
          <p:nvPr/>
        </p:nvSpPr>
        <p:spPr>
          <a:xfrm>
            <a:off x="7019925" y="1685925"/>
            <a:ext cx="1323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Fullstack Application</a:t>
            </a:r>
            <a:endParaRPr b="0" i="0" sz="1600" u="none" cap="none" strike="noStrike"/>
          </a:p>
        </p:txBody>
      </p:sp>
      <p:sp>
        <p:nvSpPr>
          <p:cNvPr id="60" name="Google Shape;60;p2"/>
          <p:cNvSpPr/>
          <p:nvPr/>
        </p:nvSpPr>
        <p:spPr>
          <a:xfrm>
            <a:off x="6448425" y="2028825"/>
            <a:ext cx="5124450" cy="609600"/>
          </a:xfrm>
          <a:custGeom>
            <a:rect b="b" l="l" r="r" t="t"/>
            <a:pathLst>
              <a:path extrusionOk="0" h="609600" w="5124450">
                <a:moveTo>
                  <a:pt x="114300" y="0"/>
                </a:moveTo>
                <a:lnTo>
                  <a:pt x="5010150" y="0"/>
                </a:lnTo>
                <a:cubicBezTo>
                  <a:pt x="5073234" y="0"/>
                  <a:pt x="5124450" y="51216"/>
                  <a:pt x="5124450" y="114300"/>
                </a:cubicBezTo>
                <a:lnTo>
                  <a:pt x="5124450" y="495300"/>
                </a:lnTo>
                <a:cubicBezTo>
                  <a:pt x="5124450" y="558384"/>
                  <a:pt x="5073234" y="609600"/>
                  <a:pt x="501015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6562725" y="2143125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6677025" y="2257425"/>
            <a:ext cx="152400" cy="152400"/>
          </a:xfrm>
          <a:custGeom>
            <a:rect b="b" l="l" r="r" t="t"/>
            <a:pathLst>
              <a:path extrusionOk="0" h="152400" w="152400">
                <a:moveTo>
                  <a:pt x="124480" y="52745"/>
                </a:moveTo>
                <a:cubicBezTo>
                  <a:pt x="122873" y="52209"/>
                  <a:pt x="121265" y="51703"/>
                  <a:pt x="119658" y="51227"/>
                </a:cubicBezTo>
                <a:cubicBezTo>
                  <a:pt x="119926" y="50125"/>
                  <a:pt x="120164" y="49024"/>
                  <a:pt x="120402" y="47923"/>
                </a:cubicBezTo>
                <a:cubicBezTo>
                  <a:pt x="124063" y="30182"/>
                  <a:pt x="121652" y="15925"/>
                  <a:pt x="113526" y="11222"/>
                </a:cubicBezTo>
                <a:cubicBezTo>
                  <a:pt x="105698" y="6727"/>
                  <a:pt x="92928" y="11400"/>
                  <a:pt x="80010" y="22652"/>
                </a:cubicBezTo>
                <a:cubicBezTo>
                  <a:pt x="78730" y="23753"/>
                  <a:pt x="77480" y="24914"/>
                  <a:pt x="76289" y="26075"/>
                </a:cubicBezTo>
                <a:cubicBezTo>
                  <a:pt x="75486" y="25301"/>
                  <a:pt x="74652" y="24527"/>
                  <a:pt x="73819" y="23783"/>
                </a:cubicBezTo>
                <a:cubicBezTo>
                  <a:pt x="60275" y="11757"/>
                  <a:pt x="46702" y="6697"/>
                  <a:pt x="38576" y="11430"/>
                </a:cubicBezTo>
                <a:cubicBezTo>
                  <a:pt x="30778" y="15954"/>
                  <a:pt x="28456" y="29379"/>
                  <a:pt x="31730" y="46166"/>
                </a:cubicBezTo>
                <a:cubicBezTo>
                  <a:pt x="32058" y="47833"/>
                  <a:pt x="32415" y="49470"/>
                  <a:pt x="32831" y="51137"/>
                </a:cubicBezTo>
                <a:cubicBezTo>
                  <a:pt x="30926" y="51673"/>
                  <a:pt x="29051" y="52268"/>
                  <a:pt x="27295" y="52894"/>
                </a:cubicBezTo>
                <a:cubicBezTo>
                  <a:pt x="11400" y="58400"/>
                  <a:pt x="0" y="67092"/>
                  <a:pt x="0" y="76081"/>
                </a:cubicBezTo>
                <a:cubicBezTo>
                  <a:pt x="0" y="85368"/>
                  <a:pt x="12144" y="94684"/>
                  <a:pt x="28664" y="100340"/>
                </a:cubicBezTo>
                <a:cubicBezTo>
                  <a:pt x="30004" y="100786"/>
                  <a:pt x="31343" y="101233"/>
                  <a:pt x="32712" y="101620"/>
                </a:cubicBezTo>
                <a:cubicBezTo>
                  <a:pt x="32266" y="103406"/>
                  <a:pt x="31879" y="105162"/>
                  <a:pt x="31522" y="106978"/>
                </a:cubicBezTo>
                <a:cubicBezTo>
                  <a:pt x="28396" y="123498"/>
                  <a:pt x="30837" y="136594"/>
                  <a:pt x="38636" y="141089"/>
                </a:cubicBezTo>
                <a:cubicBezTo>
                  <a:pt x="46672" y="145733"/>
                  <a:pt x="60186" y="140970"/>
                  <a:pt x="73342" y="129451"/>
                </a:cubicBezTo>
                <a:cubicBezTo>
                  <a:pt x="74384" y="128528"/>
                  <a:pt x="75426" y="127575"/>
                  <a:pt x="76468" y="126563"/>
                </a:cubicBezTo>
                <a:cubicBezTo>
                  <a:pt x="77778" y="127843"/>
                  <a:pt x="79147" y="129064"/>
                  <a:pt x="80516" y="130254"/>
                </a:cubicBezTo>
                <a:cubicBezTo>
                  <a:pt x="93256" y="141208"/>
                  <a:pt x="105847" y="145643"/>
                  <a:pt x="113615" y="141149"/>
                </a:cubicBezTo>
                <a:cubicBezTo>
                  <a:pt x="121652" y="136505"/>
                  <a:pt x="124271" y="122426"/>
                  <a:pt x="120878" y="105281"/>
                </a:cubicBezTo>
                <a:cubicBezTo>
                  <a:pt x="120610" y="103971"/>
                  <a:pt x="120313" y="102632"/>
                  <a:pt x="119985" y="101263"/>
                </a:cubicBezTo>
                <a:cubicBezTo>
                  <a:pt x="120938" y="100995"/>
                  <a:pt x="121860" y="100697"/>
                  <a:pt x="122783" y="100399"/>
                </a:cubicBezTo>
                <a:cubicBezTo>
                  <a:pt x="139958" y="94714"/>
                  <a:pt x="152400" y="85517"/>
                  <a:pt x="152400" y="76081"/>
                </a:cubicBezTo>
                <a:cubicBezTo>
                  <a:pt x="152400" y="67062"/>
                  <a:pt x="140672" y="58311"/>
                  <a:pt x="124480" y="52745"/>
                </a:cubicBezTo>
                <a:close/>
                <a:moveTo>
                  <a:pt x="84207" y="27474"/>
                </a:moveTo>
                <a:cubicBezTo>
                  <a:pt x="95280" y="17830"/>
                  <a:pt x="105608" y="14049"/>
                  <a:pt x="110311" y="16758"/>
                </a:cubicBezTo>
                <a:cubicBezTo>
                  <a:pt x="115342" y="19645"/>
                  <a:pt x="117277" y="31313"/>
                  <a:pt x="114121" y="46643"/>
                </a:cubicBezTo>
                <a:cubicBezTo>
                  <a:pt x="113913" y="47655"/>
                  <a:pt x="113705" y="48637"/>
                  <a:pt x="113437" y="49619"/>
                </a:cubicBezTo>
                <a:cubicBezTo>
                  <a:pt x="106829" y="48131"/>
                  <a:pt x="100132" y="47059"/>
                  <a:pt x="93405" y="46464"/>
                </a:cubicBezTo>
                <a:cubicBezTo>
                  <a:pt x="89535" y="40928"/>
                  <a:pt x="85308" y="35629"/>
                  <a:pt x="80724" y="30659"/>
                </a:cubicBezTo>
                <a:cubicBezTo>
                  <a:pt x="81885" y="29557"/>
                  <a:pt x="83016" y="28515"/>
                  <a:pt x="84207" y="27474"/>
                </a:cubicBezTo>
                <a:close/>
                <a:moveTo>
                  <a:pt x="49768" y="91529"/>
                </a:moveTo>
                <a:cubicBezTo>
                  <a:pt x="51286" y="94119"/>
                  <a:pt x="52834" y="96709"/>
                  <a:pt x="54471" y="99239"/>
                </a:cubicBezTo>
                <a:cubicBezTo>
                  <a:pt x="49828" y="98733"/>
                  <a:pt x="45214" y="97988"/>
                  <a:pt x="40660" y="97006"/>
                </a:cubicBezTo>
                <a:cubicBezTo>
                  <a:pt x="41970" y="92720"/>
                  <a:pt x="43607" y="88285"/>
                  <a:pt x="45512" y="83760"/>
                </a:cubicBezTo>
                <a:cubicBezTo>
                  <a:pt x="46881" y="86380"/>
                  <a:pt x="48280" y="88969"/>
                  <a:pt x="49768" y="91529"/>
                </a:cubicBezTo>
                <a:close/>
                <a:moveTo>
                  <a:pt x="40749" y="55721"/>
                </a:moveTo>
                <a:cubicBezTo>
                  <a:pt x="45035" y="54769"/>
                  <a:pt x="49590" y="53995"/>
                  <a:pt x="54322" y="53400"/>
                </a:cubicBezTo>
                <a:cubicBezTo>
                  <a:pt x="52745" y="55870"/>
                  <a:pt x="51197" y="58400"/>
                  <a:pt x="49738" y="60960"/>
                </a:cubicBezTo>
                <a:cubicBezTo>
                  <a:pt x="48280" y="63490"/>
                  <a:pt x="46851" y="66080"/>
                  <a:pt x="45512" y="68699"/>
                </a:cubicBezTo>
                <a:cubicBezTo>
                  <a:pt x="43636" y="64264"/>
                  <a:pt x="42059" y="59918"/>
                  <a:pt x="40749" y="55721"/>
                </a:cubicBezTo>
                <a:close/>
                <a:moveTo>
                  <a:pt x="48905" y="76230"/>
                </a:moveTo>
                <a:cubicBezTo>
                  <a:pt x="50869" y="72122"/>
                  <a:pt x="53013" y="68104"/>
                  <a:pt x="55275" y="64145"/>
                </a:cubicBezTo>
                <a:cubicBezTo>
                  <a:pt x="57537" y="60186"/>
                  <a:pt x="59978" y="56346"/>
                  <a:pt x="62538" y="52566"/>
                </a:cubicBezTo>
                <a:cubicBezTo>
                  <a:pt x="67002" y="52239"/>
                  <a:pt x="71557" y="52060"/>
                  <a:pt x="76200" y="52060"/>
                </a:cubicBezTo>
                <a:cubicBezTo>
                  <a:pt x="80843" y="52060"/>
                  <a:pt x="85427" y="52239"/>
                  <a:pt x="89862" y="52566"/>
                </a:cubicBezTo>
                <a:cubicBezTo>
                  <a:pt x="92393" y="56317"/>
                  <a:pt x="94804" y="60156"/>
                  <a:pt x="97095" y="64085"/>
                </a:cubicBezTo>
                <a:cubicBezTo>
                  <a:pt x="99387" y="68014"/>
                  <a:pt x="101531" y="72033"/>
                  <a:pt x="103555" y="76111"/>
                </a:cubicBezTo>
                <a:cubicBezTo>
                  <a:pt x="101560" y="80218"/>
                  <a:pt x="99417" y="84266"/>
                  <a:pt x="97125" y="88255"/>
                </a:cubicBezTo>
                <a:cubicBezTo>
                  <a:pt x="94863" y="92214"/>
                  <a:pt x="92452" y="96054"/>
                  <a:pt x="89922" y="99864"/>
                </a:cubicBezTo>
                <a:cubicBezTo>
                  <a:pt x="85487" y="100191"/>
                  <a:pt x="80873" y="100340"/>
                  <a:pt x="76200" y="100340"/>
                </a:cubicBezTo>
                <a:cubicBezTo>
                  <a:pt x="71527" y="100340"/>
                  <a:pt x="67002" y="100191"/>
                  <a:pt x="62627" y="99923"/>
                </a:cubicBezTo>
                <a:cubicBezTo>
                  <a:pt x="60037" y="96143"/>
                  <a:pt x="57596" y="92273"/>
                  <a:pt x="55305" y="88315"/>
                </a:cubicBezTo>
                <a:cubicBezTo>
                  <a:pt x="53013" y="84356"/>
                  <a:pt x="50899" y="80337"/>
                  <a:pt x="48905" y="76230"/>
                </a:cubicBezTo>
                <a:close/>
                <a:moveTo>
                  <a:pt x="102662" y="91470"/>
                </a:moveTo>
                <a:cubicBezTo>
                  <a:pt x="104180" y="88850"/>
                  <a:pt x="105608" y="86201"/>
                  <a:pt x="107007" y="83522"/>
                </a:cubicBezTo>
                <a:cubicBezTo>
                  <a:pt x="108912" y="87838"/>
                  <a:pt x="110579" y="92214"/>
                  <a:pt x="112038" y="96709"/>
                </a:cubicBezTo>
                <a:cubicBezTo>
                  <a:pt x="107424" y="97750"/>
                  <a:pt x="102751" y="98554"/>
                  <a:pt x="98048" y="99090"/>
                </a:cubicBezTo>
                <a:cubicBezTo>
                  <a:pt x="99655" y="96589"/>
                  <a:pt x="101173" y="94030"/>
                  <a:pt x="102662" y="91470"/>
                </a:cubicBezTo>
                <a:close/>
                <a:moveTo>
                  <a:pt x="106948" y="68699"/>
                </a:moveTo>
                <a:cubicBezTo>
                  <a:pt x="105549" y="66080"/>
                  <a:pt x="104120" y="63460"/>
                  <a:pt x="102632" y="60900"/>
                </a:cubicBezTo>
                <a:cubicBezTo>
                  <a:pt x="101173" y="58370"/>
                  <a:pt x="99655" y="55870"/>
                  <a:pt x="98078" y="53400"/>
                </a:cubicBezTo>
                <a:cubicBezTo>
                  <a:pt x="102870" y="53995"/>
                  <a:pt x="107454" y="54799"/>
                  <a:pt x="111740" y="55781"/>
                </a:cubicBezTo>
                <a:cubicBezTo>
                  <a:pt x="110371" y="60186"/>
                  <a:pt x="108764" y="64472"/>
                  <a:pt x="106948" y="68699"/>
                </a:cubicBezTo>
                <a:close/>
                <a:moveTo>
                  <a:pt x="76260" y="35213"/>
                </a:moveTo>
                <a:cubicBezTo>
                  <a:pt x="79385" y="38606"/>
                  <a:pt x="82332" y="42178"/>
                  <a:pt x="85070" y="45869"/>
                </a:cubicBezTo>
                <a:cubicBezTo>
                  <a:pt x="79177" y="45601"/>
                  <a:pt x="73253" y="45601"/>
                  <a:pt x="67360" y="45869"/>
                </a:cubicBezTo>
                <a:cubicBezTo>
                  <a:pt x="70277" y="42029"/>
                  <a:pt x="73283" y="38457"/>
                  <a:pt x="76260" y="35213"/>
                </a:cubicBezTo>
                <a:close/>
                <a:moveTo>
                  <a:pt x="41731" y="16966"/>
                </a:moveTo>
                <a:cubicBezTo>
                  <a:pt x="46732" y="14049"/>
                  <a:pt x="57835" y="18217"/>
                  <a:pt x="69533" y="28575"/>
                </a:cubicBezTo>
                <a:cubicBezTo>
                  <a:pt x="70277" y="29230"/>
                  <a:pt x="71021" y="29944"/>
                  <a:pt x="71795" y="30659"/>
                </a:cubicBezTo>
                <a:cubicBezTo>
                  <a:pt x="67181" y="35629"/>
                  <a:pt x="62925" y="40928"/>
                  <a:pt x="59025" y="46464"/>
                </a:cubicBezTo>
                <a:cubicBezTo>
                  <a:pt x="52298" y="47059"/>
                  <a:pt x="45631" y="48101"/>
                  <a:pt x="39023" y="49560"/>
                </a:cubicBezTo>
                <a:cubicBezTo>
                  <a:pt x="38636" y="48042"/>
                  <a:pt x="38308" y="46494"/>
                  <a:pt x="37981" y="44946"/>
                </a:cubicBezTo>
                <a:cubicBezTo>
                  <a:pt x="35183" y="30540"/>
                  <a:pt x="37028" y="19675"/>
                  <a:pt x="41731" y="16966"/>
                </a:cubicBezTo>
                <a:close/>
                <a:moveTo>
                  <a:pt x="34439" y="95429"/>
                </a:moveTo>
                <a:cubicBezTo>
                  <a:pt x="33189" y="95071"/>
                  <a:pt x="31968" y="94684"/>
                  <a:pt x="30748" y="94268"/>
                </a:cubicBezTo>
                <a:cubicBezTo>
                  <a:pt x="24408" y="92273"/>
                  <a:pt x="17205" y="89118"/>
                  <a:pt x="11996" y="84981"/>
                </a:cubicBezTo>
                <a:cubicBezTo>
                  <a:pt x="8989" y="82897"/>
                  <a:pt x="6965" y="79683"/>
                  <a:pt x="6400" y="76081"/>
                </a:cubicBezTo>
                <a:cubicBezTo>
                  <a:pt x="6400" y="70634"/>
                  <a:pt x="15806" y="63669"/>
                  <a:pt x="29379" y="58936"/>
                </a:cubicBezTo>
                <a:cubicBezTo>
                  <a:pt x="31075" y="58341"/>
                  <a:pt x="32802" y="57805"/>
                  <a:pt x="34528" y="57299"/>
                </a:cubicBezTo>
                <a:cubicBezTo>
                  <a:pt x="36552" y="63758"/>
                  <a:pt x="38993" y="70098"/>
                  <a:pt x="41821" y="76230"/>
                </a:cubicBezTo>
                <a:cubicBezTo>
                  <a:pt x="38963" y="82451"/>
                  <a:pt x="36493" y="88880"/>
                  <a:pt x="34439" y="95429"/>
                </a:cubicBezTo>
                <a:close/>
                <a:moveTo>
                  <a:pt x="69146" y="124599"/>
                </a:moveTo>
                <a:cubicBezTo>
                  <a:pt x="64234" y="129094"/>
                  <a:pt x="58549" y="132665"/>
                  <a:pt x="52358" y="135106"/>
                </a:cubicBezTo>
                <a:cubicBezTo>
                  <a:pt x="49054" y="136684"/>
                  <a:pt x="45244" y="136833"/>
                  <a:pt x="41850" y="135493"/>
                </a:cubicBezTo>
                <a:cubicBezTo>
                  <a:pt x="37118" y="132755"/>
                  <a:pt x="35153" y="122247"/>
                  <a:pt x="37832" y="108109"/>
                </a:cubicBezTo>
                <a:cubicBezTo>
                  <a:pt x="38160" y="106442"/>
                  <a:pt x="38517" y="104775"/>
                  <a:pt x="38933" y="103138"/>
                </a:cubicBezTo>
                <a:cubicBezTo>
                  <a:pt x="45601" y="104567"/>
                  <a:pt x="52328" y="105549"/>
                  <a:pt x="59144" y="106055"/>
                </a:cubicBezTo>
                <a:cubicBezTo>
                  <a:pt x="63073" y="111621"/>
                  <a:pt x="67389" y="116949"/>
                  <a:pt x="72003" y="121950"/>
                </a:cubicBezTo>
                <a:cubicBezTo>
                  <a:pt x="71051" y="122873"/>
                  <a:pt x="70098" y="123765"/>
                  <a:pt x="69146" y="124599"/>
                </a:cubicBezTo>
                <a:close/>
                <a:moveTo>
                  <a:pt x="76438" y="117366"/>
                </a:moveTo>
                <a:cubicBezTo>
                  <a:pt x="73402" y="114092"/>
                  <a:pt x="70366" y="110460"/>
                  <a:pt x="67419" y="106561"/>
                </a:cubicBezTo>
                <a:cubicBezTo>
                  <a:pt x="70277" y="106680"/>
                  <a:pt x="73223" y="106740"/>
                  <a:pt x="76200" y="106740"/>
                </a:cubicBezTo>
                <a:cubicBezTo>
                  <a:pt x="79266" y="106740"/>
                  <a:pt x="82272" y="106680"/>
                  <a:pt x="85249" y="106531"/>
                </a:cubicBezTo>
                <a:cubicBezTo>
                  <a:pt x="82510" y="110311"/>
                  <a:pt x="79564" y="113913"/>
                  <a:pt x="76438" y="117366"/>
                </a:cubicBezTo>
                <a:close/>
                <a:moveTo>
                  <a:pt x="115342" y="126296"/>
                </a:moveTo>
                <a:cubicBezTo>
                  <a:pt x="115074" y="129927"/>
                  <a:pt x="113288" y="133320"/>
                  <a:pt x="110430" y="135612"/>
                </a:cubicBezTo>
                <a:cubicBezTo>
                  <a:pt x="105698" y="138351"/>
                  <a:pt x="95607" y="134779"/>
                  <a:pt x="84713" y="125432"/>
                </a:cubicBezTo>
                <a:cubicBezTo>
                  <a:pt x="83463" y="124361"/>
                  <a:pt x="82213" y="123200"/>
                  <a:pt x="80933" y="122009"/>
                </a:cubicBezTo>
                <a:cubicBezTo>
                  <a:pt x="85487" y="116979"/>
                  <a:pt x="89684" y="111651"/>
                  <a:pt x="93494" y="106055"/>
                </a:cubicBezTo>
                <a:cubicBezTo>
                  <a:pt x="100310" y="105489"/>
                  <a:pt x="107097" y="104448"/>
                  <a:pt x="113794" y="102930"/>
                </a:cubicBezTo>
                <a:cubicBezTo>
                  <a:pt x="114092" y="104150"/>
                  <a:pt x="114360" y="105370"/>
                  <a:pt x="114598" y="106561"/>
                </a:cubicBezTo>
                <a:cubicBezTo>
                  <a:pt x="116056" y="112990"/>
                  <a:pt x="116294" y="119688"/>
                  <a:pt x="115342" y="126296"/>
                </a:cubicBezTo>
                <a:close/>
                <a:moveTo>
                  <a:pt x="120759" y="94298"/>
                </a:moveTo>
                <a:cubicBezTo>
                  <a:pt x="119926" y="94565"/>
                  <a:pt x="119092" y="94833"/>
                  <a:pt x="118229" y="95071"/>
                </a:cubicBezTo>
                <a:cubicBezTo>
                  <a:pt x="116145" y="88583"/>
                  <a:pt x="113586" y="82242"/>
                  <a:pt x="110639" y="76081"/>
                </a:cubicBezTo>
                <a:cubicBezTo>
                  <a:pt x="113496" y="70009"/>
                  <a:pt x="115907" y="63758"/>
                  <a:pt x="117931" y="57358"/>
                </a:cubicBezTo>
                <a:cubicBezTo>
                  <a:pt x="119479" y="57805"/>
                  <a:pt x="120967" y="58281"/>
                  <a:pt x="122396" y="58757"/>
                </a:cubicBezTo>
                <a:cubicBezTo>
                  <a:pt x="136267" y="63520"/>
                  <a:pt x="146000" y="70604"/>
                  <a:pt x="146000" y="76021"/>
                </a:cubicBezTo>
                <a:cubicBezTo>
                  <a:pt x="146000" y="81855"/>
                  <a:pt x="135612" y="89386"/>
                  <a:pt x="120759" y="94298"/>
                </a:cubicBezTo>
                <a:close/>
                <a:moveTo>
                  <a:pt x="76200" y="89833"/>
                </a:moveTo>
                <a:cubicBezTo>
                  <a:pt x="83724" y="89833"/>
                  <a:pt x="89833" y="83724"/>
                  <a:pt x="89833" y="76200"/>
                </a:cubicBezTo>
                <a:cubicBezTo>
                  <a:pt x="89833" y="68676"/>
                  <a:pt x="83724" y="62567"/>
                  <a:pt x="76200" y="62567"/>
                </a:cubicBezTo>
                <a:cubicBezTo>
                  <a:pt x="68676" y="62567"/>
                  <a:pt x="62567" y="68676"/>
                  <a:pt x="62567" y="76200"/>
                </a:cubicBezTo>
                <a:cubicBezTo>
                  <a:pt x="62567" y="83724"/>
                  <a:pt x="68676" y="89833"/>
                  <a:pt x="76200" y="89833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7058025" y="2238375"/>
            <a:ext cx="1009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React Frontend</a:t>
            </a:r>
            <a:endParaRPr b="0" i="0" sz="1600" u="none" cap="none" strike="noStrike"/>
          </a:p>
        </p:txBody>
      </p:sp>
      <p:sp>
        <p:nvSpPr>
          <p:cNvPr id="64" name="Google Shape;64;p2"/>
          <p:cNvSpPr/>
          <p:nvPr/>
        </p:nvSpPr>
        <p:spPr>
          <a:xfrm>
            <a:off x="8934450" y="2752725"/>
            <a:ext cx="152400" cy="152400"/>
          </a:xfrm>
          <a:custGeom>
            <a:rect b="b" l="l" r="r" t="t"/>
            <a:pathLst>
              <a:path extrusionOk="0" h="152400" w="152400">
                <a:moveTo>
                  <a:pt x="121027" y="149602"/>
                </a:moveTo>
                <a:lnTo>
                  <a:pt x="149602" y="121027"/>
                </a:lnTo>
                <a:cubicBezTo>
                  <a:pt x="152340" y="118289"/>
                  <a:pt x="153144" y="114211"/>
                  <a:pt x="151656" y="110639"/>
                </a:cubicBezTo>
                <a:cubicBezTo>
                  <a:pt x="150168" y="107067"/>
                  <a:pt x="146715" y="104775"/>
                  <a:pt x="142875" y="104775"/>
                </a:cubicBezTo>
                <a:lnTo>
                  <a:pt x="123825" y="104775"/>
                </a:lnTo>
                <a:lnTo>
                  <a:pt x="123825" y="9525"/>
                </a:lnTo>
                <a:cubicBezTo>
                  <a:pt x="123825" y="4256"/>
                  <a:pt x="119569" y="0"/>
                  <a:pt x="114300" y="0"/>
                </a:cubicBezTo>
                <a:cubicBezTo>
                  <a:pt x="109031" y="0"/>
                  <a:pt x="104775" y="4256"/>
                  <a:pt x="104775" y="9525"/>
                </a:cubicBezTo>
                <a:lnTo>
                  <a:pt x="104775" y="104775"/>
                </a:lnTo>
                <a:lnTo>
                  <a:pt x="85725" y="104775"/>
                </a:lnTo>
                <a:cubicBezTo>
                  <a:pt x="81885" y="104775"/>
                  <a:pt x="78403" y="107097"/>
                  <a:pt x="76914" y="110669"/>
                </a:cubicBezTo>
                <a:cubicBezTo>
                  <a:pt x="75426" y="114240"/>
                  <a:pt x="76260" y="118318"/>
                  <a:pt x="78968" y="121057"/>
                </a:cubicBezTo>
                <a:lnTo>
                  <a:pt x="107543" y="149632"/>
                </a:lnTo>
                <a:cubicBezTo>
                  <a:pt x="111264" y="153353"/>
                  <a:pt x="117306" y="153353"/>
                  <a:pt x="121027" y="149632"/>
                </a:cubicBezTo>
                <a:close/>
                <a:moveTo>
                  <a:pt x="44827" y="2798"/>
                </a:moveTo>
                <a:cubicBezTo>
                  <a:pt x="41106" y="-923"/>
                  <a:pt x="35064" y="-923"/>
                  <a:pt x="31343" y="2798"/>
                </a:cubicBezTo>
                <a:lnTo>
                  <a:pt x="2768" y="31373"/>
                </a:lnTo>
                <a:cubicBezTo>
                  <a:pt x="30" y="34111"/>
                  <a:pt x="-774" y="38189"/>
                  <a:pt x="714" y="41761"/>
                </a:cubicBezTo>
                <a:cubicBezTo>
                  <a:pt x="2203" y="45333"/>
                  <a:pt x="5685" y="47625"/>
                  <a:pt x="9525" y="47625"/>
                </a:cubicBezTo>
                <a:lnTo>
                  <a:pt x="28575" y="47625"/>
                </a:lnTo>
                <a:lnTo>
                  <a:pt x="28575" y="142875"/>
                </a:lnTo>
                <a:cubicBezTo>
                  <a:pt x="28575" y="148144"/>
                  <a:pt x="32831" y="152400"/>
                  <a:pt x="38100" y="152400"/>
                </a:cubicBezTo>
                <a:cubicBezTo>
                  <a:pt x="43369" y="152400"/>
                  <a:pt x="47625" y="148144"/>
                  <a:pt x="47625" y="142875"/>
                </a:cubicBezTo>
                <a:lnTo>
                  <a:pt x="47625" y="47625"/>
                </a:lnTo>
                <a:lnTo>
                  <a:pt x="66675" y="47625"/>
                </a:lnTo>
                <a:cubicBezTo>
                  <a:pt x="70515" y="47625"/>
                  <a:pt x="73997" y="45303"/>
                  <a:pt x="75486" y="41731"/>
                </a:cubicBezTo>
                <a:cubicBezTo>
                  <a:pt x="76974" y="38160"/>
                  <a:pt x="76140" y="34082"/>
                  <a:pt x="73432" y="31343"/>
                </a:cubicBezTo>
                <a:lnTo>
                  <a:pt x="44857" y="2768"/>
                </a:lnTo>
                <a:close/>
              </a:path>
            </a:pathLst>
          </a:custGeom>
          <a:solidFill>
            <a:srgbClr val="F1F5F9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6448425" y="3019425"/>
            <a:ext cx="5124450" cy="609600"/>
          </a:xfrm>
          <a:custGeom>
            <a:rect b="b" l="l" r="r" t="t"/>
            <a:pathLst>
              <a:path extrusionOk="0" h="609600" w="5124450">
                <a:moveTo>
                  <a:pt x="114300" y="0"/>
                </a:moveTo>
                <a:lnTo>
                  <a:pt x="5010150" y="0"/>
                </a:lnTo>
                <a:cubicBezTo>
                  <a:pt x="5073234" y="0"/>
                  <a:pt x="5124450" y="51216"/>
                  <a:pt x="5124450" y="114300"/>
                </a:cubicBezTo>
                <a:lnTo>
                  <a:pt x="5124450" y="495300"/>
                </a:lnTo>
                <a:cubicBezTo>
                  <a:pt x="5124450" y="558384"/>
                  <a:pt x="5073234" y="609600"/>
                  <a:pt x="501015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6562725" y="3133725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6677025" y="3248025"/>
            <a:ext cx="152400" cy="152400"/>
          </a:xfrm>
          <a:custGeom>
            <a:rect b="b" l="l" r="r" t="t"/>
            <a:pathLst>
              <a:path extrusionOk="0" h="152400" w="152400">
                <a:moveTo>
                  <a:pt x="150197" y="34469"/>
                </a:moveTo>
                <a:cubicBezTo>
                  <a:pt x="150168" y="34409"/>
                  <a:pt x="150138" y="34320"/>
                  <a:pt x="150108" y="34260"/>
                </a:cubicBezTo>
                <a:cubicBezTo>
                  <a:pt x="150078" y="34141"/>
                  <a:pt x="150019" y="34022"/>
                  <a:pt x="149959" y="33903"/>
                </a:cubicBezTo>
                <a:cubicBezTo>
                  <a:pt x="149900" y="33844"/>
                  <a:pt x="149870" y="33754"/>
                  <a:pt x="149810" y="33695"/>
                </a:cubicBezTo>
                <a:cubicBezTo>
                  <a:pt x="149751" y="33605"/>
                  <a:pt x="149662" y="33516"/>
                  <a:pt x="149602" y="33427"/>
                </a:cubicBezTo>
                <a:cubicBezTo>
                  <a:pt x="149543" y="33367"/>
                  <a:pt x="149453" y="33308"/>
                  <a:pt x="149364" y="33248"/>
                </a:cubicBezTo>
                <a:cubicBezTo>
                  <a:pt x="149275" y="33189"/>
                  <a:pt x="149185" y="33099"/>
                  <a:pt x="149096" y="33040"/>
                </a:cubicBezTo>
                <a:lnTo>
                  <a:pt x="120432" y="16520"/>
                </a:lnTo>
                <a:cubicBezTo>
                  <a:pt x="120075" y="16312"/>
                  <a:pt x="119658" y="16193"/>
                  <a:pt x="119241" y="16193"/>
                </a:cubicBezTo>
                <a:cubicBezTo>
                  <a:pt x="118824" y="16193"/>
                  <a:pt x="118408" y="16312"/>
                  <a:pt x="118050" y="16520"/>
                </a:cubicBezTo>
                <a:lnTo>
                  <a:pt x="89386" y="33040"/>
                </a:lnTo>
                <a:cubicBezTo>
                  <a:pt x="89297" y="33099"/>
                  <a:pt x="89208" y="33159"/>
                  <a:pt x="89118" y="33248"/>
                </a:cubicBezTo>
                <a:cubicBezTo>
                  <a:pt x="89029" y="33308"/>
                  <a:pt x="88969" y="33367"/>
                  <a:pt x="88880" y="33427"/>
                </a:cubicBezTo>
                <a:cubicBezTo>
                  <a:pt x="88791" y="33516"/>
                  <a:pt x="88731" y="33605"/>
                  <a:pt x="88672" y="33695"/>
                </a:cubicBezTo>
                <a:cubicBezTo>
                  <a:pt x="88612" y="33754"/>
                  <a:pt x="88553" y="33814"/>
                  <a:pt x="88523" y="33903"/>
                </a:cubicBezTo>
                <a:cubicBezTo>
                  <a:pt x="88463" y="34022"/>
                  <a:pt x="88404" y="34141"/>
                  <a:pt x="88374" y="34260"/>
                </a:cubicBezTo>
                <a:cubicBezTo>
                  <a:pt x="88344" y="34320"/>
                  <a:pt x="88315" y="34379"/>
                  <a:pt x="88285" y="34469"/>
                </a:cubicBezTo>
                <a:cubicBezTo>
                  <a:pt x="88225" y="34677"/>
                  <a:pt x="88196" y="34885"/>
                  <a:pt x="88196" y="35094"/>
                </a:cubicBezTo>
                <a:lnTo>
                  <a:pt x="88196" y="66407"/>
                </a:lnTo>
                <a:lnTo>
                  <a:pt x="64324" y="80159"/>
                </a:lnTo>
                <a:lnTo>
                  <a:pt x="64324" y="18871"/>
                </a:lnTo>
                <a:cubicBezTo>
                  <a:pt x="64324" y="18663"/>
                  <a:pt x="64294" y="18455"/>
                  <a:pt x="64234" y="18246"/>
                </a:cubicBezTo>
                <a:cubicBezTo>
                  <a:pt x="64204" y="18187"/>
                  <a:pt x="64175" y="18127"/>
                  <a:pt x="64145" y="18038"/>
                </a:cubicBezTo>
                <a:cubicBezTo>
                  <a:pt x="64115" y="17919"/>
                  <a:pt x="64056" y="17800"/>
                  <a:pt x="63996" y="17681"/>
                </a:cubicBezTo>
                <a:cubicBezTo>
                  <a:pt x="63966" y="17591"/>
                  <a:pt x="63877" y="17532"/>
                  <a:pt x="63847" y="17472"/>
                </a:cubicBezTo>
                <a:cubicBezTo>
                  <a:pt x="63788" y="17383"/>
                  <a:pt x="63698" y="17294"/>
                  <a:pt x="63639" y="17205"/>
                </a:cubicBezTo>
                <a:cubicBezTo>
                  <a:pt x="63579" y="17145"/>
                  <a:pt x="63490" y="17085"/>
                  <a:pt x="63401" y="17026"/>
                </a:cubicBezTo>
                <a:cubicBezTo>
                  <a:pt x="63311" y="16966"/>
                  <a:pt x="63222" y="16877"/>
                  <a:pt x="63133" y="16818"/>
                </a:cubicBezTo>
                <a:lnTo>
                  <a:pt x="34469" y="327"/>
                </a:lnTo>
                <a:cubicBezTo>
                  <a:pt x="34111" y="119"/>
                  <a:pt x="33695" y="0"/>
                  <a:pt x="33278" y="0"/>
                </a:cubicBezTo>
                <a:cubicBezTo>
                  <a:pt x="32861" y="0"/>
                  <a:pt x="32445" y="119"/>
                  <a:pt x="32087" y="327"/>
                </a:cubicBezTo>
                <a:lnTo>
                  <a:pt x="3423" y="16818"/>
                </a:lnTo>
                <a:cubicBezTo>
                  <a:pt x="3334" y="16877"/>
                  <a:pt x="3244" y="16937"/>
                  <a:pt x="3155" y="17026"/>
                </a:cubicBezTo>
                <a:cubicBezTo>
                  <a:pt x="3066" y="17085"/>
                  <a:pt x="3006" y="17145"/>
                  <a:pt x="2917" y="17205"/>
                </a:cubicBezTo>
                <a:cubicBezTo>
                  <a:pt x="2828" y="17294"/>
                  <a:pt x="2768" y="17383"/>
                  <a:pt x="2709" y="17472"/>
                </a:cubicBezTo>
                <a:cubicBezTo>
                  <a:pt x="2649" y="17562"/>
                  <a:pt x="2590" y="17621"/>
                  <a:pt x="2530" y="17681"/>
                </a:cubicBezTo>
                <a:cubicBezTo>
                  <a:pt x="2471" y="17800"/>
                  <a:pt x="2411" y="17919"/>
                  <a:pt x="2381" y="18038"/>
                </a:cubicBezTo>
                <a:cubicBezTo>
                  <a:pt x="2351" y="18098"/>
                  <a:pt x="2322" y="18157"/>
                  <a:pt x="2292" y="18246"/>
                </a:cubicBezTo>
                <a:cubicBezTo>
                  <a:pt x="2232" y="18455"/>
                  <a:pt x="2203" y="18663"/>
                  <a:pt x="2203" y="18871"/>
                </a:cubicBezTo>
                <a:lnTo>
                  <a:pt x="2203" y="117009"/>
                </a:lnTo>
                <a:cubicBezTo>
                  <a:pt x="2203" y="117425"/>
                  <a:pt x="2322" y="117842"/>
                  <a:pt x="2530" y="118199"/>
                </a:cubicBezTo>
                <a:cubicBezTo>
                  <a:pt x="2738" y="118556"/>
                  <a:pt x="3036" y="118854"/>
                  <a:pt x="3393" y="119062"/>
                </a:cubicBezTo>
                <a:lnTo>
                  <a:pt x="60722" y="152073"/>
                </a:lnTo>
                <a:cubicBezTo>
                  <a:pt x="60841" y="152132"/>
                  <a:pt x="60990" y="152192"/>
                  <a:pt x="61109" y="152221"/>
                </a:cubicBezTo>
                <a:cubicBezTo>
                  <a:pt x="61168" y="152251"/>
                  <a:pt x="61228" y="152281"/>
                  <a:pt x="61287" y="152311"/>
                </a:cubicBezTo>
                <a:cubicBezTo>
                  <a:pt x="61674" y="152430"/>
                  <a:pt x="62121" y="152430"/>
                  <a:pt x="62508" y="152311"/>
                </a:cubicBezTo>
                <a:cubicBezTo>
                  <a:pt x="62567" y="152281"/>
                  <a:pt x="62627" y="152251"/>
                  <a:pt x="62686" y="152251"/>
                </a:cubicBezTo>
                <a:cubicBezTo>
                  <a:pt x="62835" y="152192"/>
                  <a:pt x="62984" y="152162"/>
                  <a:pt x="63103" y="152073"/>
                </a:cubicBezTo>
                <a:lnTo>
                  <a:pt x="120432" y="119092"/>
                </a:lnTo>
                <a:cubicBezTo>
                  <a:pt x="120789" y="118884"/>
                  <a:pt x="121087" y="118586"/>
                  <a:pt x="121295" y="118229"/>
                </a:cubicBezTo>
                <a:cubicBezTo>
                  <a:pt x="121503" y="117872"/>
                  <a:pt x="121622" y="117455"/>
                  <a:pt x="121622" y="117038"/>
                </a:cubicBezTo>
                <a:lnTo>
                  <a:pt x="121622" y="85695"/>
                </a:lnTo>
                <a:lnTo>
                  <a:pt x="149066" y="69890"/>
                </a:lnTo>
                <a:cubicBezTo>
                  <a:pt x="149423" y="69681"/>
                  <a:pt x="149721" y="69384"/>
                  <a:pt x="149929" y="68997"/>
                </a:cubicBezTo>
                <a:cubicBezTo>
                  <a:pt x="150138" y="68610"/>
                  <a:pt x="150257" y="68223"/>
                  <a:pt x="150257" y="67806"/>
                </a:cubicBezTo>
                <a:lnTo>
                  <a:pt x="150257" y="35123"/>
                </a:lnTo>
                <a:cubicBezTo>
                  <a:pt x="150257" y="34915"/>
                  <a:pt x="150227" y="34707"/>
                  <a:pt x="150197" y="34498"/>
                </a:cubicBezTo>
                <a:close/>
                <a:moveTo>
                  <a:pt x="33278" y="5149"/>
                </a:moveTo>
                <a:lnTo>
                  <a:pt x="57150" y="18871"/>
                </a:lnTo>
                <a:lnTo>
                  <a:pt x="33278" y="32623"/>
                </a:lnTo>
                <a:lnTo>
                  <a:pt x="9406" y="18871"/>
                </a:lnTo>
                <a:lnTo>
                  <a:pt x="33278" y="5120"/>
                </a:lnTo>
                <a:close/>
                <a:moveTo>
                  <a:pt x="59531" y="23009"/>
                </a:moveTo>
                <a:lnTo>
                  <a:pt x="59531" y="82927"/>
                </a:lnTo>
                <a:cubicBezTo>
                  <a:pt x="49649" y="88612"/>
                  <a:pt x="41702" y="93196"/>
                  <a:pt x="35659" y="96679"/>
                </a:cubicBezTo>
                <a:lnTo>
                  <a:pt x="35659" y="36761"/>
                </a:lnTo>
                <a:cubicBezTo>
                  <a:pt x="45541" y="31075"/>
                  <a:pt x="53489" y="26491"/>
                  <a:pt x="59531" y="23009"/>
                </a:cubicBezTo>
                <a:close/>
                <a:moveTo>
                  <a:pt x="59531" y="145881"/>
                </a:moveTo>
                <a:lnTo>
                  <a:pt x="6995" y="115639"/>
                </a:lnTo>
                <a:lnTo>
                  <a:pt x="6995" y="23009"/>
                </a:lnTo>
                <a:cubicBezTo>
                  <a:pt x="13037" y="26491"/>
                  <a:pt x="21015" y="31075"/>
                  <a:pt x="30867" y="36761"/>
                </a:cubicBezTo>
                <a:lnTo>
                  <a:pt x="30867" y="100816"/>
                </a:lnTo>
                <a:cubicBezTo>
                  <a:pt x="30867" y="100905"/>
                  <a:pt x="30897" y="100995"/>
                  <a:pt x="30897" y="101084"/>
                </a:cubicBezTo>
                <a:cubicBezTo>
                  <a:pt x="30897" y="101203"/>
                  <a:pt x="30926" y="101322"/>
                  <a:pt x="30956" y="101441"/>
                </a:cubicBezTo>
                <a:cubicBezTo>
                  <a:pt x="30986" y="101531"/>
                  <a:pt x="31016" y="101620"/>
                  <a:pt x="31075" y="101709"/>
                </a:cubicBezTo>
                <a:cubicBezTo>
                  <a:pt x="31105" y="101798"/>
                  <a:pt x="31165" y="101917"/>
                  <a:pt x="31194" y="102007"/>
                </a:cubicBezTo>
                <a:cubicBezTo>
                  <a:pt x="31254" y="102096"/>
                  <a:pt x="31313" y="102156"/>
                  <a:pt x="31373" y="102245"/>
                </a:cubicBezTo>
                <a:cubicBezTo>
                  <a:pt x="31433" y="102334"/>
                  <a:pt x="31492" y="102424"/>
                  <a:pt x="31581" y="102483"/>
                </a:cubicBezTo>
                <a:cubicBezTo>
                  <a:pt x="31641" y="102543"/>
                  <a:pt x="31730" y="102602"/>
                  <a:pt x="31819" y="102662"/>
                </a:cubicBezTo>
                <a:cubicBezTo>
                  <a:pt x="31909" y="102721"/>
                  <a:pt x="31998" y="102810"/>
                  <a:pt x="32087" y="102870"/>
                </a:cubicBezTo>
                <a:lnTo>
                  <a:pt x="59531" y="118408"/>
                </a:lnTo>
                <a:lnTo>
                  <a:pt x="59561" y="145911"/>
                </a:lnTo>
                <a:close/>
                <a:moveTo>
                  <a:pt x="61912" y="114270"/>
                </a:moveTo>
                <a:lnTo>
                  <a:pt x="38100" y="100786"/>
                </a:lnTo>
                <a:cubicBezTo>
                  <a:pt x="54382" y="91410"/>
                  <a:pt x="71884" y="81349"/>
                  <a:pt x="90577" y="70574"/>
                </a:cubicBezTo>
                <a:lnTo>
                  <a:pt x="114419" y="84296"/>
                </a:lnTo>
                <a:cubicBezTo>
                  <a:pt x="105668" y="89297"/>
                  <a:pt x="88166" y="99268"/>
                  <a:pt x="61912" y="114270"/>
                </a:cubicBezTo>
                <a:close/>
                <a:moveTo>
                  <a:pt x="116830" y="115639"/>
                </a:moveTo>
                <a:lnTo>
                  <a:pt x="64294" y="145881"/>
                </a:lnTo>
                <a:lnTo>
                  <a:pt x="64294" y="118408"/>
                </a:lnTo>
                <a:cubicBezTo>
                  <a:pt x="94476" y="101203"/>
                  <a:pt x="111978" y="91202"/>
                  <a:pt x="116830" y="88404"/>
                </a:cubicBezTo>
                <a:lnTo>
                  <a:pt x="116830" y="115610"/>
                </a:lnTo>
                <a:close/>
                <a:moveTo>
                  <a:pt x="116830" y="80189"/>
                </a:moveTo>
                <a:cubicBezTo>
                  <a:pt x="110788" y="76736"/>
                  <a:pt x="102810" y="72152"/>
                  <a:pt x="92958" y="66467"/>
                </a:cubicBezTo>
                <a:lnTo>
                  <a:pt x="92958" y="39261"/>
                </a:lnTo>
                <a:cubicBezTo>
                  <a:pt x="99000" y="42743"/>
                  <a:pt x="106978" y="47327"/>
                  <a:pt x="116830" y="53013"/>
                </a:cubicBezTo>
                <a:lnTo>
                  <a:pt x="116830" y="80189"/>
                </a:lnTo>
                <a:close/>
                <a:moveTo>
                  <a:pt x="119211" y="48845"/>
                </a:moveTo>
                <a:lnTo>
                  <a:pt x="95339" y="35094"/>
                </a:lnTo>
                <a:lnTo>
                  <a:pt x="119211" y="21342"/>
                </a:lnTo>
                <a:lnTo>
                  <a:pt x="143083" y="35064"/>
                </a:lnTo>
                <a:lnTo>
                  <a:pt x="119211" y="48816"/>
                </a:lnTo>
                <a:close/>
                <a:moveTo>
                  <a:pt x="121593" y="80189"/>
                </a:moveTo>
                <a:lnTo>
                  <a:pt x="121593" y="53013"/>
                </a:lnTo>
                <a:cubicBezTo>
                  <a:pt x="131475" y="47327"/>
                  <a:pt x="139452" y="42743"/>
                  <a:pt x="145494" y="39261"/>
                </a:cubicBezTo>
                <a:lnTo>
                  <a:pt x="145494" y="66467"/>
                </a:lnTo>
                <a:lnTo>
                  <a:pt x="121593" y="80218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7058025" y="3228975"/>
            <a:ext cx="1076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Laravel Backend</a:t>
            </a:r>
            <a:endParaRPr b="0" i="0" sz="1600" u="none" cap="none" strike="noStrike"/>
          </a:p>
        </p:txBody>
      </p:sp>
      <p:sp>
        <p:nvSpPr>
          <p:cNvPr id="69" name="Google Shape;69;p2"/>
          <p:cNvSpPr/>
          <p:nvPr/>
        </p:nvSpPr>
        <p:spPr>
          <a:xfrm>
            <a:off x="8934450" y="3743325"/>
            <a:ext cx="152400" cy="152400"/>
          </a:xfrm>
          <a:custGeom>
            <a:rect b="b" l="l" r="r" t="t"/>
            <a:pathLst>
              <a:path extrusionOk="0" h="152400" w="152400">
                <a:moveTo>
                  <a:pt x="121027" y="149602"/>
                </a:moveTo>
                <a:lnTo>
                  <a:pt x="149602" y="121027"/>
                </a:lnTo>
                <a:cubicBezTo>
                  <a:pt x="152340" y="118289"/>
                  <a:pt x="153144" y="114211"/>
                  <a:pt x="151656" y="110639"/>
                </a:cubicBezTo>
                <a:cubicBezTo>
                  <a:pt x="150168" y="107067"/>
                  <a:pt x="146715" y="104775"/>
                  <a:pt x="142875" y="104775"/>
                </a:cubicBezTo>
                <a:lnTo>
                  <a:pt x="123825" y="104775"/>
                </a:lnTo>
                <a:lnTo>
                  <a:pt x="123825" y="9525"/>
                </a:lnTo>
                <a:cubicBezTo>
                  <a:pt x="123825" y="4256"/>
                  <a:pt x="119569" y="0"/>
                  <a:pt x="114300" y="0"/>
                </a:cubicBezTo>
                <a:cubicBezTo>
                  <a:pt x="109031" y="0"/>
                  <a:pt x="104775" y="4256"/>
                  <a:pt x="104775" y="9525"/>
                </a:cubicBezTo>
                <a:lnTo>
                  <a:pt x="104775" y="104775"/>
                </a:lnTo>
                <a:lnTo>
                  <a:pt x="85725" y="104775"/>
                </a:lnTo>
                <a:cubicBezTo>
                  <a:pt x="81885" y="104775"/>
                  <a:pt x="78403" y="107097"/>
                  <a:pt x="76914" y="110669"/>
                </a:cubicBezTo>
                <a:cubicBezTo>
                  <a:pt x="75426" y="114240"/>
                  <a:pt x="76260" y="118318"/>
                  <a:pt x="78968" y="121057"/>
                </a:cubicBezTo>
                <a:lnTo>
                  <a:pt x="107543" y="149632"/>
                </a:lnTo>
                <a:cubicBezTo>
                  <a:pt x="111264" y="153353"/>
                  <a:pt x="117306" y="153353"/>
                  <a:pt x="121027" y="149632"/>
                </a:cubicBezTo>
                <a:close/>
                <a:moveTo>
                  <a:pt x="44827" y="2798"/>
                </a:moveTo>
                <a:cubicBezTo>
                  <a:pt x="41106" y="-923"/>
                  <a:pt x="35064" y="-923"/>
                  <a:pt x="31343" y="2798"/>
                </a:cubicBezTo>
                <a:lnTo>
                  <a:pt x="2768" y="31373"/>
                </a:lnTo>
                <a:cubicBezTo>
                  <a:pt x="30" y="34111"/>
                  <a:pt x="-774" y="38189"/>
                  <a:pt x="714" y="41761"/>
                </a:cubicBezTo>
                <a:cubicBezTo>
                  <a:pt x="2203" y="45333"/>
                  <a:pt x="5685" y="47625"/>
                  <a:pt x="9525" y="47625"/>
                </a:cubicBezTo>
                <a:lnTo>
                  <a:pt x="28575" y="47625"/>
                </a:lnTo>
                <a:lnTo>
                  <a:pt x="28575" y="142875"/>
                </a:lnTo>
                <a:cubicBezTo>
                  <a:pt x="28575" y="148144"/>
                  <a:pt x="32831" y="152400"/>
                  <a:pt x="38100" y="152400"/>
                </a:cubicBezTo>
                <a:cubicBezTo>
                  <a:pt x="43369" y="152400"/>
                  <a:pt x="47625" y="148144"/>
                  <a:pt x="47625" y="142875"/>
                </a:cubicBezTo>
                <a:lnTo>
                  <a:pt x="47625" y="47625"/>
                </a:lnTo>
                <a:lnTo>
                  <a:pt x="66675" y="47625"/>
                </a:lnTo>
                <a:cubicBezTo>
                  <a:pt x="70515" y="47625"/>
                  <a:pt x="73997" y="45303"/>
                  <a:pt x="75486" y="41731"/>
                </a:cubicBezTo>
                <a:cubicBezTo>
                  <a:pt x="76974" y="38160"/>
                  <a:pt x="76140" y="34082"/>
                  <a:pt x="73432" y="31343"/>
                </a:cubicBezTo>
                <a:lnTo>
                  <a:pt x="44857" y="2768"/>
                </a:lnTo>
                <a:close/>
              </a:path>
            </a:pathLst>
          </a:custGeom>
          <a:solidFill>
            <a:srgbClr val="F1F5F9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6448425" y="4010025"/>
            <a:ext cx="5124450" cy="609600"/>
          </a:xfrm>
          <a:custGeom>
            <a:rect b="b" l="l" r="r" t="t"/>
            <a:pathLst>
              <a:path extrusionOk="0" h="609600" w="5124450">
                <a:moveTo>
                  <a:pt x="114300" y="0"/>
                </a:moveTo>
                <a:lnTo>
                  <a:pt x="5010150" y="0"/>
                </a:lnTo>
                <a:cubicBezTo>
                  <a:pt x="5073234" y="0"/>
                  <a:pt x="5124450" y="51216"/>
                  <a:pt x="5124450" y="114300"/>
                </a:cubicBezTo>
                <a:lnTo>
                  <a:pt x="5124450" y="495300"/>
                </a:lnTo>
                <a:cubicBezTo>
                  <a:pt x="5124450" y="558384"/>
                  <a:pt x="5073234" y="609600"/>
                  <a:pt x="501015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6562725" y="4124325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6686550" y="4238625"/>
            <a:ext cx="133350" cy="152400"/>
          </a:xfrm>
          <a:custGeom>
            <a:rect b="b" l="l" r="r" t="t"/>
            <a:pathLst>
              <a:path extrusionOk="0" h="152400" w="13335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7058025" y="4219575"/>
            <a:ext cx="1123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MySQL Database</a:t>
            </a:r>
            <a:endParaRPr b="0" i="0" sz="1600" u="none" cap="none" strike="noStrike"/>
          </a:p>
        </p:txBody>
      </p:sp>
      <p:sp>
        <p:nvSpPr>
          <p:cNvPr id="74" name="Google Shape;74;p2"/>
          <p:cNvSpPr/>
          <p:nvPr/>
        </p:nvSpPr>
        <p:spPr>
          <a:xfrm>
            <a:off x="6453188" y="4776788"/>
            <a:ext cx="5114925" cy="466725"/>
          </a:xfrm>
          <a:custGeom>
            <a:rect b="b" l="l" r="r" t="t"/>
            <a:pathLst>
              <a:path extrusionOk="0" h="466725" w="5114925">
                <a:moveTo>
                  <a:pt x="76202" y="0"/>
                </a:moveTo>
                <a:lnTo>
                  <a:pt x="5038723" y="0"/>
                </a:lnTo>
                <a:cubicBezTo>
                  <a:pt x="5080808" y="0"/>
                  <a:pt x="5114925" y="34117"/>
                  <a:pt x="5114925" y="76202"/>
                </a:cubicBezTo>
                <a:lnTo>
                  <a:pt x="5114925" y="390523"/>
                </a:lnTo>
                <a:cubicBezTo>
                  <a:pt x="5114925" y="432608"/>
                  <a:pt x="5080808" y="466725"/>
                  <a:pt x="503872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cap="flat" cmpd="sng" w="12700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7962900" y="493395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6724650" y="489585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Data Tersimpan Permanen</a:t>
            </a:r>
            <a:endParaRPr b="0" i="0" sz="1600" u="none" cap="none" strike="noStrike"/>
          </a:p>
        </p:txBody>
      </p:sp>
      <p:sp>
        <p:nvSpPr>
          <p:cNvPr id="77" name="Google Shape;77;p2"/>
          <p:cNvSpPr/>
          <p:nvPr/>
        </p:nvSpPr>
        <p:spPr>
          <a:xfrm>
            <a:off x="385763" y="5643563"/>
            <a:ext cx="11420475" cy="1076325"/>
          </a:xfrm>
          <a:custGeom>
            <a:rect b="b" l="l" r="r" t="t"/>
            <a:pathLst>
              <a:path extrusionOk="0" h="1076325" w="11420475">
                <a:moveTo>
                  <a:pt x="114295" y="0"/>
                </a:moveTo>
                <a:lnTo>
                  <a:pt x="11306180" y="0"/>
                </a:lnTo>
                <a:cubicBezTo>
                  <a:pt x="11369303" y="0"/>
                  <a:pt x="11420475" y="51172"/>
                  <a:pt x="11420475" y="114295"/>
                </a:cubicBezTo>
                <a:lnTo>
                  <a:pt x="11420475" y="962030"/>
                </a:lnTo>
                <a:cubicBezTo>
                  <a:pt x="11420475" y="1025153"/>
                  <a:pt x="11369303" y="1076325"/>
                  <a:pt x="11306180" y="1076325"/>
                </a:cubicBezTo>
                <a:lnTo>
                  <a:pt x="114295" y="1076325"/>
                </a:lnTo>
                <a:cubicBezTo>
                  <a:pt x="51172" y="1076325"/>
                  <a:pt x="0" y="1025153"/>
                  <a:pt x="0" y="9620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>
            <a:gsLst>
              <a:gs pos="0">
                <a:srgbClr val="3B82F6">
                  <a:alpha val="10196"/>
                </a:srgbClr>
              </a:gs>
              <a:gs pos="100000">
                <a:srgbClr val="10B981">
                  <a:alpha val="10196"/>
                </a:srgbClr>
              </a:gs>
            </a:gsLst>
            <a:lin ang="0" scaled="0"/>
          </a:gradFill>
          <a:ln cap="flat" cmpd="sng" w="12700">
            <a:solidFill>
              <a:srgbClr val="3B82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566738" y="5848350"/>
            <a:ext cx="171450" cy="171450"/>
          </a:xfrm>
          <a:custGeom>
            <a:rect b="b" l="l" r="r" t="t"/>
            <a:pathLst>
              <a:path extrusionOk="0" h="171450" w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762000" y="5800725"/>
            <a:ext cx="10972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Misi Hari Ini</a:t>
            </a:r>
            <a:endParaRPr b="0" i="0" sz="1600" u="none" cap="none" strike="noStrike"/>
          </a:p>
        </p:txBody>
      </p:sp>
      <p:sp>
        <p:nvSpPr>
          <p:cNvPr id="80" name="Google Shape;80;p2"/>
          <p:cNvSpPr/>
          <p:nvPr/>
        </p:nvSpPr>
        <p:spPr>
          <a:xfrm>
            <a:off x="542925" y="6200775"/>
            <a:ext cx="228600" cy="228600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514350" y="6200775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/>
          </a:p>
        </p:txBody>
      </p:sp>
      <p:sp>
        <p:nvSpPr>
          <p:cNvPr id="82" name="Google Shape;82;p2"/>
          <p:cNvSpPr/>
          <p:nvPr/>
        </p:nvSpPr>
        <p:spPr>
          <a:xfrm>
            <a:off x="847725" y="6181725"/>
            <a:ext cx="24288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Bangun </a:t>
            </a:r>
            <a:r>
              <a:rPr b="1" i="0" lang="en-US" sz="10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gudang penyimpanan</a:t>
            </a: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(Database MySQL)</a:t>
            </a:r>
            <a:endParaRPr b="0" i="0" sz="1600" u="none" cap="none" strike="noStrike"/>
          </a:p>
        </p:txBody>
      </p:sp>
      <p:sp>
        <p:nvSpPr>
          <p:cNvPr id="83" name="Google Shape;83;p2"/>
          <p:cNvSpPr/>
          <p:nvPr/>
        </p:nvSpPr>
        <p:spPr>
          <a:xfrm>
            <a:off x="3357563" y="6200775"/>
            <a:ext cx="228600" cy="228600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3328988" y="6200775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/>
          </a:p>
        </p:txBody>
      </p:sp>
      <p:sp>
        <p:nvSpPr>
          <p:cNvPr id="85" name="Google Shape;85;p2"/>
          <p:cNvSpPr/>
          <p:nvPr/>
        </p:nvSpPr>
        <p:spPr>
          <a:xfrm>
            <a:off x="3662362" y="6181725"/>
            <a:ext cx="2400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Buat </a:t>
            </a:r>
            <a:r>
              <a:rPr b="1" i="0" lang="en-US" sz="105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pengurus data</a:t>
            </a: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(Laravel Backend)</a:t>
            </a:r>
            <a:endParaRPr b="0" i="0" sz="1600" u="none" cap="none" strike="noStrike"/>
          </a:p>
        </p:txBody>
      </p:sp>
      <p:sp>
        <p:nvSpPr>
          <p:cNvPr id="86" name="Google Shape;86;p2"/>
          <p:cNvSpPr/>
          <p:nvPr/>
        </p:nvSpPr>
        <p:spPr>
          <a:xfrm>
            <a:off x="6172200" y="6200775"/>
            <a:ext cx="228600" cy="228600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6143625" y="6200775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/>
          </a:p>
        </p:txBody>
      </p:sp>
      <p:sp>
        <p:nvSpPr>
          <p:cNvPr id="88" name="Google Shape;88;p2"/>
          <p:cNvSpPr/>
          <p:nvPr/>
        </p:nvSpPr>
        <p:spPr>
          <a:xfrm>
            <a:off x="6477000" y="6181725"/>
            <a:ext cx="22002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Hubungkan </a:t>
            </a:r>
            <a:r>
              <a:rPr b="1" i="0" lang="en-US" sz="10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rumah ke gudang</a:t>
            </a: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(API)</a:t>
            </a:r>
            <a:endParaRPr b="0" i="0" sz="1600" u="none" cap="none" strike="noStrike"/>
          </a:p>
        </p:txBody>
      </p:sp>
      <p:sp>
        <p:nvSpPr>
          <p:cNvPr id="89" name="Google Shape;89;p2"/>
          <p:cNvSpPr/>
          <p:nvPr/>
        </p:nvSpPr>
        <p:spPr>
          <a:xfrm>
            <a:off x="8986838" y="6200775"/>
            <a:ext cx="228600" cy="228600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AD4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8958263" y="6200775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/>
          </a:p>
        </p:txBody>
      </p:sp>
      <p:sp>
        <p:nvSpPr>
          <p:cNvPr id="91" name="Google Shape;91;p2"/>
          <p:cNvSpPr/>
          <p:nvPr/>
        </p:nvSpPr>
        <p:spPr>
          <a:xfrm>
            <a:off x="9291638" y="6181725"/>
            <a:ext cx="24288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27AFF"/>
                </a:solidFill>
                <a:latin typeface="Arial"/>
                <a:ea typeface="Arial"/>
                <a:cs typeface="Arial"/>
                <a:sym typeface="Arial"/>
              </a:rPr>
              <a:t>Hasil:</a:t>
            </a: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Buka dari HP &amp; Laptop, data sama!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KONSEP DASAR</a:t>
            </a:r>
            <a:endParaRPr b="0" i="0" sz="1600" u="none" cap="none" strike="noStrike"/>
          </a:p>
        </p:txBody>
      </p:sp>
      <p:sp>
        <p:nvSpPr>
          <p:cNvPr id="98" name="Google Shape;98;p3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Arsitektur Client-Server</a:t>
            </a:r>
            <a:endParaRPr b="0" i="0" sz="1600" u="none" cap="none" strike="noStrike"/>
          </a:p>
        </p:txBody>
      </p:sp>
      <p:sp>
        <p:nvSpPr>
          <p:cNvPr id="99" name="Google Shape;99;p3"/>
          <p:cNvSpPr/>
          <p:nvPr/>
        </p:nvSpPr>
        <p:spPr>
          <a:xfrm>
            <a:off x="385763" y="1195388"/>
            <a:ext cx="11420475" cy="3419475"/>
          </a:xfrm>
          <a:custGeom>
            <a:rect b="b" l="l" r="r" t="t"/>
            <a:pathLst>
              <a:path extrusionOk="0" h="3419475" w="11420475">
                <a:moveTo>
                  <a:pt x="152406" y="0"/>
                </a:moveTo>
                <a:lnTo>
                  <a:pt x="11268069" y="0"/>
                </a:lnTo>
                <a:cubicBezTo>
                  <a:pt x="11352184" y="0"/>
                  <a:pt x="11420475" y="68291"/>
                  <a:pt x="11420475" y="152406"/>
                </a:cubicBezTo>
                <a:lnTo>
                  <a:pt x="11420475" y="3267069"/>
                </a:lnTo>
                <a:cubicBezTo>
                  <a:pt x="11420475" y="3351184"/>
                  <a:pt x="11352184" y="3419475"/>
                  <a:pt x="11268069" y="3419475"/>
                </a:cubicBezTo>
                <a:lnTo>
                  <a:pt x="152406" y="3419475"/>
                </a:lnTo>
                <a:cubicBezTo>
                  <a:pt x="68291" y="3419475"/>
                  <a:pt x="0" y="3351184"/>
                  <a:pt x="0" y="326706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3B82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628650" y="1438275"/>
            <a:ext cx="4572000" cy="2000250"/>
          </a:xfrm>
          <a:custGeom>
            <a:rect b="b" l="l" r="r" t="t"/>
            <a:pathLst>
              <a:path extrusionOk="0" h="2000250" w="4572000">
                <a:moveTo>
                  <a:pt x="114294" y="0"/>
                </a:moveTo>
                <a:lnTo>
                  <a:pt x="4457706" y="0"/>
                </a:lnTo>
                <a:cubicBezTo>
                  <a:pt x="4520786" y="0"/>
                  <a:pt x="4572000" y="51214"/>
                  <a:pt x="4572000" y="114294"/>
                </a:cubicBezTo>
                <a:lnTo>
                  <a:pt x="4572000" y="1885956"/>
                </a:lnTo>
                <a:cubicBezTo>
                  <a:pt x="4572000" y="1949036"/>
                  <a:pt x="4520786" y="2000250"/>
                  <a:pt x="4457706" y="2000250"/>
                </a:cubicBezTo>
                <a:lnTo>
                  <a:pt x="114294" y="2000250"/>
                </a:lnTo>
                <a:cubicBezTo>
                  <a:pt x="51214" y="2000250"/>
                  <a:pt x="0" y="1949036"/>
                  <a:pt x="0" y="188595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0F172A"/>
          </a:solidFill>
          <a:ln cap="flat" cmpd="sng" w="25400">
            <a:solidFill>
              <a:srgbClr val="3B82F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828675" y="1638300"/>
            <a:ext cx="533400" cy="533400"/>
          </a:xfrm>
          <a:custGeom>
            <a:rect b="b" l="l" r="r" t="t"/>
            <a:pathLst>
              <a:path extrusionOk="0"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981075" y="1790700"/>
            <a:ext cx="228600" cy="228600"/>
          </a:xfrm>
          <a:custGeom>
            <a:rect b="b" l="l" r="r" t="t"/>
            <a:pathLst>
              <a:path extrusionOk="0" h="228600" w="228600">
                <a:moveTo>
                  <a:pt x="186720" y="79117"/>
                </a:moveTo>
                <a:cubicBezTo>
                  <a:pt x="184309" y="78313"/>
                  <a:pt x="181898" y="77554"/>
                  <a:pt x="179487" y="76840"/>
                </a:cubicBezTo>
                <a:cubicBezTo>
                  <a:pt x="179889" y="75188"/>
                  <a:pt x="180246" y="73536"/>
                  <a:pt x="180603" y="71884"/>
                </a:cubicBezTo>
                <a:cubicBezTo>
                  <a:pt x="186095" y="45274"/>
                  <a:pt x="182478" y="23887"/>
                  <a:pt x="170289" y="16832"/>
                </a:cubicBezTo>
                <a:cubicBezTo>
                  <a:pt x="158547" y="10091"/>
                  <a:pt x="139392" y="17100"/>
                  <a:pt x="120015" y="33977"/>
                </a:cubicBezTo>
                <a:cubicBezTo>
                  <a:pt x="118095" y="35629"/>
                  <a:pt x="116220" y="37371"/>
                  <a:pt x="114434" y="39112"/>
                </a:cubicBezTo>
                <a:cubicBezTo>
                  <a:pt x="113228" y="37951"/>
                  <a:pt x="111978" y="36790"/>
                  <a:pt x="110728" y="35674"/>
                </a:cubicBezTo>
                <a:cubicBezTo>
                  <a:pt x="90413" y="17636"/>
                  <a:pt x="70053" y="10046"/>
                  <a:pt x="57864" y="17145"/>
                </a:cubicBezTo>
                <a:cubicBezTo>
                  <a:pt x="46166" y="23932"/>
                  <a:pt x="42684" y="44068"/>
                  <a:pt x="47595" y="69250"/>
                </a:cubicBezTo>
                <a:cubicBezTo>
                  <a:pt x="48086" y="71750"/>
                  <a:pt x="48622" y="74206"/>
                  <a:pt x="49247" y="76706"/>
                </a:cubicBezTo>
                <a:cubicBezTo>
                  <a:pt x="46390" y="77510"/>
                  <a:pt x="43577" y="78403"/>
                  <a:pt x="40943" y="79340"/>
                </a:cubicBezTo>
                <a:cubicBezTo>
                  <a:pt x="17100" y="87600"/>
                  <a:pt x="0" y="100638"/>
                  <a:pt x="0" y="114121"/>
                </a:cubicBezTo>
                <a:cubicBezTo>
                  <a:pt x="0" y="128052"/>
                  <a:pt x="18217" y="142027"/>
                  <a:pt x="42996" y="150510"/>
                </a:cubicBezTo>
                <a:cubicBezTo>
                  <a:pt x="45006" y="151180"/>
                  <a:pt x="47015" y="151849"/>
                  <a:pt x="49069" y="152430"/>
                </a:cubicBezTo>
                <a:cubicBezTo>
                  <a:pt x="48399" y="155109"/>
                  <a:pt x="47818" y="157743"/>
                  <a:pt x="47283" y="160466"/>
                </a:cubicBezTo>
                <a:cubicBezTo>
                  <a:pt x="42595" y="185246"/>
                  <a:pt x="46256" y="204892"/>
                  <a:pt x="57954" y="211634"/>
                </a:cubicBezTo>
                <a:cubicBezTo>
                  <a:pt x="70009" y="218599"/>
                  <a:pt x="90279" y="211455"/>
                  <a:pt x="110014" y="194176"/>
                </a:cubicBezTo>
                <a:cubicBezTo>
                  <a:pt x="111576" y="192792"/>
                  <a:pt x="113139" y="191363"/>
                  <a:pt x="114702" y="189845"/>
                </a:cubicBezTo>
                <a:cubicBezTo>
                  <a:pt x="116666" y="191765"/>
                  <a:pt x="118720" y="193596"/>
                  <a:pt x="120774" y="195382"/>
                </a:cubicBezTo>
                <a:cubicBezTo>
                  <a:pt x="139884" y="211812"/>
                  <a:pt x="158770" y="218465"/>
                  <a:pt x="170423" y="211723"/>
                </a:cubicBezTo>
                <a:cubicBezTo>
                  <a:pt x="182478" y="204758"/>
                  <a:pt x="186407" y="183639"/>
                  <a:pt x="181317" y="157922"/>
                </a:cubicBezTo>
                <a:cubicBezTo>
                  <a:pt x="180915" y="155957"/>
                  <a:pt x="180469" y="153948"/>
                  <a:pt x="179978" y="151894"/>
                </a:cubicBezTo>
                <a:cubicBezTo>
                  <a:pt x="181407" y="151492"/>
                  <a:pt x="182791" y="151046"/>
                  <a:pt x="184175" y="150599"/>
                </a:cubicBezTo>
                <a:cubicBezTo>
                  <a:pt x="209937" y="142071"/>
                  <a:pt x="228600" y="128275"/>
                  <a:pt x="228600" y="114121"/>
                </a:cubicBezTo>
                <a:cubicBezTo>
                  <a:pt x="228600" y="100593"/>
                  <a:pt x="211009" y="87466"/>
                  <a:pt x="186720" y="79117"/>
                </a:cubicBezTo>
                <a:close/>
                <a:moveTo>
                  <a:pt x="126310" y="41211"/>
                </a:moveTo>
                <a:cubicBezTo>
                  <a:pt x="142920" y="26744"/>
                  <a:pt x="158413" y="21074"/>
                  <a:pt x="165467" y="25137"/>
                </a:cubicBezTo>
                <a:cubicBezTo>
                  <a:pt x="173013" y="29468"/>
                  <a:pt x="175915" y="46970"/>
                  <a:pt x="171182" y="69964"/>
                </a:cubicBezTo>
                <a:cubicBezTo>
                  <a:pt x="170870" y="71482"/>
                  <a:pt x="170557" y="72956"/>
                  <a:pt x="170155" y="74429"/>
                </a:cubicBezTo>
                <a:cubicBezTo>
                  <a:pt x="160243" y="72197"/>
                  <a:pt x="150197" y="70589"/>
                  <a:pt x="140107" y="69696"/>
                </a:cubicBezTo>
                <a:cubicBezTo>
                  <a:pt x="134302" y="61392"/>
                  <a:pt x="127962" y="53444"/>
                  <a:pt x="121087" y="45988"/>
                </a:cubicBezTo>
                <a:cubicBezTo>
                  <a:pt x="122828" y="44336"/>
                  <a:pt x="124524" y="42773"/>
                  <a:pt x="126310" y="41211"/>
                </a:cubicBezTo>
                <a:close/>
                <a:moveTo>
                  <a:pt x="74652" y="137294"/>
                </a:moveTo>
                <a:cubicBezTo>
                  <a:pt x="76929" y="141178"/>
                  <a:pt x="79251" y="145063"/>
                  <a:pt x="81707" y="148858"/>
                </a:cubicBezTo>
                <a:cubicBezTo>
                  <a:pt x="74741" y="148099"/>
                  <a:pt x="67821" y="146983"/>
                  <a:pt x="60990" y="145509"/>
                </a:cubicBezTo>
                <a:cubicBezTo>
                  <a:pt x="62954" y="139080"/>
                  <a:pt x="65410" y="132427"/>
                  <a:pt x="68267" y="125641"/>
                </a:cubicBezTo>
                <a:cubicBezTo>
                  <a:pt x="70321" y="129570"/>
                  <a:pt x="72420" y="133454"/>
                  <a:pt x="74652" y="137294"/>
                </a:cubicBezTo>
                <a:close/>
                <a:moveTo>
                  <a:pt x="61124" y="83582"/>
                </a:moveTo>
                <a:cubicBezTo>
                  <a:pt x="67553" y="82153"/>
                  <a:pt x="74384" y="80992"/>
                  <a:pt x="81483" y="80099"/>
                </a:cubicBezTo>
                <a:cubicBezTo>
                  <a:pt x="79117" y="83805"/>
                  <a:pt x="76795" y="87600"/>
                  <a:pt x="74608" y="91440"/>
                </a:cubicBezTo>
                <a:cubicBezTo>
                  <a:pt x="72420" y="95235"/>
                  <a:pt x="70277" y="99120"/>
                  <a:pt x="68267" y="103049"/>
                </a:cubicBezTo>
                <a:cubicBezTo>
                  <a:pt x="65455" y="96396"/>
                  <a:pt x="63088" y="89877"/>
                  <a:pt x="61124" y="83582"/>
                </a:cubicBezTo>
                <a:close/>
                <a:moveTo>
                  <a:pt x="73357" y="114345"/>
                </a:moveTo>
                <a:cubicBezTo>
                  <a:pt x="76304" y="108183"/>
                  <a:pt x="79519" y="102156"/>
                  <a:pt x="82912" y="96217"/>
                </a:cubicBezTo>
                <a:cubicBezTo>
                  <a:pt x="86305" y="90279"/>
                  <a:pt x="89967" y="84519"/>
                  <a:pt x="93806" y="78849"/>
                </a:cubicBezTo>
                <a:cubicBezTo>
                  <a:pt x="100504" y="78358"/>
                  <a:pt x="107335" y="78090"/>
                  <a:pt x="114300" y="78090"/>
                </a:cubicBezTo>
                <a:cubicBezTo>
                  <a:pt x="121265" y="78090"/>
                  <a:pt x="128141" y="78358"/>
                  <a:pt x="134794" y="78849"/>
                </a:cubicBezTo>
                <a:cubicBezTo>
                  <a:pt x="138589" y="84475"/>
                  <a:pt x="142205" y="90234"/>
                  <a:pt x="145643" y="96128"/>
                </a:cubicBezTo>
                <a:cubicBezTo>
                  <a:pt x="149081" y="102022"/>
                  <a:pt x="152296" y="108049"/>
                  <a:pt x="155332" y="114166"/>
                </a:cubicBezTo>
                <a:cubicBezTo>
                  <a:pt x="152340" y="120328"/>
                  <a:pt x="149126" y="126400"/>
                  <a:pt x="145688" y="132383"/>
                </a:cubicBezTo>
                <a:cubicBezTo>
                  <a:pt x="142295" y="138321"/>
                  <a:pt x="138678" y="144081"/>
                  <a:pt x="134883" y="149796"/>
                </a:cubicBezTo>
                <a:cubicBezTo>
                  <a:pt x="128230" y="150287"/>
                  <a:pt x="121310" y="150510"/>
                  <a:pt x="114300" y="150510"/>
                </a:cubicBezTo>
                <a:cubicBezTo>
                  <a:pt x="107290" y="150510"/>
                  <a:pt x="100504" y="150287"/>
                  <a:pt x="93940" y="149885"/>
                </a:cubicBezTo>
                <a:cubicBezTo>
                  <a:pt x="90056" y="144214"/>
                  <a:pt x="86395" y="138410"/>
                  <a:pt x="82957" y="132472"/>
                </a:cubicBezTo>
                <a:cubicBezTo>
                  <a:pt x="79519" y="126534"/>
                  <a:pt x="76349" y="120506"/>
                  <a:pt x="73357" y="114345"/>
                </a:cubicBezTo>
                <a:close/>
                <a:moveTo>
                  <a:pt x="153992" y="137205"/>
                </a:moveTo>
                <a:cubicBezTo>
                  <a:pt x="156270" y="133276"/>
                  <a:pt x="158413" y="129302"/>
                  <a:pt x="160511" y="125284"/>
                </a:cubicBezTo>
                <a:cubicBezTo>
                  <a:pt x="163369" y="131758"/>
                  <a:pt x="165869" y="138321"/>
                  <a:pt x="168057" y="145063"/>
                </a:cubicBezTo>
                <a:cubicBezTo>
                  <a:pt x="161136" y="146625"/>
                  <a:pt x="154126" y="147831"/>
                  <a:pt x="147072" y="148635"/>
                </a:cubicBezTo>
                <a:cubicBezTo>
                  <a:pt x="149483" y="144884"/>
                  <a:pt x="151760" y="141044"/>
                  <a:pt x="153992" y="137205"/>
                </a:cubicBezTo>
                <a:close/>
                <a:moveTo>
                  <a:pt x="160422" y="103049"/>
                </a:moveTo>
                <a:cubicBezTo>
                  <a:pt x="158323" y="99120"/>
                  <a:pt x="156180" y="95190"/>
                  <a:pt x="153948" y="91351"/>
                </a:cubicBezTo>
                <a:cubicBezTo>
                  <a:pt x="151760" y="87556"/>
                  <a:pt x="149483" y="83805"/>
                  <a:pt x="147117" y="80099"/>
                </a:cubicBezTo>
                <a:cubicBezTo>
                  <a:pt x="154305" y="80992"/>
                  <a:pt x="161181" y="82198"/>
                  <a:pt x="167610" y="83671"/>
                </a:cubicBezTo>
                <a:cubicBezTo>
                  <a:pt x="165556" y="90279"/>
                  <a:pt x="163145" y="96709"/>
                  <a:pt x="160422" y="103049"/>
                </a:cubicBezTo>
                <a:close/>
                <a:moveTo>
                  <a:pt x="114389" y="52819"/>
                </a:moveTo>
                <a:cubicBezTo>
                  <a:pt x="119077" y="57909"/>
                  <a:pt x="123498" y="63267"/>
                  <a:pt x="127605" y="68803"/>
                </a:cubicBezTo>
                <a:cubicBezTo>
                  <a:pt x="118765" y="68401"/>
                  <a:pt x="109880" y="68401"/>
                  <a:pt x="101039" y="68803"/>
                </a:cubicBezTo>
                <a:cubicBezTo>
                  <a:pt x="105415" y="63044"/>
                  <a:pt x="109924" y="57686"/>
                  <a:pt x="114389" y="52819"/>
                </a:cubicBezTo>
                <a:close/>
                <a:moveTo>
                  <a:pt x="62597" y="25450"/>
                </a:moveTo>
                <a:cubicBezTo>
                  <a:pt x="70098" y="21074"/>
                  <a:pt x="86752" y="27325"/>
                  <a:pt x="104299" y="42863"/>
                </a:cubicBezTo>
                <a:cubicBezTo>
                  <a:pt x="105415" y="43845"/>
                  <a:pt x="106531" y="44916"/>
                  <a:pt x="107692" y="45988"/>
                </a:cubicBezTo>
                <a:cubicBezTo>
                  <a:pt x="100772" y="53444"/>
                  <a:pt x="94387" y="61392"/>
                  <a:pt x="88538" y="69696"/>
                </a:cubicBezTo>
                <a:cubicBezTo>
                  <a:pt x="78447" y="70589"/>
                  <a:pt x="68446" y="72152"/>
                  <a:pt x="58534" y="74340"/>
                </a:cubicBezTo>
                <a:cubicBezTo>
                  <a:pt x="57954" y="72063"/>
                  <a:pt x="57463" y="69741"/>
                  <a:pt x="56971" y="67419"/>
                </a:cubicBezTo>
                <a:cubicBezTo>
                  <a:pt x="52774" y="45809"/>
                  <a:pt x="55543" y="29513"/>
                  <a:pt x="62597" y="25450"/>
                </a:cubicBezTo>
                <a:close/>
                <a:moveTo>
                  <a:pt x="51658" y="143143"/>
                </a:moveTo>
                <a:cubicBezTo>
                  <a:pt x="49783" y="142607"/>
                  <a:pt x="47952" y="142027"/>
                  <a:pt x="46122" y="141402"/>
                </a:cubicBezTo>
                <a:cubicBezTo>
                  <a:pt x="36612" y="138410"/>
                  <a:pt x="25807" y="133677"/>
                  <a:pt x="17993" y="127471"/>
                </a:cubicBezTo>
                <a:cubicBezTo>
                  <a:pt x="13484" y="124346"/>
                  <a:pt x="10448" y="119524"/>
                  <a:pt x="9599" y="114121"/>
                </a:cubicBezTo>
                <a:cubicBezTo>
                  <a:pt x="9599" y="105951"/>
                  <a:pt x="23708" y="95503"/>
                  <a:pt x="44068" y="88404"/>
                </a:cubicBezTo>
                <a:cubicBezTo>
                  <a:pt x="46613" y="87511"/>
                  <a:pt x="49203" y="86707"/>
                  <a:pt x="51792" y="85948"/>
                </a:cubicBezTo>
                <a:cubicBezTo>
                  <a:pt x="54828" y="95637"/>
                  <a:pt x="58489" y="105147"/>
                  <a:pt x="62731" y="114345"/>
                </a:cubicBezTo>
                <a:cubicBezTo>
                  <a:pt x="58445" y="123676"/>
                  <a:pt x="54739" y="133320"/>
                  <a:pt x="51658" y="143143"/>
                </a:cubicBezTo>
                <a:close/>
                <a:moveTo>
                  <a:pt x="103718" y="186898"/>
                </a:moveTo>
                <a:cubicBezTo>
                  <a:pt x="96351" y="193640"/>
                  <a:pt x="87823" y="198998"/>
                  <a:pt x="78537" y="202659"/>
                </a:cubicBezTo>
                <a:cubicBezTo>
                  <a:pt x="73581" y="205026"/>
                  <a:pt x="67866" y="205249"/>
                  <a:pt x="62776" y="203240"/>
                </a:cubicBezTo>
                <a:cubicBezTo>
                  <a:pt x="55677" y="199132"/>
                  <a:pt x="52730" y="183371"/>
                  <a:pt x="56748" y="162163"/>
                </a:cubicBezTo>
                <a:cubicBezTo>
                  <a:pt x="57239" y="159663"/>
                  <a:pt x="57775" y="157163"/>
                  <a:pt x="58400" y="154707"/>
                </a:cubicBezTo>
                <a:cubicBezTo>
                  <a:pt x="68401" y="156850"/>
                  <a:pt x="78492" y="158323"/>
                  <a:pt x="88716" y="159082"/>
                </a:cubicBezTo>
                <a:cubicBezTo>
                  <a:pt x="94610" y="167432"/>
                  <a:pt x="101084" y="175424"/>
                  <a:pt x="108005" y="182925"/>
                </a:cubicBezTo>
                <a:cubicBezTo>
                  <a:pt x="106576" y="184309"/>
                  <a:pt x="105147" y="185648"/>
                  <a:pt x="103718" y="186898"/>
                </a:cubicBezTo>
                <a:close/>
                <a:moveTo>
                  <a:pt x="114657" y="176049"/>
                </a:moveTo>
                <a:cubicBezTo>
                  <a:pt x="110103" y="171137"/>
                  <a:pt x="105549" y="165690"/>
                  <a:pt x="101129" y="159841"/>
                </a:cubicBezTo>
                <a:cubicBezTo>
                  <a:pt x="105415" y="160020"/>
                  <a:pt x="109835" y="160109"/>
                  <a:pt x="114300" y="160109"/>
                </a:cubicBezTo>
                <a:cubicBezTo>
                  <a:pt x="118899" y="160109"/>
                  <a:pt x="123408" y="160020"/>
                  <a:pt x="127873" y="159797"/>
                </a:cubicBezTo>
                <a:cubicBezTo>
                  <a:pt x="123765" y="165467"/>
                  <a:pt x="119345" y="170870"/>
                  <a:pt x="114657" y="176049"/>
                </a:cubicBezTo>
                <a:close/>
                <a:moveTo>
                  <a:pt x="173013" y="189443"/>
                </a:moveTo>
                <a:cubicBezTo>
                  <a:pt x="172611" y="194890"/>
                  <a:pt x="169932" y="199980"/>
                  <a:pt x="165646" y="203418"/>
                </a:cubicBezTo>
                <a:cubicBezTo>
                  <a:pt x="158547" y="207526"/>
                  <a:pt x="143411" y="202168"/>
                  <a:pt x="127069" y="188149"/>
                </a:cubicBezTo>
                <a:cubicBezTo>
                  <a:pt x="125194" y="186541"/>
                  <a:pt x="123319" y="184800"/>
                  <a:pt x="121399" y="183014"/>
                </a:cubicBezTo>
                <a:cubicBezTo>
                  <a:pt x="128230" y="175468"/>
                  <a:pt x="134526" y="167476"/>
                  <a:pt x="140241" y="159082"/>
                </a:cubicBezTo>
                <a:cubicBezTo>
                  <a:pt x="150465" y="158234"/>
                  <a:pt x="160645" y="156671"/>
                  <a:pt x="170691" y="154394"/>
                </a:cubicBezTo>
                <a:cubicBezTo>
                  <a:pt x="171137" y="156225"/>
                  <a:pt x="171539" y="158055"/>
                  <a:pt x="171896" y="159841"/>
                </a:cubicBezTo>
                <a:cubicBezTo>
                  <a:pt x="174084" y="169485"/>
                  <a:pt x="174441" y="179531"/>
                  <a:pt x="173013" y="189443"/>
                </a:cubicBezTo>
                <a:close/>
                <a:moveTo>
                  <a:pt x="181139" y="141446"/>
                </a:moveTo>
                <a:cubicBezTo>
                  <a:pt x="179889" y="141848"/>
                  <a:pt x="178638" y="142250"/>
                  <a:pt x="177344" y="142607"/>
                </a:cubicBezTo>
                <a:cubicBezTo>
                  <a:pt x="174218" y="132874"/>
                  <a:pt x="170378" y="123364"/>
                  <a:pt x="165958" y="114121"/>
                </a:cubicBezTo>
                <a:cubicBezTo>
                  <a:pt x="170244" y="105013"/>
                  <a:pt x="173861" y="95637"/>
                  <a:pt x="176897" y="86038"/>
                </a:cubicBezTo>
                <a:cubicBezTo>
                  <a:pt x="179219" y="86707"/>
                  <a:pt x="181451" y="87422"/>
                  <a:pt x="183594" y="88136"/>
                </a:cubicBezTo>
                <a:cubicBezTo>
                  <a:pt x="204401" y="95280"/>
                  <a:pt x="219001" y="105906"/>
                  <a:pt x="219001" y="114032"/>
                </a:cubicBezTo>
                <a:cubicBezTo>
                  <a:pt x="219001" y="122783"/>
                  <a:pt x="203418" y="134079"/>
                  <a:pt x="181139" y="141446"/>
                </a:cubicBezTo>
                <a:close/>
                <a:moveTo>
                  <a:pt x="114300" y="134749"/>
                </a:moveTo>
                <a:cubicBezTo>
                  <a:pt x="125586" y="134749"/>
                  <a:pt x="134749" y="125586"/>
                  <a:pt x="134749" y="114300"/>
                </a:cubicBezTo>
                <a:cubicBezTo>
                  <a:pt x="134749" y="103014"/>
                  <a:pt x="125586" y="93851"/>
                  <a:pt x="114300" y="93851"/>
                </a:cubicBezTo>
                <a:cubicBezTo>
                  <a:pt x="103014" y="93851"/>
                  <a:pt x="93851" y="103014"/>
                  <a:pt x="93851" y="114300"/>
                </a:cubicBezTo>
                <a:cubicBezTo>
                  <a:pt x="93851" y="125586"/>
                  <a:pt x="103014" y="134749"/>
                  <a:pt x="114300" y="134749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1476375" y="1676400"/>
            <a:ext cx="1085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React</a:t>
            </a:r>
            <a:endParaRPr b="0" i="0" sz="1600" u="none" cap="none" strike="noStrike"/>
          </a:p>
        </p:txBody>
      </p:sp>
      <p:sp>
        <p:nvSpPr>
          <p:cNvPr id="104" name="Google Shape;104;p3"/>
          <p:cNvSpPr/>
          <p:nvPr/>
        </p:nvSpPr>
        <p:spPr>
          <a:xfrm>
            <a:off x="1476375" y="1943100"/>
            <a:ext cx="10572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Client / Browser</a:t>
            </a:r>
            <a:endParaRPr b="0" i="0" sz="1600" u="none" cap="none" strike="noStrike"/>
          </a:p>
        </p:txBody>
      </p:sp>
      <p:sp>
        <p:nvSpPr>
          <p:cNvPr id="105" name="Google Shape;105;p3"/>
          <p:cNvSpPr/>
          <p:nvPr/>
        </p:nvSpPr>
        <p:spPr>
          <a:xfrm>
            <a:off x="828675" y="2324100"/>
            <a:ext cx="4171950" cy="419100"/>
          </a:xfrm>
          <a:custGeom>
            <a:rect b="b" l="l" r="r" t="t"/>
            <a:pathLst>
              <a:path extrusionOk="0" h="419100" w="4171950">
                <a:moveTo>
                  <a:pt x="76201" y="0"/>
                </a:moveTo>
                <a:lnTo>
                  <a:pt x="4095749" y="0"/>
                </a:lnTo>
                <a:cubicBezTo>
                  <a:pt x="4137834" y="0"/>
                  <a:pt x="4171950" y="34116"/>
                  <a:pt x="4171950" y="76201"/>
                </a:cubicBezTo>
                <a:lnTo>
                  <a:pt x="4171950" y="342899"/>
                </a:lnTo>
                <a:cubicBezTo>
                  <a:pt x="4171950" y="384984"/>
                  <a:pt x="4137834" y="419100"/>
                  <a:pt x="409574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952500" y="2457450"/>
            <a:ext cx="171450" cy="152400"/>
          </a:xfrm>
          <a:custGeom>
            <a:rect b="b" l="l" r="r" t="t"/>
            <a:pathLst>
              <a:path extrusionOk="0" h="152400" w="171450">
                <a:moveTo>
                  <a:pt x="19050" y="19050"/>
                </a:moveTo>
                <a:cubicBezTo>
                  <a:pt x="8543" y="19050"/>
                  <a:pt x="0" y="27593"/>
                  <a:pt x="0" y="38100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52400" y="133350"/>
                </a:lnTo>
                <a:cubicBezTo>
                  <a:pt x="162907" y="133350"/>
                  <a:pt x="171450" y="124807"/>
                  <a:pt x="171450" y="114300"/>
                </a:cubicBezTo>
                <a:lnTo>
                  <a:pt x="171450" y="38100"/>
                </a:lnTo>
                <a:cubicBezTo>
                  <a:pt x="171450" y="27593"/>
                  <a:pt x="162907" y="19050"/>
                  <a:pt x="152400" y="19050"/>
                </a:cubicBezTo>
                <a:lnTo>
                  <a:pt x="19050" y="19050"/>
                </a:lnTo>
                <a:close/>
                <a:moveTo>
                  <a:pt x="23813" y="38100"/>
                </a:moveTo>
                <a:lnTo>
                  <a:pt x="33338" y="38100"/>
                </a:lnTo>
                <a:cubicBezTo>
                  <a:pt x="35957" y="38100"/>
                  <a:pt x="38100" y="40243"/>
                  <a:pt x="38100" y="42863"/>
                </a:cubicBezTo>
                <a:lnTo>
                  <a:pt x="38100" y="52388"/>
                </a:lnTo>
                <a:cubicBezTo>
                  <a:pt x="38100" y="55007"/>
                  <a:pt x="35957" y="57150"/>
                  <a:pt x="33338" y="57150"/>
                </a:cubicBezTo>
                <a:lnTo>
                  <a:pt x="23813" y="57150"/>
                </a:lnTo>
                <a:cubicBezTo>
                  <a:pt x="21193" y="57150"/>
                  <a:pt x="19050" y="55007"/>
                  <a:pt x="19050" y="52388"/>
                </a:cubicBezTo>
                <a:lnTo>
                  <a:pt x="19050" y="42863"/>
                </a:lnTo>
                <a:cubicBezTo>
                  <a:pt x="19050" y="40243"/>
                  <a:pt x="21193" y="38100"/>
                  <a:pt x="23813" y="38100"/>
                </a:cubicBezTo>
                <a:close/>
                <a:moveTo>
                  <a:pt x="19050" y="71438"/>
                </a:moveTo>
                <a:cubicBezTo>
                  <a:pt x="19050" y="68818"/>
                  <a:pt x="21193" y="66675"/>
                  <a:pt x="23813" y="66675"/>
                </a:cubicBezTo>
                <a:lnTo>
                  <a:pt x="33338" y="66675"/>
                </a:lnTo>
                <a:cubicBezTo>
                  <a:pt x="35957" y="66675"/>
                  <a:pt x="38100" y="68818"/>
                  <a:pt x="38100" y="71438"/>
                </a:cubicBezTo>
                <a:lnTo>
                  <a:pt x="38100" y="80962"/>
                </a:lnTo>
                <a:cubicBezTo>
                  <a:pt x="38100" y="83582"/>
                  <a:pt x="35957" y="85725"/>
                  <a:pt x="33338" y="85725"/>
                </a:cubicBezTo>
                <a:lnTo>
                  <a:pt x="23813" y="85725"/>
                </a:lnTo>
                <a:cubicBezTo>
                  <a:pt x="21193" y="85725"/>
                  <a:pt x="19050" y="83582"/>
                  <a:pt x="19050" y="80962"/>
                </a:cubicBezTo>
                <a:lnTo>
                  <a:pt x="19050" y="71438"/>
                </a:lnTo>
                <a:close/>
                <a:moveTo>
                  <a:pt x="52388" y="38100"/>
                </a:moveTo>
                <a:lnTo>
                  <a:pt x="61912" y="38100"/>
                </a:lnTo>
                <a:cubicBezTo>
                  <a:pt x="64532" y="38100"/>
                  <a:pt x="66675" y="40243"/>
                  <a:pt x="66675" y="42863"/>
                </a:cubicBezTo>
                <a:lnTo>
                  <a:pt x="66675" y="52388"/>
                </a:lnTo>
                <a:cubicBezTo>
                  <a:pt x="66675" y="55007"/>
                  <a:pt x="64532" y="57150"/>
                  <a:pt x="61912" y="57150"/>
                </a:cubicBezTo>
                <a:lnTo>
                  <a:pt x="52388" y="57150"/>
                </a:lnTo>
                <a:cubicBezTo>
                  <a:pt x="49768" y="57150"/>
                  <a:pt x="47625" y="55007"/>
                  <a:pt x="47625" y="52388"/>
                </a:cubicBezTo>
                <a:lnTo>
                  <a:pt x="47625" y="42863"/>
                </a:lnTo>
                <a:cubicBezTo>
                  <a:pt x="47625" y="40243"/>
                  <a:pt x="49768" y="38100"/>
                  <a:pt x="52388" y="38100"/>
                </a:cubicBezTo>
                <a:close/>
                <a:moveTo>
                  <a:pt x="47625" y="71438"/>
                </a:moveTo>
                <a:cubicBezTo>
                  <a:pt x="47625" y="68818"/>
                  <a:pt x="49768" y="66675"/>
                  <a:pt x="52388" y="66675"/>
                </a:cubicBezTo>
                <a:lnTo>
                  <a:pt x="61912" y="66675"/>
                </a:lnTo>
                <a:cubicBezTo>
                  <a:pt x="64532" y="66675"/>
                  <a:pt x="66675" y="68818"/>
                  <a:pt x="66675" y="71438"/>
                </a:cubicBezTo>
                <a:lnTo>
                  <a:pt x="66675" y="80962"/>
                </a:lnTo>
                <a:cubicBezTo>
                  <a:pt x="66675" y="83582"/>
                  <a:pt x="64532" y="85725"/>
                  <a:pt x="61912" y="85725"/>
                </a:cubicBezTo>
                <a:lnTo>
                  <a:pt x="52388" y="85725"/>
                </a:lnTo>
                <a:cubicBezTo>
                  <a:pt x="49768" y="85725"/>
                  <a:pt x="47625" y="83582"/>
                  <a:pt x="47625" y="80962"/>
                </a:cubicBezTo>
                <a:lnTo>
                  <a:pt x="47625" y="71438"/>
                </a:lnTo>
                <a:close/>
                <a:moveTo>
                  <a:pt x="52388" y="95250"/>
                </a:moveTo>
                <a:lnTo>
                  <a:pt x="119062" y="95250"/>
                </a:lnTo>
                <a:cubicBezTo>
                  <a:pt x="121682" y="95250"/>
                  <a:pt x="123825" y="97393"/>
                  <a:pt x="123825" y="100013"/>
                </a:cubicBezTo>
                <a:lnTo>
                  <a:pt x="123825" y="109537"/>
                </a:lnTo>
                <a:cubicBezTo>
                  <a:pt x="123825" y="112157"/>
                  <a:pt x="121682" y="114300"/>
                  <a:pt x="119062" y="114300"/>
                </a:cubicBezTo>
                <a:lnTo>
                  <a:pt x="52388" y="114300"/>
                </a:lnTo>
                <a:cubicBezTo>
                  <a:pt x="49768" y="114300"/>
                  <a:pt x="47625" y="112157"/>
                  <a:pt x="47625" y="109537"/>
                </a:cubicBezTo>
                <a:lnTo>
                  <a:pt x="47625" y="100013"/>
                </a:lnTo>
                <a:cubicBezTo>
                  <a:pt x="47625" y="97393"/>
                  <a:pt x="49768" y="95250"/>
                  <a:pt x="52388" y="95250"/>
                </a:cubicBezTo>
                <a:close/>
                <a:moveTo>
                  <a:pt x="76200" y="42863"/>
                </a:moveTo>
                <a:cubicBezTo>
                  <a:pt x="76200" y="40243"/>
                  <a:pt x="78343" y="38100"/>
                  <a:pt x="80962" y="38100"/>
                </a:cubicBezTo>
                <a:lnTo>
                  <a:pt x="90488" y="38100"/>
                </a:lnTo>
                <a:cubicBezTo>
                  <a:pt x="93107" y="38100"/>
                  <a:pt x="95250" y="40243"/>
                  <a:pt x="95250" y="42863"/>
                </a:cubicBezTo>
                <a:lnTo>
                  <a:pt x="95250" y="52388"/>
                </a:lnTo>
                <a:cubicBezTo>
                  <a:pt x="95250" y="55007"/>
                  <a:pt x="93107" y="57150"/>
                  <a:pt x="90488" y="57150"/>
                </a:cubicBezTo>
                <a:lnTo>
                  <a:pt x="80962" y="57150"/>
                </a:lnTo>
                <a:cubicBezTo>
                  <a:pt x="78343" y="57150"/>
                  <a:pt x="76200" y="55007"/>
                  <a:pt x="76200" y="52388"/>
                </a:cubicBezTo>
                <a:lnTo>
                  <a:pt x="76200" y="42863"/>
                </a:lnTo>
                <a:close/>
                <a:moveTo>
                  <a:pt x="80962" y="66675"/>
                </a:moveTo>
                <a:lnTo>
                  <a:pt x="90488" y="66675"/>
                </a:lnTo>
                <a:cubicBezTo>
                  <a:pt x="93107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3107" y="85725"/>
                  <a:pt x="90488" y="85725"/>
                </a:cubicBezTo>
                <a:lnTo>
                  <a:pt x="80962" y="85725"/>
                </a:lnTo>
                <a:cubicBezTo>
                  <a:pt x="78343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8343" y="66675"/>
                  <a:pt x="80962" y="66675"/>
                </a:cubicBezTo>
                <a:close/>
                <a:moveTo>
                  <a:pt x="104775" y="42863"/>
                </a:moveTo>
                <a:cubicBezTo>
                  <a:pt x="104775" y="40243"/>
                  <a:pt x="106918" y="38100"/>
                  <a:pt x="109537" y="38100"/>
                </a:cubicBezTo>
                <a:lnTo>
                  <a:pt x="119062" y="38100"/>
                </a:lnTo>
                <a:cubicBezTo>
                  <a:pt x="121682" y="38100"/>
                  <a:pt x="123825" y="40243"/>
                  <a:pt x="123825" y="42863"/>
                </a:cubicBezTo>
                <a:lnTo>
                  <a:pt x="123825" y="52388"/>
                </a:lnTo>
                <a:cubicBezTo>
                  <a:pt x="123825" y="55007"/>
                  <a:pt x="121682" y="57150"/>
                  <a:pt x="119062" y="57150"/>
                </a:cubicBezTo>
                <a:lnTo>
                  <a:pt x="109537" y="57150"/>
                </a:lnTo>
                <a:cubicBezTo>
                  <a:pt x="106918" y="57150"/>
                  <a:pt x="104775" y="55007"/>
                  <a:pt x="104775" y="52388"/>
                </a:cubicBezTo>
                <a:lnTo>
                  <a:pt x="104775" y="42863"/>
                </a:lnTo>
                <a:close/>
                <a:moveTo>
                  <a:pt x="109537" y="66675"/>
                </a:moveTo>
                <a:lnTo>
                  <a:pt x="119062" y="66675"/>
                </a:lnTo>
                <a:cubicBezTo>
                  <a:pt x="121682" y="66675"/>
                  <a:pt x="123825" y="68818"/>
                  <a:pt x="123825" y="71438"/>
                </a:cubicBezTo>
                <a:lnTo>
                  <a:pt x="123825" y="80962"/>
                </a:lnTo>
                <a:cubicBezTo>
                  <a:pt x="123825" y="83582"/>
                  <a:pt x="121682" y="85725"/>
                  <a:pt x="119062" y="85725"/>
                </a:cubicBezTo>
                <a:lnTo>
                  <a:pt x="109537" y="85725"/>
                </a:lnTo>
                <a:cubicBezTo>
                  <a:pt x="106918" y="85725"/>
                  <a:pt x="104775" y="83582"/>
                  <a:pt x="104775" y="80962"/>
                </a:cubicBezTo>
                <a:lnTo>
                  <a:pt x="104775" y="71438"/>
                </a:lnTo>
                <a:cubicBezTo>
                  <a:pt x="104775" y="68818"/>
                  <a:pt x="106918" y="66675"/>
                  <a:pt x="109537" y="66675"/>
                </a:cubicBezTo>
                <a:close/>
                <a:moveTo>
                  <a:pt x="133350" y="42863"/>
                </a:moveTo>
                <a:cubicBezTo>
                  <a:pt x="133350" y="40243"/>
                  <a:pt x="135493" y="38100"/>
                  <a:pt x="138113" y="38100"/>
                </a:cubicBezTo>
                <a:lnTo>
                  <a:pt x="147638" y="38100"/>
                </a:lnTo>
                <a:cubicBezTo>
                  <a:pt x="150257" y="38100"/>
                  <a:pt x="152400" y="40243"/>
                  <a:pt x="152400" y="42863"/>
                </a:cubicBezTo>
                <a:lnTo>
                  <a:pt x="152400" y="52388"/>
                </a:lnTo>
                <a:cubicBezTo>
                  <a:pt x="152400" y="55007"/>
                  <a:pt x="150257" y="57150"/>
                  <a:pt x="147638" y="57150"/>
                </a:cubicBezTo>
                <a:lnTo>
                  <a:pt x="138113" y="57150"/>
                </a:lnTo>
                <a:cubicBezTo>
                  <a:pt x="135493" y="57150"/>
                  <a:pt x="133350" y="55007"/>
                  <a:pt x="133350" y="52388"/>
                </a:cubicBezTo>
                <a:lnTo>
                  <a:pt x="133350" y="42863"/>
                </a:lnTo>
                <a:close/>
                <a:moveTo>
                  <a:pt x="138113" y="66675"/>
                </a:moveTo>
                <a:lnTo>
                  <a:pt x="147638" y="66675"/>
                </a:lnTo>
                <a:cubicBezTo>
                  <a:pt x="150257" y="66675"/>
                  <a:pt x="152400" y="68818"/>
                  <a:pt x="152400" y="71438"/>
                </a:cubicBezTo>
                <a:lnTo>
                  <a:pt x="152400" y="80962"/>
                </a:lnTo>
                <a:cubicBezTo>
                  <a:pt x="152400" y="83582"/>
                  <a:pt x="150257" y="85725"/>
                  <a:pt x="147638" y="85725"/>
                </a:cubicBezTo>
                <a:lnTo>
                  <a:pt x="138113" y="85725"/>
                </a:lnTo>
                <a:cubicBezTo>
                  <a:pt x="135493" y="85725"/>
                  <a:pt x="133350" y="83582"/>
                  <a:pt x="133350" y="80962"/>
                </a:cubicBezTo>
                <a:lnTo>
                  <a:pt x="133350" y="71438"/>
                </a:lnTo>
                <a:cubicBezTo>
                  <a:pt x="133350" y="68818"/>
                  <a:pt x="135493" y="66675"/>
                  <a:pt x="138113" y="66675"/>
                </a:cubicBezTo>
                <a:close/>
              </a:path>
            </a:pathLst>
          </a:custGeom>
          <a:solidFill>
            <a:srgbClr val="F1F5F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1209675" y="2438400"/>
            <a:ext cx="7334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Form Input</a:t>
            </a:r>
            <a:endParaRPr b="0" i="0" sz="1600" u="none" cap="none" strike="noStrike"/>
          </a:p>
        </p:txBody>
      </p:sp>
      <p:sp>
        <p:nvSpPr>
          <p:cNvPr id="108" name="Google Shape;108;p3"/>
          <p:cNvSpPr/>
          <p:nvPr/>
        </p:nvSpPr>
        <p:spPr>
          <a:xfrm>
            <a:off x="828675" y="2819400"/>
            <a:ext cx="4171950" cy="419100"/>
          </a:xfrm>
          <a:custGeom>
            <a:rect b="b" l="l" r="r" t="t"/>
            <a:pathLst>
              <a:path extrusionOk="0" h="419100" w="4171950">
                <a:moveTo>
                  <a:pt x="76201" y="0"/>
                </a:moveTo>
                <a:lnTo>
                  <a:pt x="4095749" y="0"/>
                </a:lnTo>
                <a:cubicBezTo>
                  <a:pt x="4137834" y="0"/>
                  <a:pt x="4171950" y="34116"/>
                  <a:pt x="4171950" y="76201"/>
                </a:cubicBezTo>
                <a:lnTo>
                  <a:pt x="4171950" y="342899"/>
                </a:lnTo>
                <a:cubicBezTo>
                  <a:pt x="4171950" y="384984"/>
                  <a:pt x="4137834" y="419100"/>
                  <a:pt x="409574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952500" y="2952750"/>
            <a:ext cx="171450" cy="152400"/>
          </a:xfrm>
          <a:custGeom>
            <a:rect b="b" l="l" r="r" t="t"/>
            <a:pathLst>
              <a:path extrusionOk="0" h="152400" w="17145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F1F5F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1209675" y="2933700"/>
            <a:ext cx="1019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Tampilkan Data</a:t>
            </a:r>
            <a:endParaRPr b="0" i="0" sz="1600" u="none" cap="none" strike="noStrike"/>
          </a:p>
        </p:txBody>
      </p:sp>
      <p:sp>
        <p:nvSpPr>
          <p:cNvPr id="111" name="Google Shape;111;p3"/>
          <p:cNvSpPr/>
          <p:nvPr/>
        </p:nvSpPr>
        <p:spPr>
          <a:xfrm>
            <a:off x="5662538" y="1995487"/>
            <a:ext cx="866775" cy="314325"/>
          </a:xfrm>
          <a:custGeom>
            <a:rect b="b" l="l" r="r" t="t"/>
            <a:pathLst>
              <a:path extrusionOk="0" h="314325" w="866775">
                <a:moveTo>
                  <a:pt x="76199" y="0"/>
                </a:moveTo>
                <a:lnTo>
                  <a:pt x="790576" y="0"/>
                </a:lnTo>
                <a:cubicBezTo>
                  <a:pt x="832660" y="0"/>
                  <a:pt x="866775" y="34115"/>
                  <a:pt x="866775" y="76199"/>
                </a:cubicBezTo>
                <a:lnTo>
                  <a:pt x="866775" y="238126"/>
                </a:lnTo>
                <a:cubicBezTo>
                  <a:pt x="866775" y="280210"/>
                  <a:pt x="832660" y="314325"/>
                  <a:pt x="790576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cap="flat" cmpd="sng" w="12700">
            <a:solidFill>
              <a:srgbClr val="10B98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5781601" y="2090738"/>
            <a:ext cx="68594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HTTP/JSON</a:t>
            </a:r>
            <a:endParaRPr b="0" i="0" sz="1600" u="none" cap="none" strike="noStrike"/>
          </a:p>
        </p:txBody>
      </p:sp>
      <p:sp>
        <p:nvSpPr>
          <p:cNvPr id="113" name="Google Shape;113;p3"/>
          <p:cNvSpPr/>
          <p:nvPr/>
        </p:nvSpPr>
        <p:spPr>
          <a:xfrm>
            <a:off x="5462588" y="2390775"/>
            <a:ext cx="190500" cy="190500"/>
          </a:xfrm>
          <a:custGeom>
            <a:rect b="b" l="l" r="r" t="t"/>
            <a:pathLst>
              <a:path extrusionOk="0" h="190500" w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5791200" y="2466975"/>
            <a:ext cx="609600" cy="38100"/>
          </a:xfrm>
          <a:custGeom>
            <a:rect b="b" l="l" r="r" t="t"/>
            <a:pathLst>
              <a:path extrusionOk="0" h="38100" w="6096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10B981"/>
              </a:gs>
            </a:gsLst>
            <a:lin ang="0" scaled="0"/>
          </a:gradFill>
          <a:ln>
            <a:noFill/>
          </a:ln>
        </p:spPr>
      </p:sp>
      <p:sp>
        <p:nvSpPr>
          <p:cNvPr id="115" name="Google Shape;115;p3"/>
          <p:cNvSpPr/>
          <p:nvPr/>
        </p:nvSpPr>
        <p:spPr>
          <a:xfrm>
            <a:off x="6538913" y="2390775"/>
            <a:ext cx="190500" cy="190500"/>
          </a:xfrm>
          <a:custGeom>
            <a:rect b="b" l="l" r="r" t="t"/>
            <a:pathLst>
              <a:path extrusionOk="0" h="190500" w="190500">
                <a:moveTo>
                  <a:pt x="3497" y="86841"/>
                </a:moveTo>
                <a:cubicBezTo>
                  <a:pt x="-1153" y="91492"/>
                  <a:pt x="-1153" y="99045"/>
                  <a:pt x="3497" y="103696"/>
                </a:cubicBezTo>
                <a:lnTo>
                  <a:pt x="63029" y="163227"/>
                </a:lnTo>
                <a:cubicBezTo>
                  <a:pt x="67680" y="167878"/>
                  <a:pt x="75233" y="167878"/>
                  <a:pt x="79883" y="163227"/>
                </a:cubicBezTo>
                <a:cubicBezTo>
                  <a:pt x="84534" y="158576"/>
                  <a:pt x="84534" y="151023"/>
                  <a:pt x="79883" y="146372"/>
                </a:cubicBezTo>
                <a:lnTo>
                  <a:pt x="40667" y="107156"/>
                </a:ln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40667" y="83344"/>
                </a:lnTo>
                <a:lnTo>
                  <a:pt x="79883" y="44128"/>
                </a:lnTo>
                <a:cubicBezTo>
                  <a:pt x="84534" y="39477"/>
                  <a:pt x="84534" y="31924"/>
                  <a:pt x="79883" y="27273"/>
                </a:cubicBezTo>
                <a:cubicBezTo>
                  <a:pt x="75233" y="22622"/>
                  <a:pt x="67680" y="22622"/>
                  <a:pt x="63029" y="27273"/>
                </a:cubicBezTo>
                <a:lnTo>
                  <a:pt x="3497" y="86804"/>
                </a:ln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5510287" y="2709863"/>
            <a:ext cx="117135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Request → Response</a:t>
            </a:r>
            <a:endParaRPr b="0" i="0" sz="1600" u="none" cap="none" strike="noStrike"/>
          </a:p>
        </p:txBody>
      </p:sp>
      <p:sp>
        <p:nvSpPr>
          <p:cNvPr id="117" name="Google Shape;117;p3"/>
          <p:cNvSpPr/>
          <p:nvPr/>
        </p:nvSpPr>
        <p:spPr>
          <a:xfrm>
            <a:off x="6991350" y="1438275"/>
            <a:ext cx="4572000" cy="2000250"/>
          </a:xfrm>
          <a:custGeom>
            <a:rect b="b" l="l" r="r" t="t"/>
            <a:pathLst>
              <a:path extrusionOk="0" h="2000250" w="4572000">
                <a:moveTo>
                  <a:pt x="114294" y="0"/>
                </a:moveTo>
                <a:lnTo>
                  <a:pt x="4457706" y="0"/>
                </a:lnTo>
                <a:cubicBezTo>
                  <a:pt x="4520786" y="0"/>
                  <a:pt x="4572000" y="51214"/>
                  <a:pt x="4572000" y="114294"/>
                </a:cubicBezTo>
                <a:lnTo>
                  <a:pt x="4572000" y="1885956"/>
                </a:lnTo>
                <a:cubicBezTo>
                  <a:pt x="4572000" y="1949036"/>
                  <a:pt x="4520786" y="2000250"/>
                  <a:pt x="4457706" y="2000250"/>
                </a:cubicBezTo>
                <a:lnTo>
                  <a:pt x="114294" y="2000250"/>
                </a:lnTo>
                <a:cubicBezTo>
                  <a:pt x="51214" y="2000250"/>
                  <a:pt x="0" y="1949036"/>
                  <a:pt x="0" y="188595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0F172A"/>
          </a:solidFill>
          <a:ln cap="flat" cmpd="sng" w="25400">
            <a:solidFill>
              <a:srgbClr val="10B98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7191375" y="1638300"/>
            <a:ext cx="533400" cy="533400"/>
          </a:xfrm>
          <a:custGeom>
            <a:rect b="b" l="l" r="r" t="t"/>
            <a:pathLst>
              <a:path extrusionOk="0"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7343775" y="1790700"/>
            <a:ext cx="228600" cy="228600"/>
          </a:xfrm>
          <a:custGeom>
            <a:rect b="b" l="l" r="r" t="t"/>
            <a:pathLst>
              <a:path extrusionOk="0" h="228600" w="228600">
                <a:moveTo>
                  <a:pt x="225296" y="51703"/>
                </a:moveTo>
                <a:cubicBezTo>
                  <a:pt x="225251" y="51614"/>
                  <a:pt x="225207" y="51480"/>
                  <a:pt x="225162" y="51390"/>
                </a:cubicBezTo>
                <a:cubicBezTo>
                  <a:pt x="225117" y="51212"/>
                  <a:pt x="225028" y="51033"/>
                  <a:pt x="224939" y="50855"/>
                </a:cubicBezTo>
                <a:cubicBezTo>
                  <a:pt x="224850" y="50765"/>
                  <a:pt x="224805" y="50631"/>
                  <a:pt x="224716" y="50542"/>
                </a:cubicBezTo>
                <a:cubicBezTo>
                  <a:pt x="224626" y="50408"/>
                  <a:pt x="224492" y="50274"/>
                  <a:pt x="224403" y="50140"/>
                </a:cubicBezTo>
                <a:cubicBezTo>
                  <a:pt x="224314" y="50051"/>
                  <a:pt x="224180" y="49962"/>
                  <a:pt x="224046" y="49872"/>
                </a:cubicBezTo>
                <a:cubicBezTo>
                  <a:pt x="223912" y="49783"/>
                  <a:pt x="223778" y="49649"/>
                  <a:pt x="223644" y="49560"/>
                </a:cubicBezTo>
                <a:lnTo>
                  <a:pt x="180648" y="24780"/>
                </a:lnTo>
                <a:cubicBezTo>
                  <a:pt x="180112" y="24467"/>
                  <a:pt x="179487" y="24289"/>
                  <a:pt x="178862" y="24289"/>
                </a:cubicBezTo>
                <a:cubicBezTo>
                  <a:pt x="178237" y="24289"/>
                  <a:pt x="177611" y="24467"/>
                  <a:pt x="177076" y="24780"/>
                </a:cubicBezTo>
                <a:lnTo>
                  <a:pt x="134079" y="49560"/>
                </a:lnTo>
                <a:cubicBezTo>
                  <a:pt x="133945" y="49649"/>
                  <a:pt x="133811" y="49738"/>
                  <a:pt x="133677" y="49872"/>
                </a:cubicBezTo>
                <a:cubicBezTo>
                  <a:pt x="133543" y="49962"/>
                  <a:pt x="133454" y="50051"/>
                  <a:pt x="133320" y="50140"/>
                </a:cubicBezTo>
                <a:cubicBezTo>
                  <a:pt x="133186" y="50274"/>
                  <a:pt x="133097" y="50408"/>
                  <a:pt x="133008" y="50542"/>
                </a:cubicBezTo>
                <a:cubicBezTo>
                  <a:pt x="132918" y="50631"/>
                  <a:pt x="132829" y="50721"/>
                  <a:pt x="132784" y="50855"/>
                </a:cubicBezTo>
                <a:cubicBezTo>
                  <a:pt x="132695" y="51033"/>
                  <a:pt x="132606" y="51212"/>
                  <a:pt x="132561" y="51390"/>
                </a:cubicBezTo>
                <a:cubicBezTo>
                  <a:pt x="132517" y="51480"/>
                  <a:pt x="132472" y="51569"/>
                  <a:pt x="132427" y="51703"/>
                </a:cubicBezTo>
                <a:cubicBezTo>
                  <a:pt x="132338" y="52015"/>
                  <a:pt x="132293" y="52328"/>
                  <a:pt x="132293" y="52641"/>
                </a:cubicBezTo>
                <a:lnTo>
                  <a:pt x="132293" y="99611"/>
                </a:lnTo>
                <a:lnTo>
                  <a:pt x="96485" y="120238"/>
                </a:lnTo>
                <a:lnTo>
                  <a:pt x="96485" y="28307"/>
                </a:lnTo>
                <a:cubicBezTo>
                  <a:pt x="96485" y="27995"/>
                  <a:pt x="96441" y="27682"/>
                  <a:pt x="96351" y="27369"/>
                </a:cubicBezTo>
                <a:cubicBezTo>
                  <a:pt x="96307" y="27280"/>
                  <a:pt x="96262" y="27191"/>
                  <a:pt x="96217" y="27057"/>
                </a:cubicBezTo>
                <a:cubicBezTo>
                  <a:pt x="96173" y="26878"/>
                  <a:pt x="96083" y="26700"/>
                  <a:pt x="95994" y="26521"/>
                </a:cubicBezTo>
                <a:cubicBezTo>
                  <a:pt x="95949" y="26387"/>
                  <a:pt x="95816" y="26298"/>
                  <a:pt x="95771" y="26209"/>
                </a:cubicBezTo>
                <a:cubicBezTo>
                  <a:pt x="95682" y="26075"/>
                  <a:pt x="95548" y="25941"/>
                  <a:pt x="95458" y="25807"/>
                </a:cubicBezTo>
                <a:cubicBezTo>
                  <a:pt x="95369" y="25717"/>
                  <a:pt x="95235" y="25628"/>
                  <a:pt x="95101" y="25539"/>
                </a:cubicBezTo>
                <a:cubicBezTo>
                  <a:pt x="94967" y="25450"/>
                  <a:pt x="94833" y="25316"/>
                  <a:pt x="94699" y="25226"/>
                </a:cubicBezTo>
                <a:lnTo>
                  <a:pt x="51703" y="491"/>
                </a:lnTo>
                <a:cubicBezTo>
                  <a:pt x="51167" y="179"/>
                  <a:pt x="50542" y="0"/>
                  <a:pt x="49917" y="0"/>
                </a:cubicBezTo>
                <a:cubicBezTo>
                  <a:pt x="49292" y="0"/>
                  <a:pt x="48667" y="179"/>
                  <a:pt x="48131" y="491"/>
                </a:cubicBezTo>
                <a:lnTo>
                  <a:pt x="5135" y="25226"/>
                </a:lnTo>
                <a:cubicBezTo>
                  <a:pt x="5001" y="25316"/>
                  <a:pt x="4867" y="25405"/>
                  <a:pt x="4733" y="25539"/>
                </a:cubicBezTo>
                <a:cubicBezTo>
                  <a:pt x="4599" y="25628"/>
                  <a:pt x="4509" y="25718"/>
                  <a:pt x="4376" y="25807"/>
                </a:cubicBezTo>
                <a:cubicBezTo>
                  <a:pt x="4242" y="25941"/>
                  <a:pt x="4152" y="26075"/>
                  <a:pt x="4063" y="26209"/>
                </a:cubicBezTo>
                <a:cubicBezTo>
                  <a:pt x="3974" y="26343"/>
                  <a:pt x="3884" y="26432"/>
                  <a:pt x="3795" y="26521"/>
                </a:cubicBezTo>
                <a:cubicBezTo>
                  <a:pt x="3706" y="26700"/>
                  <a:pt x="3617" y="26878"/>
                  <a:pt x="3572" y="27057"/>
                </a:cubicBezTo>
                <a:cubicBezTo>
                  <a:pt x="3527" y="27146"/>
                  <a:pt x="3483" y="27236"/>
                  <a:pt x="3438" y="27369"/>
                </a:cubicBezTo>
                <a:cubicBezTo>
                  <a:pt x="3349" y="27682"/>
                  <a:pt x="3304" y="27995"/>
                  <a:pt x="3304" y="28307"/>
                </a:cubicBezTo>
                <a:lnTo>
                  <a:pt x="3304" y="175513"/>
                </a:lnTo>
                <a:cubicBezTo>
                  <a:pt x="3304" y="176138"/>
                  <a:pt x="3483" y="176763"/>
                  <a:pt x="3795" y="177299"/>
                </a:cubicBezTo>
                <a:cubicBezTo>
                  <a:pt x="4108" y="177835"/>
                  <a:pt x="4554" y="178281"/>
                  <a:pt x="5090" y="178594"/>
                </a:cubicBezTo>
                <a:lnTo>
                  <a:pt x="91083" y="228109"/>
                </a:lnTo>
                <a:cubicBezTo>
                  <a:pt x="91261" y="228198"/>
                  <a:pt x="91485" y="228287"/>
                  <a:pt x="91663" y="228332"/>
                </a:cubicBezTo>
                <a:cubicBezTo>
                  <a:pt x="91753" y="228377"/>
                  <a:pt x="91842" y="228421"/>
                  <a:pt x="91931" y="228466"/>
                </a:cubicBezTo>
                <a:cubicBezTo>
                  <a:pt x="92512" y="228645"/>
                  <a:pt x="93181" y="228645"/>
                  <a:pt x="93762" y="228466"/>
                </a:cubicBezTo>
                <a:cubicBezTo>
                  <a:pt x="93851" y="228421"/>
                  <a:pt x="93940" y="228377"/>
                  <a:pt x="94030" y="228377"/>
                </a:cubicBezTo>
                <a:cubicBezTo>
                  <a:pt x="94253" y="228287"/>
                  <a:pt x="94476" y="228243"/>
                  <a:pt x="94655" y="228109"/>
                </a:cubicBezTo>
                <a:lnTo>
                  <a:pt x="180648" y="178638"/>
                </a:lnTo>
                <a:cubicBezTo>
                  <a:pt x="181183" y="178326"/>
                  <a:pt x="181630" y="177879"/>
                  <a:pt x="181942" y="177344"/>
                </a:cubicBezTo>
                <a:cubicBezTo>
                  <a:pt x="182255" y="176808"/>
                  <a:pt x="182434" y="176183"/>
                  <a:pt x="182434" y="175558"/>
                </a:cubicBezTo>
                <a:lnTo>
                  <a:pt x="182434" y="128543"/>
                </a:lnTo>
                <a:lnTo>
                  <a:pt x="223599" y="104835"/>
                </a:lnTo>
                <a:cubicBezTo>
                  <a:pt x="224135" y="104522"/>
                  <a:pt x="224582" y="104076"/>
                  <a:pt x="224894" y="103495"/>
                </a:cubicBezTo>
                <a:cubicBezTo>
                  <a:pt x="225207" y="102915"/>
                  <a:pt x="225385" y="102334"/>
                  <a:pt x="225385" y="101709"/>
                </a:cubicBezTo>
                <a:lnTo>
                  <a:pt x="225385" y="52685"/>
                </a:lnTo>
                <a:cubicBezTo>
                  <a:pt x="225385" y="52373"/>
                  <a:pt x="225341" y="52060"/>
                  <a:pt x="225296" y="51748"/>
                </a:cubicBezTo>
                <a:close/>
                <a:moveTo>
                  <a:pt x="49917" y="7724"/>
                </a:moveTo>
                <a:lnTo>
                  <a:pt x="85725" y="28307"/>
                </a:lnTo>
                <a:lnTo>
                  <a:pt x="49917" y="48935"/>
                </a:lnTo>
                <a:lnTo>
                  <a:pt x="14109" y="28307"/>
                </a:lnTo>
                <a:lnTo>
                  <a:pt x="49917" y="7680"/>
                </a:lnTo>
                <a:close/>
                <a:moveTo>
                  <a:pt x="89297" y="34513"/>
                </a:moveTo>
                <a:lnTo>
                  <a:pt x="89297" y="124391"/>
                </a:lnTo>
                <a:cubicBezTo>
                  <a:pt x="74474" y="132918"/>
                  <a:pt x="62552" y="139794"/>
                  <a:pt x="53489" y="145018"/>
                </a:cubicBezTo>
                <a:lnTo>
                  <a:pt x="53489" y="55141"/>
                </a:lnTo>
                <a:cubicBezTo>
                  <a:pt x="68312" y="46613"/>
                  <a:pt x="80233" y="39737"/>
                  <a:pt x="89297" y="34513"/>
                </a:cubicBezTo>
                <a:close/>
                <a:moveTo>
                  <a:pt x="89297" y="218822"/>
                </a:moveTo>
                <a:lnTo>
                  <a:pt x="10492" y="173459"/>
                </a:lnTo>
                <a:lnTo>
                  <a:pt x="10492" y="34513"/>
                </a:lnTo>
                <a:cubicBezTo>
                  <a:pt x="19556" y="39737"/>
                  <a:pt x="31522" y="46613"/>
                  <a:pt x="46300" y="55141"/>
                </a:cubicBezTo>
                <a:lnTo>
                  <a:pt x="46300" y="151224"/>
                </a:lnTo>
                <a:cubicBezTo>
                  <a:pt x="46300" y="151358"/>
                  <a:pt x="46345" y="151492"/>
                  <a:pt x="46345" y="151626"/>
                </a:cubicBezTo>
                <a:cubicBezTo>
                  <a:pt x="46345" y="151805"/>
                  <a:pt x="46390" y="151983"/>
                  <a:pt x="46434" y="152162"/>
                </a:cubicBezTo>
                <a:cubicBezTo>
                  <a:pt x="46479" y="152296"/>
                  <a:pt x="46524" y="152430"/>
                  <a:pt x="46613" y="152564"/>
                </a:cubicBezTo>
                <a:cubicBezTo>
                  <a:pt x="46658" y="152698"/>
                  <a:pt x="46747" y="152876"/>
                  <a:pt x="46792" y="153010"/>
                </a:cubicBezTo>
                <a:cubicBezTo>
                  <a:pt x="46881" y="153144"/>
                  <a:pt x="46970" y="153233"/>
                  <a:pt x="47059" y="153367"/>
                </a:cubicBezTo>
                <a:cubicBezTo>
                  <a:pt x="47149" y="153501"/>
                  <a:pt x="47238" y="153635"/>
                  <a:pt x="47372" y="153725"/>
                </a:cubicBezTo>
                <a:cubicBezTo>
                  <a:pt x="47461" y="153814"/>
                  <a:pt x="47595" y="153903"/>
                  <a:pt x="47729" y="153992"/>
                </a:cubicBezTo>
                <a:cubicBezTo>
                  <a:pt x="47863" y="154082"/>
                  <a:pt x="47997" y="154216"/>
                  <a:pt x="48131" y="154305"/>
                </a:cubicBezTo>
                <a:lnTo>
                  <a:pt x="89297" y="177611"/>
                </a:lnTo>
                <a:lnTo>
                  <a:pt x="89342" y="218867"/>
                </a:lnTo>
                <a:close/>
                <a:moveTo>
                  <a:pt x="92869" y="171405"/>
                </a:moveTo>
                <a:lnTo>
                  <a:pt x="57150" y="151180"/>
                </a:lnTo>
                <a:cubicBezTo>
                  <a:pt x="81573" y="137115"/>
                  <a:pt x="107826" y="122024"/>
                  <a:pt x="135865" y="105861"/>
                </a:cubicBezTo>
                <a:lnTo>
                  <a:pt x="171629" y="126444"/>
                </a:lnTo>
                <a:cubicBezTo>
                  <a:pt x="158502" y="133945"/>
                  <a:pt x="132249" y="148903"/>
                  <a:pt x="92869" y="171405"/>
                </a:cubicBezTo>
                <a:close/>
                <a:moveTo>
                  <a:pt x="175245" y="173459"/>
                </a:moveTo>
                <a:lnTo>
                  <a:pt x="96441" y="218822"/>
                </a:lnTo>
                <a:lnTo>
                  <a:pt x="96441" y="177611"/>
                </a:lnTo>
                <a:cubicBezTo>
                  <a:pt x="141714" y="151805"/>
                  <a:pt x="167967" y="136803"/>
                  <a:pt x="175245" y="132606"/>
                </a:cubicBezTo>
                <a:lnTo>
                  <a:pt x="175245" y="173415"/>
                </a:lnTo>
                <a:close/>
                <a:moveTo>
                  <a:pt x="175245" y="120283"/>
                </a:moveTo>
                <a:cubicBezTo>
                  <a:pt x="166181" y="115104"/>
                  <a:pt x="154216" y="108228"/>
                  <a:pt x="139437" y="99700"/>
                </a:cubicBezTo>
                <a:lnTo>
                  <a:pt x="139437" y="58891"/>
                </a:lnTo>
                <a:cubicBezTo>
                  <a:pt x="148501" y="64115"/>
                  <a:pt x="160466" y="70991"/>
                  <a:pt x="175245" y="79519"/>
                </a:cubicBezTo>
                <a:lnTo>
                  <a:pt x="175245" y="120283"/>
                </a:lnTo>
                <a:close/>
                <a:moveTo>
                  <a:pt x="178817" y="73268"/>
                </a:moveTo>
                <a:lnTo>
                  <a:pt x="143009" y="52641"/>
                </a:lnTo>
                <a:lnTo>
                  <a:pt x="178817" y="32013"/>
                </a:lnTo>
                <a:lnTo>
                  <a:pt x="214625" y="52596"/>
                </a:lnTo>
                <a:lnTo>
                  <a:pt x="178817" y="73223"/>
                </a:lnTo>
                <a:close/>
                <a:moveTo>
                  <a:pt x="182389" y="120283"/>
                </a:moveTo>
                <a:lnTo>
                  <a:pt x="182389" y="79519"/>
                </a:lnTo>
                <a:cubicBezTo>
                  <a:pt x="197212" y="70991"/>
                  <a:pt x="209178" y="64115"/>
                  <a:pt x="218242" y="58891"/>
                </a:cubicBezTo>
                <a:lnTo>
                  <a:pt x="218242" y="99700"/>
                </a:lnTo>
                <a:lnTo>
                  <a:pt x="182389" y="120328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7839075" y="1676400"/>
            <a:ext cx="11525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Laravel</a:t>
            </a:r>
            <a:endParaRPr b="0" i="0" sz="1600" u="none" cap="none" strike="noStrike"/>
          </a:p>
        </p:txBody>
      </p:sp>
      <p:sp>
        <p:nvSpPr>
          <p:cNvPr id="121" name="Google Shape;121;p3"/>
          <p:cNvSpPr/>
          <p:nvPr/>
        </p:nvSpPr>
        <p:spPr>
          <a:xfrm>
            <a:off x="7839075" y="1943100"/>
            <a:ext cx="1123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Server / Backend</a:t>
            </a:r>
            <a:endParaRPr b="0" i="0" sz="1600" u="none" cap="none" strike="noStrike"/>
          </a:p>
        </p:txBody>
      </p:sp>
      <p:sp>
        <p:nvSpPr>
          <p:cNvPr id="122" name="Google Shape;122;p3"/>
          <p:cNvSpPr/>
          <p:nvPr/>
        </p:nvSpPr>
        <p:spPr>
          <a:xfrm>
            <a:off x="7191375" y="2324100"/>
            <a:ext cx="4171950" cy="419100"/>
          </a:xfrm>
          <a:custGeom>
            <a:rect b="b" l="l" r="r" t="t"/>
            <a:pathLst>
              <a:path extrusionOk="0" h="419100" w="4171950">
                <a:moveTo>
                  <a:pt x="76201" y="0"/>
                </a:moveTo>
                <a:lnTo>
                  <a:pt x="4095749" y="0"/>
                </a:lnTo>
                <a:cubicBezTo>
                  <a:pt x="4137834" y="0"/>
                  <a:pt x="4171950" y="34116"/>
                  <a:pt x="4171950" y="76201"/>
                </a:cubicBezTo>
                <a:lnTo>
                  <a:pt x="4171950" y="342899"/>
                </a:lnTo>
                <a:cubicBezTo>
                  <a:pt x="4171950" y="384984"/>
                  <a:pt x="4137834" y="419100"/>
                  <a:pt x="409574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7324725" y="245745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7572375" y="2438400"/>
            <a:ext cx="819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Terima Data</a:t>
            </a:r>
            <a:endParaRPr b="0" i="0" sz="1600" u="none" cap="none" strike="noStrike"/>
          </a:p>
        </p:txBody>
      </p:sp>
      <p:sp>
        <p:nvSpPr>
          <p:cNvPr id="125" name="Google Shape;125;p3"/>
          <p:cNvSpPr/>
          <p:nvPr/>
        </p:nvSpPr>
        <p:spPr>
          <a:xfrm>
            <a:off x="7191375" y="2819400"/>
            <a:ext cx="4171950" cy="419100"/>
          </a:xfrm>
          <a:custGeom>
            <a:rect b="b" l="l" r="r" t="t"/>
            <a:pathLst>
              <a:path extrusionOk="0" h="419100" w="4171950">
                <a:moveTo>
                  <a:pt x="76201" y="0"/>
                </a:moveTo>
                <a:lnTo>
                  <a:pt x="4095749" y="0"/>
                </a:lnTo>
                <a:cubicBezTo>
                  <a:pt x="4137834" y="0"/>
                  <a:pt x="4171950" y="34116"/>
                  <a:pt x="4171950" y="76201"/>
                </a:cubicBezTo>
                <a:lnTo>
                  <a:pt x="4171950" y="342899"/>
                </a:lnTo>
                <a:cubicBezTo>
                  <a:pt x="4171950" y="384984"/>
                  <a:pt x="4137834" y="419100"/>
                  <a:pt x="409574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7334250" y="2952750"/>
            <a:ext cx="133350" cy="152400"/>
          </a:xfrm>
          <a:custGeom>
            <a:rect b="b" l="l" r="r" t="t"/>
            <a:pathLst>
              <a:path extrusionOk="0" h="152400" w="13335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F59E0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7572375" y="2933700"/>
            <a:ext cx="933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Simpan ke DB</a:t>
            </a:r>
            <a:endParaRPr b="0" i="0" sz="1600" u="none" cap="none" strike="noStrike"/>
          </a:p>
        </p:txBody>
      </p:sp>
      <p:sp>
        <p:nvSpPr>
          <p:cNvPr id="128" name="Google Shape;128;p3"/>
          <p:cNvSpPr/>
          <p:nvPr/>
        </p:nvSpPr>
        <p:spPr>
          <a:xfrm>
            <a:off x="4428827" y="3605213"/>
            <a:ext cx="3333750" cy="771525"/>
          </a:xfrm>
          <a:custGeom>
            <a:rect b="b" l="l" r="r" t="t"/>
            <a:pathLst>
              <a:path extrusionOk="0" h="771525" w="3333750">
                <a:moveTo>
                  <a:pt x="114301" y="0"/>
                </a:moveTo>
                <a:lnTo>
                  <a:pt x="3219449" y="0"/>
                </a:lnTo>
                <a:cubicBezTo>
                  <a:pt x="3282576" y="0"/>
                  <a:pt x="3333750" y="51174"/>
                  <a:pt x="3333750" y="114301"/>
                </a:cubicBezTo>
                <a:lnTo>
                  <a:pt x="3333750" y="657224"/>
                </a:lnTo>
                <a:cubicBezTo>
                  <a:pt x="3333750" y="720351"/>
                  <a:pt x="3282576" y="771525"/>
                  <a:pt x="3219449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cap="flat" cmpd="sng" w="12700">
            <a:solidFill>
              <a:srgbClr val="F59E0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4585990" y="376237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4731246" y="3895725"/>
            <a:ext cx="166688" cy="190500"/>
          </a:xfrm>
          <a:custGeom>
            <a:rect b="b" l="l" r="r" t="t"/>
            <a:pathLst>
              <a:path extrusionOk="0" h="190500" w="166688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5195590" y="3762375"/>
            <a:ext cx="2486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MySQL Database</a:t>
            </a:r>
            <a:endParaRPr b="0" i="0" sz="1600" u="none" cap="none" strike="noStrike"/>
          </a:p>
        </p:txBody>
      </p:sp>
      <p:sp>
        <p:nvSpPr>
          <p:cNvPr id="132" name="Google Shape;132;p3"/>
          <p:cNvSpPr/>
          <p:nvPr/>
        </p:nvSpPr>
        <p:spPr>
          <a:xfrm>
            <a:off x="5195590" y="4029075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Penyimpanan Permanen • 24/7 Online</a:t>
            </a:r>
            <a:endParaRPr b="0" i="0" sz="1600" u="none" cap="none" strike="noStrike"/>
          </a:p>
        </p:txBody>
      </p:sp>
      <p:sp>
        <p:nvSpPr>
          <p:cNvPr id="133" name="Google Shape;133;p3"/>
          <p:cNvSpPr/>
          <p:nvPr/>
        </p:nvSpPr>
        <p:spPr>
          <a:xfrm>
            <a:off x="385763" y="4776788"/>
            <a:ext cx="11420475" cy="1685925"/>
          </a:xfrm>
          <a:custGeom>
            <a:rect b="b" l="l" r="r" t="t"/>
            <a:pathLst>
              <a:path extrusionOk="0" h="1685925" w="11420475">
                <a:moveTo>
                  <a:pt x="114306" y="0"/>
                </a:moveTo>
                <a:lnTo>
                  <a:pt x="11306169" y="0"/>
                </a:lnTo>
                <a:cubicBezTo>
                  <a:pt x="11369299" y="0"/>
                  <a:pt x="11420475" y="51176"/>
                  <a:pt x="11420475" y="114306"/>
                </a:cubicBezTo>
                <a:lnTo>
                  <a:pt x="11420475" y="1571619"/>
                </a:lnTo>
                <a:cubicBezTo>
                  <a:pt x="11420475" y="1634749"/>
                  <a:pt x="11369299" y="1685925"/>
                  <a:pt x="11306169" y="1685925"/>
                </a:cubicBezTo>
                <a:lnTo>
                  <a:pt x="114306" y="1685925"/>
                </a:lnTo>
                <a:cubicBezTo>
                  <a:pt x="51176" y="1685925"/>
                  <a:pt x="0" y="1634749"/>
                  <a:pt x="0" y="15716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1E293B">
              <a:alpha val="40000"/>
            </a:srgbClr>
          </a:solidFill>
          <a:ln cap="flat" cmpd="sng" w="12700">
            <a:solidFill>
              <a:srgbClr val="F1F5F9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561975" y="4972050"/>
            <a:ext cx="152400" cy="152400"/>
          </a:xfrm>
          <a:custGeom>
            <a:rect b="b" l="l" r="r" t="t"/>
            <a:pathLst>
              <a:path extrusionOk="0" h="152400" w="152400">
                <a:moveTo>
                  <a:pt x="19020" y="4286"/>
                </a:moveTo>
                <a:cubicBezTo>
                  <a:pt x="18782" y="1845"/>
                  <a:pt x="16728" y="0"/>
                  <a:pt x="14288" y="0"/>
                </a:cubicBezTo>
                <a:cubicBezTo>
                  <a:pt x="11847" y="0"/>
                  <a:pt x="9793" y="1845"/>
                  <a:pt x="9525" y="4256"/>
                </a:cubicBezTo>
                <a:lnTo>
                  <a:pt x="5328" y="44559"/>
                </a:lnTo>
                <a:cubicBezTo>
                  <a:pt x="4941" y="46345"/>
                  <a:pt x="4763" y="48161"/>
                  <a:pt x="4763" y="49976"/>
                </a:cubicBezTo>
                <a:cubicBezTo>
                  <a:pt x="4763" y="63639"/>
                  <a:pt x="15210" y="74861"/>
                  <a:pt x="28575" y="76081"/>
                </a:cubicBezTo>
                <a:lnTo>
                  <a:pt x="28575" y="142875"/>
                </a:lnTo>
                <a:cubicBezTo>
                  <a:pt x="28575" y="148144"/>
                  <a:pt x="32831" y="152400"/>
                  <a:pt x="38100" y="152400"/>
                </a:cubicBezTo>
                <a:cubicBezTo>
                  <a:pt x="43369" y="152400"/>
                  <a:pt x="47625" y="148144"/>
                  <a:pt x="47625" y="142875"/>
                </a:cubicBezTo>
                <a:lnTo>
                  <a:pt x="47625" y="76081"/>
                </a:lnTo>
                <a:cubicBezTo>
                  <a:pt x="60990" y="74861"/>
                  <a:pt x="71438" y="63639"/>
                  <a:pt x="71438" y="49976"/>
                </a:cubicBezTo>
                <a:cubicBezTo>
                  <a:pt x="71438" y="48161"/>
                  <a:pt x="71259" y="46345"/>
                  <a:pt x="70872" y="44559"/>
                </a:cubicBezTo>
                <a:lnTo>
                  <a:pt x="66645" y="4256"/>
                </a:lnTo>
                <a:cubicBezTo>
                  <a:pt x="66407" y="1845"/>
                  <a:pt x="64353" y="0"/>
                  <a:pt x="61912" y="0"/>
                </a:cubicBezTo>
                <a:cubicBezTo>
                  <a:pt x="59472" y="0"/>
                  <a:pt x="57418" y="1845"/>
                  <a:pt x="57180" y="4286"/>
                </a:cubicBezTo>
                <a:lnTo>
                  <a:pt x="53132" y="44619"/>
                </a:lnTo>
                <a:cubicBezTo>
                  <a:pt x="52953" y="46315"/>
                  <a:pt x="51524" y="47625"/>
                  <a:pt x="49828" y="47625"/>
                </a:cubicBezTo>
                <a:cubicBezTo>
                  <a:pt x="48101" y="47625"/>
                  <a:pt x="46673" y="46315"/>
                  <a:pt x="46494" y="44589"/>
                </a:cubicBezTo>
                <a:lnTo>
                  <a:pt x="42833" y="4346"/>
                </a:lnTo>
                <a:cubicBezTo>
                  <a:pt x="42624" y="1875"/>
                  <a:pt x="40571" y="0"/>
                  <a:pt x="38100" y="0"/>
                </a:cubicBezTo>
                <a:cubicBezTo>
                  <a:pt x="35629" y="0"/>
                  <a:pt x="33576" y="1875"/>
                  <a:pt x="33367" y="4346"/>
                </a:cubicBezTo>
                <a:lnTo>
                  <a:pt x="29706" y="44589"/>
                </a:lnTo>
                <a:cubicBezTo>
                  <a:pt x="29557" y="46315"/>
                  <a:pt x="28099" y="47625"/>
                  <a:pt x="26372" y="47625"/>
                </a:cubicBezTo>
                <a:cubicBezTo>
                  <a:pt x="24646" y="47625"/>
                  <a:pt x="23217" y="46315"/>
                  <a:pt x="23068" y="44619"/>
                </a:cubicBezTo>
                <a:lnTo>
                  <a:pt x="19020" y="4286"/>
                </a:lnTo>
                <a:close/>
                <a:moveTo>
                  <a:pt x="133350" y="0"/>
                </a:moveTo>
                <a:cubicBezTo>
                  <a:pt x="128588" y="0"/>
                  <a:pt x="95250" y="9525"/>
                  <a:pt x="95250" y="52388"/>
                </a:cubicBezTo>
                <a:lnTo>
                  <a:pt x="95250" y="85725"/>
                </a:lnTo>
                <a:cubicBezTo>
                  <a:pt x="95250" y="96232"/>
                  <a:pt x="103793" y="104775"/>
                  <a:pt x="114300" y="104775"/>
                </a:cubicBezTo>
                <a:lnTo>
                  <a:pt x="123825" y="104775"/>
                </a:lnTo>
                <a:lnTo>
                  <a:pt x="123825" y="142875"/>
                </a:lnTo>
                <a:cubicBezTo>
                  <a:pt x="123825" y="148144"/>
                  <a:pt x="128081" y="152400"/>
                  <a:pt x="133350" y="152400"/>
                </a:cubicBezTo>
                <a:cubicBezTo>
                  <a:pt x="138619" y="152400"/>
                  <a:pt x="142875" y="148144"/>
                  <a:pt x="142875" y="142875"/>
                </a:cubicBezTo>
                <a:lnTo>
                  <a:pt x="142875" y="9525"/>
                </a:lnTo>
                <a:cubicBezTo>
                  <a:pt x="142875" y="4256"/>
                  <a:pt x="138619" y="0"/>
                  <a:pt x="133350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733425" y="4933950"/>
            <a:ext cx="10991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Analogi Restoran Lengkap</a:t>
            </a:r>
            <a:endParaRPr b="0" i="0" sz="1600" u="none" cap="none" strike="noStrike"/>
          </a:p>
        </p:txBody>
      </p:sp>
      <p:sp>
        <p:nvSpPr>
          <p:cNvPr id="136" name="Google Shape;136;p3"/>
          <p:cNvSpPr/>
          <p:nvPr/>
        </p:nvSpPr>
        <p:spPr>
          <a:xfrm>
            <a:off x="542925" y="5276850"/>
            <a:ext cx="2133600" cy="1028700"/>
          </a:xfrm>
          <a:custGeom>
            <a:rect b="b" l="l" r="r" t="t"/>
            <a:pathLst>
              <a:path extrusionOk="0" h="1028700" w="2133600">
                <a:moveTo>
                  <a:pt x="76196" y="0"/>
                </a:moveTo>
                <a:lnTo>
                  <a:pt x="2057404" y="0"/>
                </a:lnTo>
                <a:cubicBezTo>
                  <a:pt x="2099486" y="0"/>
                  <a:pt x="2133600" y="34114"/>
                  <a:pt x="2133600" y="76196"/>
                </a:cubicBezTo>
                <a:lnTo>
                  <a:pt x="2133600" y="952504"/>
                </a:lnTo>
                <a:cubicBezTo>
                  <a:pt x="2133600" y="994586"/>
                  <a:pt x="2099486" y="1028700"/>
                  <a:pt x="205740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1417290" y="539115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1531590" y="5505450"/>
            <a:ext cx="152400" cy="152400"/>
          </a:xfrm>
          <a:custGeom>
            <a:rect b="b" l="l" r="r" t="t"/>
            <a:pathLst>
              <a:path extrusionOk="0" h="152400" w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04775"/>
                </a:lnTo>
                <a:cubicBezTo>
                  <a:pt x="0" y="115282"/>
                  <a:pt x="8543" y="123825"/>
                  <a:pt x="19050" y="123825"/>
                </a:cubicBezTo>
                <a:lnTo>
                  <a:pt x="61912" y="123825"/>
                </a:lnTo>
                <a:lnTo>
                  <a:pt x="57150" y="138113"/>
                </a:lnTo>
                <a:lnTo>
                  <a:pt x="35719" y="138113"/>
                </a:lnTo>
                <a:cubicBezTo>
                  <a:pt x="31760" y="138113"/>
                  <a:pt x="28575" y="141297"/>
                  <a:pt x="28575" y="145256"/>
                </a:cubicBezTo>
                <a:cubicBezTo>
                  <a:pt x="28575" y="149215"/>
                  <a:pt x="31760" y="152400"/>
                  <a:pt x="35719" y="152400"/>
                </a:cubicBezTo>
                <a:lnTo>
                  <a:pt x="116681" y="152400"/>
                </a:lnTo>
                <a:cubicBezTo>
                  <a:pt x="120640" y="152400"/>
                  <a:pt x="123825" y="149215"/>
                  <a:pt x="123825" y="145256"/>
                </a:cubicBezTo>
                <a:cubicBezTo>
                  <a:pt x="123825" y="141297"/>
                  <a:pt x="120640" y="138113"/>
                  <a:pt x="116681" y="138113"/>
                </a:cubicBezTo>
                <a:lnTo>
                  <a:pt x="95250" y="138113"/>
                </a:lnTo>
                <a:lnTo>
                  <a:pt x="90488" y="123825"/>
                </a:lnTo>
                <a:lnTo>
                  <a:pt x="133350" y="123825"/>
                </a:lnTo>
                <a:cubicBezTo>
                  <a:pt x="143857" y="123825"/>
                  <a:pt x="152400" y="115282"/>
                  <a:pt x="152400" y="104775"/>
                </a:cubicBezTo>
                <a:lnTo>
                  <a:pt x="152400" y="28575"/>
                </a:lnTo>
                <a:cubicBezTo>
                  <a:pt x="152400" y="18068"/>
                  <a:pt x="143857" y="9525"/>
                  <a:pt x="133350" y="9525"/>
                </a:cubicBezTo>
                <a:lnTo>
                  <a:pt x="19050" y="9525"/>
                </a:lnTo>
                <a:close/>
                <a:moveTo>
                  <a:pt x="28575" y="28575"/>
                </a:move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lnTo>
                  <a:pt x="133350" y="85725"/>
                </a:lnTo>
                <a:cubicBezTo>
                  <a:pt x="133350" y="90994"/>
                  <a:pt x="129094" y="95250"/>
                  <a:pt x="123825" y="95250"/>
                </a:cubicBezTo>
                <a:lnTo>
                  <a:pt x="28575" y="95250"/>
                </a:lnTo>
                <a:cubicBezTo>
                  <a:pt x="23306" y="95250"/>
                  <a:pt x="19050" y="90994"/>
                  <a:pt x="19050" y="85725"/>
                </a:cubicBezTo>
                <a:lnTo>
                  <a:pt x="19050" y="38100"/>
                </a:lnTo>
                <a:cubicBezTo>
                  <a:pt x="19050" y="32831"/>
                  <a:pt x="23306" y="28575"/>
                  <a:pt x="28575" y="28575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628650" y="5848350"/>
            <a:ext cx="1962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b="0" i="0" sz="1600" u="none" cap="none" strike="noStrike"/>
          </a:p>
        </p:txBody>
      </p:sp>
      <p:sp>
        <p:nvSpPr>
          <p:cNvPr id="140" name="Google Shape;140;p3"/>
          <p:cNvSpPr/>
          <p:nvPr/>
        </p:nvSpPr>
        <p:spPr>
          <a:xfrm>
            <a:off x="628650" y="6038850"/>
            <a:ext cx="1962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Meja &amp; Menu</a:t>
            </a:r>
            <a:endParaRPr b="0" i="0" sz="1600" u="none" cap="none" strike="noStrike"/>
          </a:p>
        </p:txBody>
      </p:sp>
      <p:sp>
        <p:nvSpPr>
          <p:cNvPr id="141" name="Google Shape;141;p3"/>
          <p:cNvSpPr/>
          <p:nvPr/>
        </p:nvSpPr>
        <p:spPr>
          <a:xfrm>
            <a:off x="2786955" y="5276850"/>
            <a:ext cx="2133600" cy="1028700"/>
          </a:xfrm>
          <a:custGeom>
            <a:rect b="b" l="l" r="r" t="t"/>
            <a:pathLst>
              <a:path extrusionOk="0" h="1028700" w="2133600">
                <a:moveTo>
                  <a:pt x="76196" y="0"/>
                </a:moveTo>
                <a:lnTo>
                  <a:pt x="2057404" y="0"/>
                </a:lnTo>
                <a:cubicBezTo>
                  <a:pt x="2099486" y="0"/>
                  <a:pt x="2133600" y="34114"/>
                  <a:pt x="2133600" y="76196"/>
                </a:cubicBezTo>
                <a:lnTo>
                  <a:pt x="2133600" y="952504"/>
                </a:lnTo>
                <a:cubicBezTo>
                  <a:pt x="2133600" y="994586"/>
                  <a:pt x="2099486" y="1028700"/>
                  <a:pt x="205740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3661321" y="539115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D46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3794671" y="5505450"/>
            <a:ext cx="114300" cy="152400"/>
          </a:xfrm>
          <a:custGeom>
            <a:rect b="b" l="l" r="r" t="t"/>
            <a:pathLst>
              <a:path extrusionOk="0" h="152400" w="114300">
                <a:moveTo>
                  <a:pt x="57150" y="23813"/>
                </a:moveTo>
                <a:cubicBezTo>
                  <a:pt x="66350" y="23813"/>
                  <a:pt x="73819" y="16343"/>
                  <a:pt x="73819" y="7144"/>
                </a:cubicBezTo>
                <a:cubicBezTo>
                  <a:pt x="73819" y="-2056"/>
                  <a:pt x="66350" y="-9525"/>
                  <a:pt x="57150" y="-9525"/>
                </a:cubicBezTo>
                <a:cubicBezTo>
                  <a:pt x="47950" y="-9525"/>
                  <a:pt x="40481" y="-2056"/>
                  <a:pt x="40481" y="7144"/>
                </a:cubicBezTo>
                <a:cubicBezTo>
                  <a:pt x="40481" y="16343"/>
                  <a:pt x="47950" y="23813"/>
                  <a:pt x="57150" y="23813"/>
                </a:cubicBezTo>
                <a:close/>
                <a:moveTo>
                  <a:pt x="31373" y="67836"/>
                </a:moveTo>
                <a:lnTo>
                  <a:pt x="38100" y="61109"/>
                </a:lnTo>
                <a:lnTo>
                  <a:pt x="38100" y="81736"/>
                </a:lnTo>
                <a:cubicBezTo>
                  <a:pt x="38100" y="90071"/>
                  <a:pt x="41731" y="98018"/>
                  <a:pt x="48071" y="103436"/>
                </a:cubicBezTo>
                <a:lnTo>
                  <a:pt x="69324" y="121652"/>
                </a:lnTo>
                <a:cubicBezTo>
                  <a:pt x="71080" y="123170"/>
                  <a:pt x="72241" y="125254"/>
                  <a:pt x="72569" y="127546"/>
                </a:cubicBezTo>
                <a:lnTo>
                  <a:pt x="76319" y="153769"/>
                </a:lnTo>
                <a:cubicBezTo>
                  <a:pt x="77063" y="158978"/>
                  <a:pt x="81885" y="162610"/>
                  <a:pt x="87094" y="161865"/>
                </a:cubicBezTo>
                <a:cubicBezTo>
                  <a:pt x="92303" y="161121"/>
                  <a:pt x="95935" y="156299"/>
                  <a:pt x="95190" y="151090"/>
                </a:cubicBezTo>
                <a:lnTo>
                  <a:pt x="91440" y="124867"/>
                </a:lnTo>
                <a:cubicBezTo>
                  <a:pt x="90458" y="117991"/>
                  <a:pt x="87005" y="111740"/>
                  <a:pt x="81736" y="107216"/>
                </a:cubicBezTo>
                <a:lnTo>
                  <a:pt x="71467" y="98405"/>
                </a:lnTo>
                <a:lnTo>
                  <a:pt x="71467" y="64115"/>
                </a:lnTo>
                <a:lnTo>
                  <a:pt x="72598" y="65514"/>
                </a:lnTo>
                <a:cubicBezTo>
                  <a:pt x="78016" y="72301"/>
                  <a:pt x="86231" y="76230"/>
                  <a:pt x="94923" y="76230"/>
                </a:cubicBezTo>
                <a:lnTo>
                  <a:pt x="104805" y="76230"/>
                </a:lnTo>
                <a:cubicBezTo>
                  <a:pt x="110073" y="76230"/>
                  <a:pt x="114330" y="71973"/>
                  <a:pt x="114330" y="66705"/>
                </a:cubicBezTo>
                <a:cubicBezTo>
                  <a:pt x="114330" y="61436"/>
                  <a:pt x="110073" y="57180"/>
                  <a:pt x="104805" y="57180"/>
                </a:cubicBezTo>
                <a:lnTo>
                  <a:pt x="94923" y="57180"/>
                </a:lnTo>
                <a:cubicBezTo>
                  <a:pt x="92035" y="57180"/>
                  <a:pt x="89297" y="55870"/>
                  <a:pt x="87481" y="53608"/>
                </a:cubicBezTo>
                <a:lnTo>
                  <a:pt x="82153" y="46940"/>
                </a:lnTo>
                <a:cubicBezTo>
                  <a:pt x="75307" y="38368"/>
                  <a:pt x="64919" y="33367"/>
                  <a:pt x="53935" y="33367"/>
                </a:cubicBezTo>
                <a:cubicBezTo>
                  <a:pt x="44351" y="33367"/>
                  <a:pt x="35153" y="37177"/>
                  <a:pt x="28396" y="43964"/>
                </a:cubicBezTo>
                <a:lnTo>
                  <a:pt x="17889" y="54352"/>
                </a:lnTo>
                <a:cubicBezTo>
                  <a:pt x="12531" y="59710"/>
                  <a:pt x="9525" y="66973"/>
                  <a:pt x="9525" y="74563"/>
                </a:cubicBezTo>
                <a:lnTo>
                  <a:pt x="9525" y="85725"/>
                </a:lnTo>
                <a:cubicBezTo>
                  <a:pt x="9525" y="90994"/>
                  <a:pt x="13781" y="95250"/>
                  <a:pt x="19050" y="95250"/>
                </a:cubicBezTo>
                <a:cubicBezTo>
                  <a:pt x="24319" y="95250"/>
                  <a:pt x="28575" y="90994"/>
                  <a:pt x="28575" y="85725"/>
                </a:cubicBezTo>
                <a:lnTo>
                  <a:pt x="28575" y="74563"/>
                </a:lnTo>
                <a:cubicBezTo>
                  <a:pt x="28575" y="72033"/>
                  <a:pt x="29587" y="69622"/>
                  <a:pt x="31373" y="67836"/>
                </a:cubicBezTo>
                <a:close/>
                <a:moveTo>
                  <a:pt x="35064" y="121235"/>
                </a:moveTo>
                <a:cubicBezTo>
                  <a:pt x="34617" y="122783"/>
                  <a:pt x="33784" y="124212"/>
                  <a:pt x="32653" y="125343"/>
                </a:cubicBezTo>
                <a:lnTo>
                  <a:pt x="12323" y="145673"/>
                </a:lnTo>
                <a:cubicBezTo>
                  <a:pt x="8602" y="149394"/>
                  <a:pt x="8602" y="155436"/>
                  <a:pt x="12323" y="159157"/>
                </a:cubicBezTo>
                <a:cubicBezTo>
                  <a:pt x="16044" y="162877"/>
                  <a:pt x="22086" y="162877"/>
                  <a:pt x="25807" y="159157"/>
                </a:cubicBezTo>
                <a:lnTo>
                  <a:pt x="46137" y="138827"/>
                </a:lnTo>
                <a:cubicBezTo>
                  <a:pt x="49560" y="135404"/>
                  <a:pt x="52060" y="131147"/>
                  <a:pt x="53400" y="126474"/>
                </a:cubicBezTo>
                <a:lnTo>
                  <a:pt x="54054" y="124212"/>
                </a:lnTo>
                <a:lnTo>
                  <a:pt x="40362" y="112484"/>
                </a:lnTo>
                <a:cubicBezTo>
                  <a:pt x="39618" y="111829"/>
                  <a:pt x="38874" y="111175"/>
                  <a:pt x="38160" y="110460"/>
                </a:cubicBezTo>
                <a:lnTo>
                  <a:pt x="35064" y="121235"/>
                </a:lnTo>
                <a:close/>
              </a:path>
            </a:pathLst>
          </a:custGeom>
          <a:solidFill>
            <a:srgbClr val="C2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2872680" y="5848350"/>
            <a:ext cx="1962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HTTP</a:t>
            </a:r>
            <a:endParaRPr b="0" i="0" sz="1600" u="none" cap="none" strike="noStrike"/>
          </a:p>
        </p:txBody>
      </p:sp>
      <p:sp>
        <p:nvSpPr>
          <p:cNvPr id="145" name="Google Shape;145;p3"/>
          <p:cNvSpPr/>
          <p:nvPr/>
        </p:nvSpPr>
        <p:spPr>
          <a:xfrm>
            <a:off x="2872680" y="6038850"/>
            <a:ext cx="1962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Pelayan</a:t>
            </a:r>
            <a:endParaRPr b="0" i="0" sz="1600" u="none" cap="none" strike="noStrike"/>
          </a:p>
        </p:txBody>
      </p:sp>
      <p:sp>
        <p:nvSpPr>
          <p:cNvPr id="146" name="Google Shape;146;p3"/>
          <p:cNvSpPr/>
          <p:nvPr/>
        </p:nvSpPr>
        <p:spPr>
          <a:xfrm>
            <a:off x="5031060" y="5276850"/>
            <a:ext cx="2133600" cy="1028700"/>
          </a:xfrm>
          <a:custGeom>
            <a:rect b="b" l="l" r="r" t="t"/>
            <a:pathLst>
              <a:path extrusionOk="0" h="1028700" w="2133600">
                <a:moveTo>
                  <a:pt x="76196" y="0"/>
                </a:moveTo>
                <a:lnTo>
                  <a:pt x="2057404" y="0"/>
                </a:lnTo>
                <a:cubicBezTo>
                  <a:pt x="2099486" y="0"/>
                  <a:pt x="2133600" y="34114"/>
                  <a:pt x="2133600" y="76196"/>
                </a:cubicBezTo>
                <a:lnTo>
                  <a:pt x="2133600" y="952504"/>
                </a:lnTo>
                <a:cubicBezTo>
                  <a:pt x="2133600" y="994586"/>
                  <a:pt x="2099486" y="1028700"/>
                  <a:pt x="205740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5905426" y="539115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6019726" y="5505450"/>
            <a:ext cx="152400" cy="152400"/>
          </a:xfrm>
          <a:custGeom>
            <a:rect b="b" l="l" r="r" t="t"/>
            <a:pathLst>
              <a:path extrusionOk="0" h="152400" w="152400">
                <a:moveTo>
                  <a:pt x="150197" y="34469"/>
                </a:moveTo>
                <a:cubicBezTo>
                  <a:pt x="150168" y="34409"/>
                  <a:pt x="150138" y="34320"/>
                  <a:pt x="150108" y="34260"/>
                </a:cubicBezTo>
                <a:cubicBezTo>
                  <a:pt x="150078" y="34141"/>
                  <a:pt x="150019" y="34022"/>
                  <a:pt x="149959" y="33903"/>
                </a:cubicBezTo>
                <a:cubicBezTo>
                  <a:pt x="149900" y="33844"/>
                  <a:pt x="149870" y="33754"/>
                  <a:pt x="149810" y="33695"/>
                </a:cubicBezTo>
                <a:cubicBezTo>
                  <a:pt x="149751" y="33605"/>
                  <a:pt x="149662" y="33516"/>
                  <a:pt x="149602" y="33427"/>
                </a:cubicBezTo>
                <a:cubicBezTo>
                  <a:pt x="149543" y="33367"/>
                  <a:pt x="149453" y="33308"/>
                  <a:pt x="149364" y="33248"/>
                </a:cubicBezTo>
                <a:cubicBezTo>
                  <a:pt x="149275" y="33189"/>
                  <a:pt x="149185" y="33099"/>
                  <a:pt x="149096" y="33040"/>
                </a:cubicBezTo>
                <a:lnTo>
                  <a:pt x="120432" y="16520"/>
                </a:lnTo>
                <a:cubicBezTo>
                  <a:pt x="120075" y="16312"/>
                  <a:pt x="119658" y="16193"/>
                  <a:pt x="119241" y="16193"/>
                </a:cubicBezTo>
                <a:cubicBezTo>
                  <a:pt x="118824" y="16193"/>
                  <a:pt x="118408" y="16312"/>
                  <a:pt x="118050" y="16520"/>
                </a:cubicBezTo>
                <a:lnTo>
                  <a:pt x="89386" y="33040"/>
                </a:lnTo>
                <a:cubicBezTo>
                  <a:pt x="89297" y="33099"/>
                  <a:pt x="89208" y="33159"/>
                  <a:pt x="89118" y="33248"/>
                </a:cubicBezTo>
                <a:cubicBezTo>
                  <a:pt x="89029" y="33308"/>
                  <a:pt x="88969" y="33367"/>
                  <a:pt x="88880" y="33427"/>
                </a:cubicBezTo>
                <a:cubicBezTo>
                  <a:pt x="88791" y="33516"/>
                  <a:pt x="88731" y="33605"/>
                  <a:pt x="88672" y="33695"/>
                </a:cubicBezTo>
                <a:cubicBezTo>
                  <a:pt x="88612" y="33754"/>
                  <a:pt x="88553" y="33814"/>
                  <a:pt x="88523" y="33903"/>
                </a:cubicBezTo>
                <a:cubicBezTo>
                  <a:pt x="88463" y="34022"/>
                  <a:pt x="88404" y="34141"/>
                  <a:pt x="88374" y="34260"/>
                </a:cubicBezTo>
                <a:cubicBezTo>
                  <a:pt x="88344" y="34320"/>
                  <a:pt x="88315" y="34379"/>
                  <a:pt x="88285" y="34469"/>
                </a:cubicBezTo>
                <a:cubicBezTo>
                  <a:pt x="88225" y="34677"/>
                  <a:pt x="88196" y="34885"/>
                  <a:pt x="88196" y="35094"/>
                </a:cubicBezTo>
                <a:lnTo>
                  <a:pt x="88196" y="66407"/>
                </a:lnTo>
                <a:lnTo>
                  <a:pt x="64324" y="80159"/>
                </a:lnTo>
                <a:lnTo>
                  <a:pt x="64324" y="18871"/>
                </a:lnTo>
                <a:cubicBezTo>
                  <a:pt x="64324" y="18663"/>
                  <a:pt x="64294" y="18455"/>
                  <a:pt x="64234" y="18246"/>
                </a:cubicBezTo>
                <a:cubicBezTo>
                  <a:pt x="64204" y="18187"/>
                  <a:pt x="64175" y="18127"/>
                  <a:pt x="64145" y="18038"/>
                </a:cubicBezTo>
                <a:cubicBezTo>
                  <a:pt x="64115" y="17919"/>
                  <a:pt x="64056" y="17800"/>
                  <a:pt x="63996" y="17681"/>
                </a:cubicBezTo>
                <a:cubicBezTo>
                  <a:pt x="63966" y="17591"/>
                  <a:pt x="63877" y="17532"/>
                  <a:pt x="63847" y="17472"/>
                </a:cubicBezTo>
                <a:cubicBezTo>
                  <a:pt x="63788" y="17383"/>
                  <a:pt x="63698" y="17294"/>
                  <a:pt x="63639" y="17205"/>
                </a:cubicBezTo>
                <a:cubicBezTo>
                  <a:pt x="63579" y="17145"/>
                  <a:pt x="63490" y="17085"/>
                  <a:pt x="63401" y="17026"/>
                </a:cubicBezTo>
                <a:cubicBezTo>
                  <a:pt x="63311" y="16966"/>
                  <a:pt x="63222" y="16877"/>
                  <a:pt x="63133" y="16818"/>
                </a:cubicBezTo>
                <a:lnTo>
                  <a:pt x="34469" y="327"/>
                </a:lnTo>
                <a:cubicBezTo>
                  <a:pt x="34111" y="119"/>
                  <a:pt x="33695" y="0"/>
                  <a:pt x="33278" y="0"/>
                </a:cubicBezTo>
                <a:cubicBezTo>
                  <a:pt x="32861" y="0"/>
                  <a:pt x="32445" y="119"/>
                  <a:pt x="32087" y="327"/>
                </a:cubicBezTo>
                <a:lnTo>
                  <a:pt x="3423" y="16818"/>
                </a:lnTo>
                <a:cubicBezTo>
                  <a:pt x="3334" y="16877"/>
                  <a:pt x="3244" y="16937"/>
                  <a:pt x="3155" y="17026"/>
                </a:cubicBezTo>
                <a:cubicBezTo>
                  <a:pt x="3066" y="17085"/>
                  <a:pt x="3006" y="17145"/>
                  <a:pt x="2917" y="17205"/>
                </a:cubicBezTo>
                <a:cubicBezTo>
                  <a:pt x="2828" y="17294"/>
                  <a:pt x="2768" y="17383"/>
                  <a:pt x="2709" y="17472"/>
                </a:cubicBezTo>
                <a:cubicBezTo>
                  <a:pt x="2649" y="17562"/>
                  <a:pt x="2590" y="17621"/>
                  <a:pt x="2530" y="17681"/>
                </a:cubicBezTo>
                <a:cubicBezTo>
                  <a:pt x="2471" y="17800"/>
                  <a:pt x="2411" y="17919"/>
                  <a:pt x="2381" y="18038"/>
                </a:cubicBezTo>
                <a:cubicBezTo>
                  <a:pt x="2351" y="18098"/>
                  <a:pt x="2322" y="18157"/>
                  <a:pt x="2292" y="18246"/>
                </a:cubicBezTo>
                <a:cubicBezTo>
                  <a:pt x="2232" y="18455"/>
                  <a:pt x="2203" y="18663"/>
                  <a:pt x="2203" y="18871"/>
                </a:cubicBezTo>
                <a:lnTo>
                  <a:pt x="2203" y="117009"/>
                </a:lnTo>
                <a:cubicBezTo>
                  <a:pt x="2203" y="117425"/>
                  <a:pt x="2322" y="117842"/>
                  <a:pt x="2530" y="118199"/>
                </a:cubicBezTo>
                <a:cubicBezTo>
                  <a:pt x="2738" y="118556"/>
                  <a:pt x="3036" y="118854"/>
                  <a:pt x="3393" y="119062"/>
                </a:cubicBezTo>
                <a:lnTo>
                  <a:pt x="60722" y="152073"/>
                </a:lnTo>
                <a:cubicBezTo>
                  <a:pt x="60841" y="152132"/>
                  <a:pt x="60990" y="152192"/>
                  <a:pt x="61109" y="152221"/>
                </a:cubicBezTo>
                <a:cubicBezTo>
                  <a:pt x="61168" y="152251"/>
                  <a:pt x="61228" y="152281"/>
                  <a:pt x="61287" y="152311"/>
                </a:cubicBezTo>
                <a:cubicBezTo>
                  <a:pt x="61674" y="152430"/>
                  <a:pt x="62121" y="152430"/>
                  <a:pt x="62508" y="152311"/>
                </a:cubicBezTo>
                <a:cubicBezTo>
                  <a:pt x="62567" y="152281"/>
                  <a:pt x="62627" y="152251"/>
                  <a:pt x="62686" y="152251"/>
                </a:cubicBezTo>
                <a:cubicBezTo>
                  <a:pt x="62835" y="152192"/>
                  <a:pt x="62984" y="152162"/>
                  <a:pt x="63103" y="152073"/>
                </a:cubicBezTo>
                <a:lnTo>
                  <a:pt x="120432" y="119092"/>
                </a:lnTo>
                <a:cubicBezTo>
                  <a:pt x="120789" y="118884"/>
                  <a:pt x="121087" y="118586"/>
                  <a:pt x="121295" y="118229"/>
                </a:cubicBezTo>
                <a:cubicBezTo>
                  <a:pt x="121503" y="117872"/>
                  <a:pt x="121622" y="117455"/>
                  <a:pt x="121622" y="117038"/>
                </a:cubicBezTo>
                <a:lnTo>
                  <a:pt x="121622" y="85695"/>
                </a:lnTo>
                <a:lnTo>
                  <a:pt x="149066" y="69890"/>
                </a:lnTo>
                <a:cubicBezTo>
                  <a:pt x="149423" y="69681"/>
                  <a:pt x="149721" y="69384"/>
                  <a:pt x="149929" y="68997"/>
                </a:cubicBezTo>
                <a:cubicBezTo>
                  <a:pt x="150138" y="68610"/>
                  <a:pt x="150257" y="68223"/>
                  <a:pt x="150257" y="67806"/>
                </a:cubicBezTo>
                <a:lnTo>
                  <a:pt x="150257" y="35123"/>
                </a:lnTo>
                <a:cubicBezTo>
                  <a:pt x="150257" y="34915"/>
                  <a:pt x="150227" y="34707"/>
                  <a:pt x="150197" y="34498"/>
                </a:cubicBezTo>
                <a:close/>
                <a:moveTo>
                  <a:pt x="33278" y="5149"/>
                </a:moveTo>
                <a:lnTo>
                  <a:pt x="57150" y="18871"/>
                </a:lnTo>
                <a:lnTo>
                  <a:pt x="33278" y="32623"/>
                </a:lnTo>
                <a:lnTo>
                  <a:pt x="9406" y="18871"/>
                </a:lnTo>
                <a:lnTo>
                  <a:pt x="33278" y="5120"/>
                </a:lnTo>
                <a:close/>
                <a:moveTo>
                  <a:pt x="59531" y="23009"/>
                </a:moveTo>
                <a:lnTo>
                  <a:pt x="59531" y="82927"/>
                </a:lnTo>
                <a:cubicBezTo>
                  <a:pt x="49649" y="88612"/>
                  <a:pt x="41702" y="93196"/>
                  <a:pt x="35659" y="96679"/>
                </a:cubicBezTo>
                <a:lnTo>
                  <a:pt x="35659" y="36761"/>
                </a:lnTo>
                <a:cubicBezTo>
                  <a:pt x="45541" y="31075"/>
                  <a:pt x="53489" y="26491"/>
                  <a:pt x="59531" y="23009"/>
                </a:cubicBezTo>
                <a:close/>
                <a:moveTo>
                  <a:pt x="59531" y="145881"/>
                </a:moveTo>
                <a:lnTo>
                  <a:pt x="6995" y="115639"/>
                </a:lnTo>
                <a:lnTo>
                  <a:pt x="6995" y="23009"/>
                </a:lnTo>
                <a:cubicBezTo>
                  <a:pt x="13037" y="26491"/>
                  <a:pt x="21015" y="31075"/>
                  <a:pt x="30867" y="36761"/>
                </a:cubicBezTo>
                <a:lnTo>
                  <a:pt x="30867" y="100816"/>
                </a:lnTo>
                <a:cubicBezTo>
                  <a:pt x="30867" y="100905"/>
                  <a:pt x="30897" y="100995"/>
                  <a:pt x="30897" y="101084"/>
                </a:cubicBezTo>
                <a:cubicBezTo>
                  <a:pt x="30897" y="101203"/>
                  <a:pt x="30926" y="101322"/>
                  <a:pt x="30956" y="101441"/>
                </a:cubicBezTo>
                <a:cubicBezTo>
                  <a:pt x="30986" y="101531"/>
                  <a:pt x="31016" y="101620"/>
                  <a:pt x="31075" y="101709"/>
                </a:cubicBezTo>
                <a:cubicBezTo>
                  <a:pt x="31105" y="101798"/>
                  <a:pt x="31165" y="101917"/>
                  <a:pt x="31194" y="102007"/>
                </a:cubicBezTo>
                <a:cubicBezTo>
                  <a:pt x="31254" y="102096"/>
                  <a:pt x="31313" y="102156"/>
                  <a:pt x="31373" y="102245"/>
                </a:cubicBezTo>
                <a:cubicBezTo>
                  <a:pt x="31433" y="102334"/>
                  <a:pt x="31492" y="102424"/>
                  <a:pt x="31581" y="102483"/>
                </a:cubicBezTo>
                <a:cubicBezTo>
                  <a:pt x="31641" y="102543"/>
                  <a:pt x="31730" y="102602"/>
                  <a:pt x="31819" y="102662"/>
                </a:cubicBezTo>
                <a:cubicBezTo>
                  <a:pt x="31909" y="102721"/>
                  <a:pt x="31998" y="102810"/>
                  <a:pt x="32087" y="102870"/>
                </a:cubicBezTo>
                <a:lnTo>
                  <a:pt x="59531" y="118408"/>
                </a:lnTo>
                <a:lnTo>
                  <a:pt x="59561" y="145911"/>
                </a:lnTo>
                <a:close/>
                <a:moveTo>
                  <a:pt x="61912" y="114270"/>
                </a:moveTo>
                <a:lnTo>
                  <a:pt x="38100" y="100786"/>
                </a:lnTo>
                <a:cubicBezTo>
                  <a:pt x="54382" y="91410"/>
                  <a:pt x="71884" y="81349"/>
                  <a:pt x="90577" y="70574"/>
                </a:cubicBezTo>
                <a:lnTo>
                  <a:pt x="114419" y="84296"/>
                </a:lnTo>
                <a:cubicBezTo>
                  <a:pt x="105668" y="89297"/>
                  <a:pt x="88166" y="99268"/>
                  <a:pt x="61912" y="114270"/>
                </a:cubicBezTo>
                <a:close/>
                <a:moveTo>
                  <a:pt x="116830" y="115639"/>
                </a:moveTo>
                <a:lnTo>
                  <a:pt x="64294" y="145881"/>
                </a:lnTo>
                <a:lnTo>
                  <a:pt x="64294" y="118408"/>
                </a:lnTo>
                <a:cubicBezTo>
                  <a:pt x="94476" y="101203"/>
                  <a:pt x="111978" y="91202"/>
                  <a:pt x="116830" y="88404"/>
                </a:cubicBezTo>
                <a:lnTo>
                  <a:pt x="116830" y="115610"/>
                </a:lnTo>
                <a:close/>
                <a:moveTo>
                  <a:pt x="116830" y="80189"/>
                </a:moveTo>
                <a:cubicBezTo>
                  <a:pt x="110788" y="76736"/>
                  <a:pt x="102810" y="72152"/>
                  <a:pt x="92958" y="66467"/>
                </a:cubicBezTo>
                <a:lnTo>
                  <a:pt x="92958" y="39261"/>
                </a:lnTo>
                <a:cubicBezTo>
                  <a:pt x="99000" y="42743"/>
                  <a:pt x="106978" y="47327"/>
                  <a:pt x="116830" y="53013"/>
                </a:cubicBezTo>
                <a:lnTo>
                  <a:pt x="116830" y="80189"/>
                </a:lnTo>
                <a:close/>
                <a:moveTo>
                  <a:pt x="119211" y="48845"/>
                </a:moveTo>
                <a:lnTo>
                  <a:pt x="95339" y="35094"/>
                </a:lnTo>
                <a:lnTo>
                  <a:pt x="119211" y="21342"/>
                </a:lnTo>
                <a:lnTo>
                  <a:pt x="143083" y="35064"/>
                </a:lnTo>
                <a:lnTo>
                  <a:pt x="119211" y="48816"/>
                </a:lnTo>
                <a:close/>
                <a:moveTo>
                  <a:pt x="121593" y="80189"/>
                </a:moveTo>
                <a:lnTo>
                  <a:pt x="121593" y="53013"/>
                </a:lnTo>
                <a:cubicBezTo>
                  <a:pt x="131475" y="47327"/>
                  <a:pt x="139452" y="42743"/>
                  <a:pt x="145494" y="39261"/>
                </a:cubicBezTo>
                <a:lnTo>
                  <a:pt x="145494" y="66467"/>
                </a:lnTo>
                <a:lnTo>
                  <a:pt x="121593" y="80218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5116785" y="5848350"/>
            <a:ext cx="1962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Laravel</a:t>
            </a:r>
            <a:endParaRPr b="0" i="0" sz="1600" u="none" cap="none" strike="noStrike"/>
          </a:p>
        </p:txBody>
      </p:sp>
      <p:sp>
        <p:nvSpPr>
          <p:cNvPr id="150" name="Google Shape;150;p3"/>
          <p:cNvSpPr/>
          <p:nvPr/>
        </p:nvSpPr>
        <p:spPr>
          <a:xfrm>
            <a:off x="5116785" y="6038850"/>
            <a:ext cx="1962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Dapur &amp; Koki</a:t>
            </a:r>
            <a:endParaRPr b="0" i="0" sz="1600" u="none" cap="none" strike="noStrike"/>
          </a:p>
        </p:txBody>
      </p:sp>
      <p:sp>
        <p:nvSpPr>
          <p:cNvPr id="151" name="Google Shape;151;p3"/>
          <p:cNvSpPr/>
          <p:nvPr/>
        </p:nvSpPr>
        <p:spPr>
          <a:xfrm>
            <a:off x="7275165" y="5276850"/>
            <a:ext cx="2133600" cy="1028700"/>
          </a:xfrm>
          <a:custGeom>
            <a:rect b="b" l="l" r="r" t="t"/>
            <a:pathLst>
              <a:path extrusionOk="0" h="1028700" w="2133600">
                <a:moveTo>
                  <a:pt x="76196" y="0"/>
                </a:moveTo>
                <a:lnTo>
                  <a:pt x="2057404" y="0"/>
                </a:lnTo>
                <a:cubicBezTo>
                  <a:pt x="2099486" y="0"/>
                  <a:pt x="2133600" y="34114"/>
                  <a:pt x="2133600" y="76196"/>
                </a:cubicBezTo>
                <a:lnTo>
                  <a:pt x="2133600" y="952504"/>
                </a:lnTo>
                <a:cubicBezTo>
                  <a:pt x="2133600" y="994586"/>
                  <a:pt x="2099486" y="1028700"/>
                  <a:pt x="205740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8149530" y="539115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8273355" y="5505450"/>
            <a:ext cx="133350" cy="152400"/>
          </a:xfrm>
          <a:custGeom>
            <a:rect b="b" l="l" r="r" t="t"/>
            <a:pathLst>
              <a:path extrusionOk="0" h="152400" w="13335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7360890" y="5848350"/>
            <a:ext cx="1962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MySQL</a:t>
            </a:r>
            <a:endParaRPr b="0" i="0" sz="1600" u="none" cap="none" strike="noStrike"/>
          </a:p>
        </p:txBody>
      </p:sp>
      <p:sp>
        <p:nvSpPr>
          <p:cNvPr id="155" name="Google Shape;155;p3"/>
          <p:cNvSpPr/>
          <p:nvPr/>
        </p:nvSpPr>
        <p:spPr>
          <a:xfrm>
            <a:off x="7360890" y="6038850"/>
            <a:ext cx="1962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Lemari Es</a:t>
            </a:r>
            <a:endParaRPr b="0" i="0" sz="1600" u="none" cap="none" strike="noStrike"/>
          </a:p>
        </p:txBody>
      </p:sp>
      <p:sp>
        <p:nvSpPr>
          <p:cNvPr id="156" name="Google Shape;156;p3"/>
          <p:cNvSpPr/>
          <p:nvPr/>
        </p:nvSpPr>
        <p:spPr>
          <a:xfrm>
            <a:off x="9519270" y="5276850"/>
            <a:ext cx="2133600" cy="1028700"/>
          </a:xfrm>
          <a:custGeom>
            <a:rect b="b" l="l" r="r" t="t"/>
            <a:pathLst>
              <a:path extrusionOk="0" h="1028700" w="2133600">
                <a:moveTo>
                  <a:pt x="76196" y="0"/>
                </a:moveTo>
                <a:lnTo>
                  <a:pt x="2057404" y="0"/>
                </a:lnTo>
                <a:cubicBezTo>
                  <a:pt x="2099486" y="0"/>
                  <a:pt x="2133600" y="34114"/>
                  <a:pt x="2133600" y="76196"/>
                </a:cubicBezTo>
                <a:lnTo>
                  <a:pt x="2133600" y="952504"/>
                </a:lnTo>
                <a:cubicBezTo>
                  <a:pt x="2133600" y="994586"/>
                  <a:pt x="2099486" y="1028700"/>
                  <a:pt x="205740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10393635" y="539115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10507935" y="5505450"/>
            <a:ext cx="152400" cy="152400"/>
          </a:xfrm>
          <a:custGeom>
            <a:rect b="b" l="l" r="r" t="t"/>
            <a:pathLst>
              <a:path extrusionOk="0" h="152400" w="152400">
                <a:moveTo>
                  <a:pt x="19050" y="19050"/>
                </a:moveTo>
                <a:cubicBezTo>
                  <a:pt x="8543" y="19050"/>
                  <a:pt x="0" y="27593"/>
                  <a:pt x="0" y="38100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38100"/>
                </a:lnTo>
                <a:cubicBezTo>
                  <a:pt x="152400" y="27593"/>
                  <a:pt x="143857" y="19050"/>
                  <a:pt x="133350" y="19050"/>
                </a:cubicBezTo>
                <a:lnTo>
                  <a:pt x="19050" y="19050"/>
                </a:lnTo>
                <a:close/>
                <a:moveTo>
                  <a:pt x="26194" y="38100"/>
                </a:moveTo>
                <a:lnTo>
                  <a:pt x="126206" y="38100"/>
                </a:lnTo>
                <a:cubicBezTo>
                  <a:pt x="130165" y="38100"/>
                  <a:pt x="133350" y="41285"/>
                  <a:pt x="133350" y="45244"/>
                </a:cubicBezTo>
                <a:cubicBezTo>
                  <a:pt x="133350" y="49203"/>
                  <a:pt x="130165" y="52388"/>
                  <a:pt x="126206" y="52388"/>
                </a:cubicBezTo>
                <a:lnTo>
                  <a:pt x="26194" y="52388"/>
                </a:lnTo>
                <a:cubicBezTo>
                  <a:pt x="22235" y="52388"/>
                  <a:pt x="19050" y="49203"/>
                  <a:pt x="19050" y="45244"/>
                </a:cubicBezTo>
                <a:cubicBezTo>
                  <a:pt x="19050" y="41285"/>
                  <a:pt x="22235" y="38100"/>
                  <a:pt x="26194" y="38100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9604995" y="5848350"/>
            <a:ext cx="1962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b="0" i="0" sz="1600" u="none" cap="none" strike="noStrike"/>
          </a:p>
        </p:txBody>
      </p:sp>
      <p:sp>
        <p:nvSpPr>
          <p:cNvPr id="160" name="Google Shape;160;p3"/>
          <p:cNvSpPr/>
          <p:nvPr/>
        </p:nvSpPr>
        <p:spPr>
          <a:xfrm>
            <a:off x="9604995" y="6038850"/>
            <a:ext cx="1962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Jendela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/>
          <p:nvPr/>
        </p:nvSpPr>
        <p:spPr>
          <a:xfrm>
            <a:off x="369175" y="369175"/>
            <a:ext cx="11518256" cy="1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7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PONDASI DATA</a:t>
            </a:r>
            <a:endParaRPr b="0" i="0" sz="1600" u="none" cap="none" strike="noStrike"/>
          </a:p>
        </p:txBody>
      </p:sp>
      <p:sp>
        <p:nvSpPr>
          <p:cNvPr id="167" name="Google Shape;167;p4"/>
          <p:cNvSpPr/>
          <p:nvPr/>
        </p:nvSpPr>
        <p:spPr>
          <a:xfrm>
            <a:off x="369175" y="627597"/>
            <a:ext cx="11619779" cy="369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16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Database Design</a:t>
            </a:r>
            <a:endParaRPr b="0" i="0" sz="1600" u="none" cap="none" strike="noStrike"/>
          </a:p>
        </p:txBody>
      </p:sp>
      <p:sp>
        <p:nvSpPr>
          <p:cNvPr id="168" name="Google Shape;168;p4"/>
          <p:cNvSpPr/>
          <p:nvPr/>
        </p:nvSpPr>
        <p:spPr>
          <a:xfrm>
            <a:off x="373790" y="1149057"/>
            <a:ext cx="5602229" cy="3507161"/>
          </a:xfrm>
          <a:custGeom>
            <a:rect b="b" l="l" r="r" t="t"/>
            <a:pathLst>
              <a:path extrusionOk="0" h="3507161" w="5602229">
                <a:moveTo>
                  <a:pt x="147687" y="0"/>
                </a:moveTo>
                <a:lnTo>
                  <a:pt x="5454542" y="0"/>
                </a:lnTo>
                <a:cubicBezTo>
                  <a:pt x="5536107" y="0"/>
                  <a:pt x="5602229" y="66122"/>
                  <a:pt x="5602229" y="147687"/>
                </a:cubicBezTo>
                <a:lnTo>
                  <a:pt x="5602229" y="3359475"/>
                </a:lnTo>
                <a:cubicBezTo>
                  <a:pt x="5602229" y="3441040"/>
                  <a:pt x="5536107" y="3507161"/>
                  <a:pt x="5454542" y="3507161"/>
                </a:cubicBezTo>
                <a:lnTo>
                  <a:pt x="147687" y="3507161"/>
                </a:lnTo>
                <a:cubicBezTo>
                  <a:pt x="66122" y="3507161"/>
                  <a:pt x="0" y="3441040"/>
                  <a:pt x="0" y="3359475"/>
                </a:cubicBezTo>
                <a:lnTo>
                  <a:pt x="0" y="147687"/>
                </a:lnTo>
                <a:cubicBezTo>
                  <a:pt x="0" y="66176"/>
                  <a:pt x="66176" y="0"/>
                  <a:pt x="147687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F59E0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596448" y="1384406"/>
            <a:ext cx="145363" cy="166129"/>
          </a:xfrm>
          <a:custGeom>
            <a:rect b="b" l="l" r="r" t="t"/>
            <a:pathLst>
              <a:path extrusionOk="0" h="166129" w="145363">
                <a:moveTo>
                  <a:pt x="83064" y="51915"/>
                </a:moveTo>
                <a:lnTo>
                  <a:pt x="83064" y="83064"/>
                </a:lnTo>
                <a:lnTo>
                  <a:pt x="124597" y="83064"/>
                </a:lnTo>
                <a:lnTo>
                  <a:pt x="124597" y="51915"/>
                </a:lnTo>
                <a:lnTo>
                  <a:pt x="83064" y="51915"/>
                </a:lnTo>
                <a:close/>
                <a:moveTo>
                  <a:pt x="62298" y="51915"/>
                </a:moveTo>
                <a:lnTo>
                  <a:pt x="20766" y="51915"/>
                </a:lnTo>
                <a:lnTo>
                  <a:pt x="20766" y="83064"/>
                </a:lnTo>
                <a:lnTo>
                  <a:pt x="62298" y="83064"/>
                </a:lnTo>
                <a:lnTo>
                  <a:pt x="62298" y="51915"/>
                </a:lnTo>
                <a:close/>
                <a:moveTo>
                  <a:pt x="0" y="103830"/>
                </a:moveTo>
                <a:lnTo>
                  <a:pt x="0" y="31149"/>
                </a:lnTo>
                <a:cubicBezTo>
                  <a:pt x="0" y="19695"/>
                  <a:pt x="9312" y="10383"/>
                  <a:pt x="20766" y="10383"/>
                </a:cubicBezTo>
                <a:lnTo>
                  <a:pt x="124597" y="10383"/>
                </a:lnTo>
                <a:cubicBezTo>
                  <a:pt x="136050" y="10383"/>
                  <a:pt x="145363" y="19695"/>
                  <a:pt x="145363" y="31149"/>
                </a:cubicBezTo>
                <a:lnTo>
                  <a:pt x="145363" y="134980"/>
                </a:lnTo>
                <a:cubicBezTo>
                  <a:pt x="145363" y="146433"/>
                  <a:pt x="136050" y="155746"/>
                  <a:pt x="124597" y="155746"/>
                </a:cubicBezTo>
                <a:lnTo>
                  <a:pt x="20766" y="155746"/>
                </a:lnTo>
                <a:cubicBezTo>
                  <a:pt x="9312" y="155746"/>
                  <a:pt x="0" y="146433"/>
                  <a:pt x="0" y="134980"/>
                </a:cubicBezTo>
                <a:lnTo>
                  <a:pt x="0" y="103830"/>
                </a:lnTo>
                <a:close/>
                <a:moveTo>
                  <a:pt x="124597" y="103830"/>
                </a:moveTo>
                <a:lnTo>
                  <a:pt x="83064" y="103830"/>
                </a:lnTo>
                <a:lnTo>
                  <a:pt x="83064" y="134980"/>
                </a:lnTo>
                <a:lnTo>
                  <a:pt x="124597" y="134980"/>
                </a:lnTo>
                <a:lnTo>
                  <a:pt x="124597" y="103830"/>
                </a:lnTo>
                <a:close/>
                <a:moveTo>
                  <a:pt x="62298" y="134980"/>
                </a:moveTo>
                <a:lnTo>
                  <a:pt x="62298" y="103830"/>
                </a:lnTo>
                <a:lnTo>
                  <a:pt x="20766" y="103830"/>
                </a:lnTo>
                <a:lnTo>
                  <a:pt x="20766" y="134980"/>
                </a:lnTo>
                <a:lnTo>
                  <a:pt x="62298" y="134980"/>
                </a:ln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775267" y="1338259"/>
            <a:ext cx="5094613" cy="258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8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Tabel: transaksi</a:t>
            </a:r>
            <a:endParaRPr b="0" i="0" sz="1600" u="none" cap="none" strike="noStrike"/>
          </a:p>
        </p:txBody>
      </p:sp>
      <p:sp>
        <p:nvSpPr>
          <p:cNvPr id="171" name="Google Shape;171;p4"/>
          <p:cNvSpPr/>
          <p:nvPr/>
        </p:nvSpPr>
        <p:spPr>
          <a:xfrm>
            <a:off x="562992" y="1744351"/>
            <a:ext cx="5223824" cy="1015231"/>
          </a:xfrm>
          <a:custGeom>
            <a:rect b="b" l="l" r="r" t="t"/>
            <a:pathLst>
              <a:path extrusionOk="0" h="1015231" w="5223824">
                <a:moveTo>
                  <a:pt x="110752" y="0"/>
                </a:moveTo>
                <a:lnTo>
                  <a:pt x="5113073" y="0"/>
                </a:lnTo>
                <a:cubicBezTo>
                  <a:pt x="5174198" y="0"/>
                  <a:pt x="5223824" y="49626"/>
                  <a:pt x="5223824" y="110752"/>
                </a:cubicBezTo>
                <a:lnTo>
                  <a:pt x="5223824" y="904479"/>
                </a:lnTo>
                <a:cubicBezTo>
                  <a:pt x="5223824" y="965605"/>
                  <a:pt x="5174198" y="1015231"/>
                  <a:pt x="5113073" y="1015231"/>
                </a:cubicBezTo>
                <a:lnTo>
                  <a:pt x="110752" y="1015231"/>
                </a:lnTo>
                <a:cubicBezTo>
                  <a:pt x="49626" y="1015231"/>
                  <a:pt x="0" y="965605"/>
                  <a:pt x="0" y="904479"/>
                </a:cubicBezTo>
                <a:lnTo>
                  <a:pt x="0" y="110752"/>
                </a:lnTo>
                <a:cubicBezTo>
                  <a:pt x="0" y="49626"/>
                  <a:pt x="49626" y="0"/>
                  <a:pt x="110752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2" name="Google Shape;172;p4"/>
          <p:cNvGraphicFramePr/>
          <p:nvPr/>
        </p:nvGraphicFramePr>
        <p:xfrm>
          <a:off x="562992" y="17443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{AB502E1A-47ED-45D6-9921-90FFB5DBB2DC}</a:tableStyleId>
              </a:tblPr>
              <a:tblGrid>
                <a:gridCol w="434550"/>
                <a:gridCol w="1294400"/>
                <a:gridCol w="1035525"/>
                <a:gridCol w="1331375"/>
                <a:gridCol w="1127975"/>
              </a:tblGrid>
              <a:tr h="33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59E0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id</a:t>
                      </a:r>
                      <a:endParaRPr sz="10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3825" marB="73825" marR="110750" marL="11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9E0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59E0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deskripsi</a:t>
                      </a:r>
                      <a:endParaRPr sz="10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3825" marB="73825" marR="110750" marL="11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9E0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59E0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nominal</a:t>
                      </a:r>
                      <a:endParaRPr sz="10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3825" marB="73825" marR="110750" marL="11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9E0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59E0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tipe</a:t>
                      </a:r>
                      <a:endParaRPr sz="10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3825" marB="73825" marR="110750" marL="11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9E0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59E0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created_at</a:t>
                      </a:r>
                      <a:endParaRPr sz="10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3825" marB="73825" marR="110750" marL="11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9E0B">
                        <a:alpha val="20000"/>
                      </a:srgbClr>
                    </a:solidFill>
                  </a:tcPr>
                </a:tc>
              </a:tr>
              <a:tr h="33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3825" marB="73825" marR="110750" marL="11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Gaji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3825" marB="73825" marR="110750" marL="11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5000000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3825" marB="73825" marR="110750" marL="11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pemasukan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3825" marB="73825" marR="110750" marL="11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2026-03-08</a:t>
                      </a:r>
                      <a:endParaRPr sz="8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3825" marB="73825" marR="110750" marL="11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3825" marB="73825" marR="110750" marL="11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Makan Siang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3825" marB="73825" marR="110750" marL="11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FF6467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25000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3825" marB="73825" marR="110750" marL="11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pengeluaran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3825" marB="73825" marR="110750" marL="11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2026-03-08</a:t>
                      </a:r>
                      <a:endParaRPr sz="8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3825" marB="73825" marR="110750" marL="110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73" name="Google Shape;173;p4"/>
          <p:cNvSpPr/>
          <p:nvPr/>
        </p:nvSpPr>
        <p:spPr>
          <a:xfrm>
            <a:off x="373790" y="4810810"/>
            <a:ext cx="5602229" cy="2039691"/>
          </a:xfrm>
          <a:custGeom>
            <a:rect b="b" l="l" r="r" t="t"/>
            <a:pathLst>
              <a:path extrusionOk="0" h="2039691" w="5602229">
                <a:moveTo>
                  <a:pt x="110755" y="0"/>
                </a:moveTo>
                <a:lnTo>
                  <a:pt x="5491473" y="0"/>
                </a:lnTo>
                <a:cubicBezTo>
                  <a:pt x="5552642" y="0"/>
                  <a:pt x="5602229" y="49587"/>
                  <a:pt x="5602229" y="110755"/>
                </a:cubicBezTo>
                <a:lnTo>
                  <a:pt x="5602229" y="1928936"/>
                </a:lnTo>
                <a:cubicBezTo>
                  <a:pt x="5602229" y="1990104"/>
                  <a:pt x="5552642" y="2039691"/>
                  <a:pt x="5491473" y="2039691"/>
                </a:cubicBezTo>
                <a:lnTo>
                  <a:pt x="110755" y="2039691"/>
                </a:lnTo>
                <a:cubicBezTo>
                  <a:pt x="49587" y="2039691"/>
                  <a:pt x="0" y="1990104"/>
                  <a:pt x="0" y="1928936"/>
                </a:cubicBezTo>
                <a:lnTo>
                  <a:pt x="0" y="110755"/>
                </a:lnTo>
                <a:cubicBezTo>
                  <a:pt x="0" y="49628"/>
                  <a:pt x="49628" y="0"/>
                  <a:pt x="110755" y="0"/>
                </a:cubicBezTo>
                <a:close/>
              </a:path>
            </a:pathLst>
          </a:custGeom>
          <a:solidFill>
            <a:srgbClr val="1E293B">
              <a:alpha val="40000"/>
            </a:srgbClr>
          </a:solidFill>
          <a:ln cap="flat" cmpd="sng" w="12700">
            <a:solidFill>
              <a:srgbClr val="F1F5F9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526074" y="4963095"/>
            <a:ext cx="5371494" cy="2215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3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Tipe Data</a:t>
            </a:r>
            <a:endParaRPr b="0" i="0" sz="1600" u="none" cap="none" strike="noStrike"/>
          </a:p>
        </p:txBody>
      </p:sp>
      <p:sp>
        <p:nvSpPr>
          <p:cNvPr id="175" name="Google Shape;175;p4"/>
          <p:cNvSpPr/>
          <p:nvPr/>
        </p:nvSpPr>
        <p:spPr>
          <a:xfrm>
            <a:off x="526074" y="5295352"/>
            <a:ext cx="886020" cy="221505"/>
          </a:xfrm>
          <a:custGeom>
            <a:rect b="b" l="l" r="r" t="t"/>
            <a:pathLst>
              <a:path extrusionOk="0" h="221505" w="886020">
                <a:moveTo>
                  <a:pt x="36918" y="0"/>
                </a:moveTo>
                <a:lnTo>
                  <a:pt x="849101" y="0"/>
                </a:lnTo>
                <a:cubicBezTo>
                  <a:pt x="869491" y="0"/>
                  <a:pt x="886020" y="16529"/>
                  <a:pt x="886020" y="36918"/>
                </a:cubicBezTo>
                <a:lnTo>
                  <a:pt x="886020" y="184587"/>
                </a:lnTo>
                <a:cubicBezTo>
                  <a:pt x="886020" y="204976"/>
                  <a:pt x="869491" y="221505"/>
                  <a:pt x="849101" y="221505"/>
                </a:cubicBezTo>
                <a:lnTo>
                  <a:pt x="36918" y="221505"/>
                </a:lnTo>
                <a:cubicBezTo>
                  <a:pt x="16543" y="221505"/>
                  <a:pt x="0" y="204962"/>
                  <a:pt x="0" y="184587"/>
                </a:cubicBezTo>
                <a:lnTo>
                  <a:pt x="0" y="36918"/>
                </a:lnTo>
                <a:cubicBezTo>
                  <a:pt x="0" y="16543"/>
                  <a:pt x="16543" y="0"/>
                  <a:pt x="36918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526074" y="5295352"/>
            <a:ext cx="941396" cy="221505"/>
          </a:xfrm>
          <a:prstGeom prst="rect">
            <a:avLst/>
          </a:prstGeom>
          <a:noFill/>
          <a:ln>
            <a:noFill/>
          </a:ln>
        </p:spPr>
        <p:txBody>
          <a:bodyPr anchorCtr="0" anchor="ctr" bIns="36900" lIns="73825" spcFirstLastPara="1" rIns="73825" wrap="square" tIns="369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2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b="0" i="0" sz="1600" u="none" cap="none" strike="noStrike"/>
          </a:p>
        </p:txBody>
      </p:sp>
      <p:sp>
        <p:nvSpPr>
          <p:cNvPr id="177" name="Google Shape;177;p4"/>
          <p:cNvSpPr/>
          <p:nvPr/>
        </p:nvSpPr>
        <p:spPr>
          <a:xfrm>
            <a:off x="1522846" y="5313811"/>
            <a:ext cx="1984315" cy="1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7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BIGINT - Nomor unik seperti NIK</a:t>
            </a:r>
            <a:endParaRPr b="0" i="0" sz="1600" u="none" cap="none" strike="noStrike"/>
          </a:p>
        </p:txBody>
      </p:sp>
      <p:sp>
        <p:nvSpPr>
          <p:cNvPr id="178" name="Google Shape;178;p4"/>
          <p:cNvSpPr/>
          <p:nvPr/>
        </p:nvSpPr>
        <p:spPr>
          <a:xfrm>
            <a:off x="526074" y="5590692"/>
            <a:ext cx="886020" cy="221505"/>
          </a:xfrm>
          <a:custGeom>
            <a:rect b="b" l="l" r="r" t="t"/>
            <a:pathLst>
              <a:path extrusionOk="0" h="221505" w="886020">
                <a:moveTo>
                  <a:pt x="36918" y="0"/>
                </a:moveTo>
                <a:lnTo>
                  <a:pt x="849101" y="0"/>
                </a:lnTo>
                <a:cubicBezTo>
                  <a:pt x="869491" y="0"/>
                  <a:pt x="886020" y="16529"/>
                  <a:pt x="886020" y="36918"/>
                </a:cubicBezTo>
                <a:lnTo>
                  <a:pt x="886020" y="184587"/>
                </a:lnTo>
                <a:cubicBezTo>
                  <a:pt x="886020" y="204976"/>
                  <a:pt x="869491" y="221505"/>
                  <a:pt x="849101" y="221505"/>
                </a:cubicBezTo>
                <a:lnTo>
                  <a:pt x="36918" y="221505"/>
                </a:lnTo>
                <a:cubicBezTo>
                  <a:pt x="16543" y="221505"/>
                  <a:pt x="0" y="204962"/>
                  <a:pt x="0" y="184587"/>
                </a:cubicBezTo>
                <a:lnTo>
                  <a:pt x="0" y="36918"/>
                </a:lnTo>
                <a:cubicBezTo>
                  <a:pt x="0" y="16543"/>
                  <a:pt x="16543" y="0"/>
                  <a:pt x="36918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526074" y="5590692"/>
            <a:ext cx="941396" cy="221505"/>
          </a:xfrm>
          <a:prstGeom prst="rect">
            <a:avLst/>
          </a:prstGeom>
          <a:noFill/>
          <a:ln>
            <a:noFill/>
          </a:ln>
        </p:spPr>
        <p:txBody>
          <a:bodyPr anchorCtr="0" anchor="ctr" bIns="36900" lIns="73825" spcFirstLastPara="1" rIns="73825" wrap="square" tIns="369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2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deskripsi</a:t>
            </a:r>
            <a:endParaRPr b="0" i="0" sz="1600" u="none" cap="none" strike="noStrike"/>
          </a:p>
        </p:txBody>
      </p:sp>
      <p:sp>
        <p:nvSpPr>
          <p:cNvPr id="180" name="Google Shape;180;p4"/>
          <p:cNvSpPr/>
          <p:nvPr/>
        </p:nvSpPr>
        <p:spPr>
          <a:xfrm>
            <a:off x="1522846" y="5609151"/>
            <a:ext cx="1855104" cy="1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7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STRING - Teks nama transaksi</a:t>
            </a:r>
            <a:endParaRPr b="0" i="0" sz="1600" u="none" cap="none" strike="noStrike"/>
          </a:p>
        </p:txBody>
      </p:sp>
      <p:sp>
        <p:nvSpPr>
          <p:cNvPr id="181" name="Google Shape;181;p4"/>
          <p:cNvSpPr/>
          <p:nvPr/>
        </p:nvSpPr>
        <p:spPr>
          <a:xfrm>
            <a:off x="526074" y="5886032"/>
            <a:ext cx="886020" cy="221505"/>
          </a:xfrm>
          <a:custGeom>
            <a:rect b="b" l="l" r="r" t="t"/>
            <a:pathLst>
              <a:path extrusionOk="0" h="221505" w="886020">
                <a:moveTo>
                  <a:pt x="36918" y="0"/>
                </a:moveTo>
                <a:lnTo>
                  <a:pt x="849101" y="0"/>
                </a:lnTo>
                <a:cubicBezTo>
                  <a:pt x="869491" y="0"/>
                  <a:pt x="886020" y="16529"/>
                  <a:pt x="886020" y="36918"/>
                </a:cubicBezTo>
                <a:lnTo>
                  <a:pt x="886020" y="184587"/>
                </a:lnTo>
                <a:cubicBezTo>
                  <a:pt x="886020" y="204976"/>
                  <a:pt x="869491" y="221505"/>
                  <a:pt x="849101" y="221505"/>
                </a:cubicBezTo>
                <a:lnTo>
                  <a:pt x="36918" y="221505"/>
                </a:lnTo>
                <a:cubicBezTo>
                  <a:pt x="16543" y="221505"/>
                  <a:pt x="0" y="204962"/>
                  <a:pt x="0" y="184587"/>
                </a:cubicBezTo>
                <a:lnTo>
                  <a:pt x="0" y="36918"/>
                </a:lnTo>
                <a:cubicBezTo>
                  <a:pt x="0" y="16543"/>
                  <a:pt x="16543" y="0"/>
                  <a:pt x="36918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526074" y="5886032"/>
            <a:ext cx="941396" cy="221505"/>
          </a:xfrm>
          <a:prstGeom prst="rect">
            <a:avLst/>
          </a:prstGeom>
          <a:noFill/>
          <a:ln>
            <a:noFill/>
          </a:ln>
        </p:spPr>
        <p:txBody>
          <a:bodyPr anchorCtr="0" anchor="ctr" bIns="36900" lIns="73825" spcFirstLastPara="1" rIns="73825" wrap="square" tIns="369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2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nominal</a:t>
            </a:r>
            <a:endParaRPr b="0" i="0" sz="1600" u="none" cap="none" strike="noStrike"/>
          </a:p>
        </p:txBody>
      </p:sp>
      <p:sp>
        <p:nvSpPr>
          <p:cNvPr id="183" name="Google Shape;183;p4"/>
          <p:cNvSpPr/>
          <p:nvPr/>
        </p:nvSpPr>
        <p:spPr>
          <a:xfrm>
            <a:off x="1522846" y="5904491"/>
            <a:ext cx="1938168" cy="1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7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INTEGER - Angka dalam Rupiah</a:t>
            </a:r>
            <a:endParaRPr b="0" i="0" sz="1600" u="none" cap="none" strike="noStrike"/>
          </a:p>
        </p:txBody>
      </p:sp>
      <p:sp>
        <p:nvSpPr>
          <p:cNvPr id="184" name="Google Shape;184;p4"/>
          <p:cNvSpPr/>
          <p:nvPr/>
        </p:nvSpPr>
        <p:spPr>
          <a:xfrm>
            <a:off x="526074" y="6181372"/>
            <a:ext cx="886020" cy="221505"/>
          </a:xfrm>
          <a:custGeom>
            <a:rect b="b" l="l" r="r" t="t"/>
            <a:pathLst>
              <a:path extrusionOk="0" h="221505" w="886020">
                <a:moveTo>
                  <a:pt x="36918" y="0"/>
                </a:moveTo>
                <a:lnTo>
                  <a:pt x="849101" y="0"/>
                </a:lnTo>
                <a:cubicBezTo>
                  <a:pt x="869491" y="0"/>
                  <a:pt x="886020" y="16529"/>
                  <a:pt x="886020" y="36918"/>
                </a:cubicBezTo>
                <a:lnTo>
                  <a:pt x="886020" y="184587"/>
                </a:lnTo>
                <a:cubicBezTo>
                  <a:pt x="886020" y="204976"/>
                  <a:pt x="869491" y="221505"/>
                  <a:pt x="849101" y="221505"/>
                </a:cubicBezTo>
                <a:lnTo>
                  <a:pt x="36918" y="221505"/>
                </a:lnTo>
                <a:cubicBezTo>
                  <a:pt x="16543" y="221505"/>
                  <a:pt x="0" y="204962"/>
                  <a:pt x="0" y="184587"/>
                </a:cubicBezTo>
                <a:lnTo>
                  <a:pt x="0" y="36918"/>
                </a:lnTo>
                <a:cubicBezTo>
                  <a:pt x="0" y="16543"/>
                  <a:pt x="16543" y="0"/>
                  <a:pt x="36918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526074" y="6181372"/>
            <a:ext cx="941396" cy="221505"/>
          </a:xfrm>
          <a:prstGeom prst="rect">
            <a:avLst/>
          </a:prstGeom>
          <a:noFill/>
          <a:ln>
            <a:noFill/>
          </a:ln>
        </p:spPr>
        <p:txBody>
          <a:bodyPr anchorCtr="0" anchor="ctr" bIns="36900" lIns="73825" spcFirstLastPara="1" rIns="73825" wrap="square" tIns="369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2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tipe</a:t>
            </a:r>
            <a:endParaRPr b="0" i="0" sz="1600" u="none" cap="none" strike="noStrike"/>
          </a:p>
        </p:txBody>
      </p:sp>
      <p:sp>
        <p:nvSpPr>
          <p:cNvPr id="186" name="Google Shape;186;p4"/>
          <p:cNvSpPr/>
          <p:nvPr/>
        </p:nvSpPr>
        <p:spPr>
          <a:xfrm>
            <a:off x="1522846" y="6199830"/>
            <a:ext cx="2039691" cy="1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7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ENUM - pemasukan/pengeluaran</a:t>
            </a:r>
            <a:endParaRPr b="0" i="0" sz="1600" u="none" cap="none" strike="noStrike"/>
          </a:p>
        </p:txBody>
      </p:sp>
      <p:sp>
        <p:nvSpPr>
          <p:cNvPr id="187" name="Google Shape;187;p4"/>
          <p:cNvSpPr/>
          <p:nvPr/>
        </p:nvSpPr>
        <p:spPr>
          <a:xfrm>
            <a:off x="526074" y="6476712"/>
            <a:ext cx="886020" cy="221505"/>
          </a:xfrm>
          <a:custGeom>
            <a:rect b="b" l="l" r="r" t="t"/>
            <a:pathLst>
              <a:path extrusionOk="0" h="221505" w="886020">
                <a:moveTo>
                  <a:pt x="36918" y="0"/>
                </a:moveTo>
                <a:lnTo>
                  <a:pt x="849101" y="0"/>
                </a:lnTo>
                <a:cubicBezTo>
                  <a:pt x="869491" y="0"/>
                  <a:pt x="886020" y="16529"/>
                  <a:pt x="886020" y="36918"/>
                </a:cubicBezTo>
                <a:lnTo>
                  <a:pt x="886020" y="184587"/>
                </a:lnTo>
                <a:cubicBezTo>
                  <a:pt x="886020" y="204976"/>
                  <a:pt x="869491" y="221505"/>
                  <a:pt x="849101" y="221505"/>
                </a:cubicBezTo>
                <a:lnTo>
                  <a:pt x="36918" y="221505"/>
                </a:lnTo>
                <a:cubicBezTo>
                  <a:pt x="16543" y="221505"/>
                  <a:pt x="0" y="204962"/>
                  <a:pt x="0" y="184587"/>
                </a:cubicBezTo>
                <a:lnTo>
                  <a:pt x="0" y="36918"/>
                </a:lnTo>
                <a:cubicBezTo>
                  <a:pt x="0" y="16543"/>
                  <a:pt x="16543" y="0"/>
                  <a:pt x="36918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526074" y="6476712"/>
            <a:ext cx="941396" cy="221505"/>
          </a:xfrm>
          <a:prstGeom prst="rect">
            <a:avLst/>
          </a:prstGeom>
          <a:noFill/>
          <a:ln>
            <a:noFill/>
          </a:ln>
        </p:spPr>
        <p:txBody>
          <a:bodyPr anchorCtr="0" anchor="ctr" bIns="36900" lIns="73825" spcFirstLastPara="1" rIns="73825" wrap="square" tIns="369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2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created_at</a:t>
            </a:r>
            <a:endParaRPr b="0" i="0" sz="1600" u="none" cap="none" strike="noStrike"/>
          </a:p>
        </p:txBody>
      </p:sp>
      <p:sp>
        <p:nvSpPr>
          <p:cNvPr id="189" name="Google Shape;189;p4"/>
          <p:cNvSpPr/>
          <p:nvPr/>
        </p:nvSpPr>
        <p:spPr>
          <a:xfrm>
            <a:off x="1522846" y="6495170"/>
            <a:ext cx="1855104" cy="1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7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TIMESTAMP - Waktu otomatis</a:t>
            </a:r>
            <a:endParaRPr b="0" i="0" sz="1600" u="none" cap="none" strike="noStrike"/>
          </a:p>
        </p:txBody>
      </p:sp>
      <p:sp>
        <p:nvSpPr>
          <p:cNvPr id="190" name="Google Shape;190;p4"/>
          <p:cNvSpPr/>
          <p:nvPr/>
        </p:nvSpPr>
        <p:spPr>
          <a:xfrm>
            <a:off x="6210790" y="1149057"/>
            <a:ext cx="5602229" cy="2768812"/>
          </a:xfrm>
          <a:custGeom>
            <a:rect b="b" l="l" r="r" t="t"/>
            <a:pathLst>
              <a:path extrusionOk="0" h="2768812" w="5602229">
                <a:moveTo>
                  <a:pt x="147661" y="0"/>
                </a:moveTo>
                <a:lnTo>
                  <a:pt x="5454568" y="0"/>
                </a:lnTo>
                <a:cubicBezTo>
                  <a:pt x="5536119" y="0"/>
                  <a:pt x="5602229" y="66110"/>
                  <a:pt x="5602229" y="147661"/>
                </a:cubicBezTo>
                <a:lnTo>
                  <a:pt x="5602229" y="2621151"/>
                </a:lnTo>
                <a:cubicBezTo>
                  <a:pt x="5602229" y="2702702"/>
                  <a:pt x="5536119" y="2768812"/>
                  <a:pt x="5454568" y="2768812"/>
                </a:cubicBezTo>
                <a:lnTo>
                  <a:pt x="147661" y="2768812"/>
                </a:lnTo>
                <a:cubicBezTo>
                  <a:pt x="66165" y="2768812"/>
                  <a:pt x="0" y="2702647"/>
                  <a:pt x="0" y="2621151"/>
                </a:cubicBezTo>
                <a:lnTo>
                  <a:pt x="0" y="147661"/>
                </a:lnTo>
                <a:cubicBezTo>
                  <a:pt x="0" y="66165"/>
                  <a:pt x="66165" y="0"/>
                  <a:pt x="147661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3B82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6423066" y="1384406"/>
            <a:ext cx="166129" cy="166129"/>
          </a:xfrm>
          <a:custGeom>
            <a:rect b="b" l="l" r="r" t="t"/>
            <a:pathLst>
              <a:path extrusionOk="0" h="166129" w="166129">
                <a:moveTo>
                  <a:pt x="83064" y="166129"/>
                </a:moveTo>
                <a:cubicBezTo>
                  <a:pt x="128909" y="166129"/>
                  <a:pt x="166129" y="128909"/>
                  <a:pt x="166129" y="83064"/>
                </a:cubicBezTo>
                <a:cubicBezTo>
                  <a:pt x="166129" y="37220"/>
                  <a:pt x="128909" y="0"/>
                  <a:pt x="83064" y="0"/>
                </a:cubicBezTo>
                <a:cubicBezTo>
                  <a:pt x="37220" y="0"/>
                  <a:pt x="0" y="37220"/>
                  <a:pt x="0" y="83064"/>
                </a:cubicBezTo>
                <a:cubicBezTo>
                  <a:pt x="0" y="128909"/>
                  <a:pt x="37220" y="166129"/>
                  <a:pt x="83064" y="166129"/>
                </a:cubicBezTo>
                <a:close/>
                <a:moveTo>
                  <a:pt x="83064" y="57107"/>
                </a:moveTo>
                <a:cubicBezTo>
                  <a:pt x="77321" y="57107"/>
                  <a:pt x="72681" y="61747"/>
                  <a:pt x="72681" y="67490"/>
                </a:cubicBezTo>
                <a:cubicBezTo>
                  <a:pt x="72681" y="71805"/>
                  <a:pt x="69209" y="75277"/>
                  <a:pt x="64894" y="75277"/>
                </a:cubicBezTo>
                <a:cubicBezTo>
                  <a:pt x="60579" y="75277"/>
                  <a:pt x="57107" y="71805"/>
                  <a:pt x="57107" y="67490"/>
                </a:cubicBezTo>
                <a:cubicBezTo>
                  <a:pt x="57107" y="53148"/>
                  <a:pt x="68723" y="41532"/>
                  <a:pt x="83064" y="41532"/>
                </a:cubicBezTo>
                <a:cubicBezTo>
                  <a:pt x="97406" y="41532"/>
                  <a:pt x="109022" y="53148"/>
                  <a:pt x="109022" y="67490"/>
                </a:cubicBezTo>
                <a:cubicBezTo>
                  <a:pt x="109022" y="82805"/>
                  <a:pt x="97341" y="89294"/>
                  <a:pt x="90852" y="91663"/>
                </a:cubicBezTo>
                <a:lnTo>
                  <a:pt x="90852" y="92896"/>
                </a:lnTo>
                <a:cubicBezTo>
                  <a:pt x="90852" y="97211"/>
                  <a:pt x="87380" y="100683"/>
                  <a:pt x="83064" y="100683"/>
                </a:cubicBezTo>
                <a:cubicBezTo>
                  <a:pt x="78749" y="100683"/>
                  <a:pt x="75277" y="97211"/>
                  <a:pt x="75277" y="92896"/>
                </a:cubicBezTo>
                <a:lnTo>
                  <a:pt x="75277" y="90268"/>
                </a:lnTo>
                <a:cubicBezTo>
                  <a:pt x="75277" y="83616"/>
                  <a:pt x="80079" y="78846"/>
                  <a:pt x="85044" y="77224"/>
                </a:cubicBezTo>
                <a:cubicBezTo>
                  <a:pt x="87120" y="76542"/>
                  <a:pt x="89327" y="75439"/>
                  <a:pt x="90949" y="73882"/>
                </a:cubicBezTo>
                <a:cubicBezTo>
                  <a:pt x="92344" y="72519"/>
                  <a:pt x="93447" y="70637"/>
                  <a:pt x="93447" y="67522"/>
                </a:cubicBezTo>
                <a:cubicBezTo>
                  <a:pt x="93447" y="61779"/>
                  <a:pt x="88807" y="57139"/>
                  <a:pt x="83064" y="57139"/>
                </a:cubicBezTo>
                <a:close/>
                <a:moveTo>
                  <a:pt x="72681" y="119405"/>
                </a:moveTo>
                <a:cubicBezTo>
                  <a:pt x="72681" y="113674"/>
                  <a:pt x="77334" y="109022"/>
                  <a:pt x="83064" y="109022"/>
                </a:cubicBezTo>
                <a:cubicBezTo>
                  <a:pt x="88795" y="109022"/>
                  <a:pt x="93447" y="113674"/>
                  <a:pt x="93447" y="119405"/>
                </a:cubicBezTo>
                <a:cubicBezTo>
                  <a:pt x="93447" y="125136"/>
                  <a:pt x="88795" y="129788"/>
                  <a:pt x="83064" y="129788"/>
                </a:cubicBezTo>
                <a:cubicBezTo>
                  <a:pt x="77334" y="129788"/>
                  <a:pt x="72681" y="125136"/>
                  <a:pt x="72681" y="119405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6612268" y="1338259"/>
            <a:ext cx="5094613" cy="258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8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Apa itu Database?</a:t>
            </a:r>
            <a:endParaRPr b="0" i="0" sz="1600" u="none" cap="none" strike="noStrike"/>
          </a:p>
        </p:txBody>
      </p:sp>
      <p:sp>
        <p:nvSpPr>
          <p:cNvPr id="193" name="Google Shape;193;p4"/>
          <p:cNvSpPr/>
          <p:nvPr/>
        </p:nvSpPr>
        <p:spPr>
          <a:xfrm>
            <a:off x="6399992" y="1707434"/>
            <a:ext cx="5223824" cy="1485929"/>
          </a:xfrm>
          <a:custGeom>
            <a:rect b="b" l="l" r="r" t="t"/>
            <a:pathLst>
              <a:path extrusionOk="0" h="1485929" w="5223824">
                <a:moveTo>
                  <a:pt x="110746" y="0"/>
                </a:moveTo>
                <a:lnTo>
                  <a:pt x="5113078" y="0"/>
                </a:lnTo>
                <a:cubicBezTo>
                  <a:pt x="5174242" y="0"/>
                  <a:pt x="5223824" y="49583"/>
                  <a:pt x="5223824" y="110746"/>
                </a:cubicBezTo>
                <a:lnTo>
                  <a:pt x="5223824" y="1375183"/>
                </a:lnTo>
                <a:cubicBezTo>
                  <a:pt x="5223824" y="1436346"/>
                  <a:pt x="5174242" y="1485929"/>
                  <a:pt x="5113078" y="1485929"/>
                </a:cubicBezTo>
                <a:lnTo>
                  <a:pt x="110746" y="1485929"/>
                </a:lnTo>
                <a:cubicBezTo>
                  <a:pt x="49583" y="1485929"/>
                  <a:pt x="0" y="1436346"/>
                  <a:pt x="0" y="1375183"/>
                </a:cubicBezTo>
                <a:lnTo>
                  <a:pt x="0" y="110746"/>
                </a:lnTo>
                <a:cubicBezTo>
                  <a:pt x="0" y="49624"/>
                  <a:pt x="49624" y="0"/>
                  <a:pt x="110746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6547662" y="1855104"/>
            <a:ext cx="4993090" cy="212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7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Kalau kemarin kita pakai </a:t>
            </a:r>
            <a:r>
              <a:rPr b="0" i="0" lang="en-US" sz="1017" u="none" cap="none" strike="noStrike">
                <a:solidFill>
                  <a:srgbClr val="3B82F6"/>
                </a:solidFill>
                <a:highlight>
                  <a:srgbClr val="3B82F6"/>
                </a:highlight>
                <a:latin typeface="Arial"/>
                <a:ea typeface="Arial"/>
                <a:cs typeface="Arial"/>
                <a:sym typeface="Arial"/>
              </a:rPr>
              <a:t>useState </a:t>
            </a:r>
            <a:r>
              <a:rPr b="0" i="0" lang="en-US" sz="1017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(memori sementara di browser)...</a:t>
            </a:r>
            <a:endParaRPr b="0" i="0" sz="1600" u="none" cap="none" strike="noStrike"/>
          </a:p>
        </p:txBody>
      </p:sp>
      <p:sp>
        <p:nvSpPr>
          <p:cNvPr id="195" name="Google Shape;195;p4"/>
          <p:cNvSpPr/>
          <p:nvPr/>
        </p:nvSpPr>
        <p:spPr>
          <a:xfrm>
            <a:off x="6552277" y="2185054"/>
            <a:ext cx="2215049" cy="858332"/>
          </a:xfrm>
          <a:custGeom>
            <a:rect b="b" l="l" r="r" t="t"/>
            <a:pathLst>
              <a:path extrusionOk="0" h="858332" w="2215049">
                <a:moveTo>
                  <a:pt x="73834" y="0"/>
                </a:moveTo>
                <a:lnTo>
                  <a:pt x="2141216" y="0"/>
                </a:lnTo>
                <a:cubicBezTo>
                  <a:pt x="2181993" y="0"/>
                  <a:pt x="2215049" y="33056"/>
                  <a:pt x="2215049" y="73834"/>
                </a:cubicBezTo>
                <a:lnTo>
                  <a:pt x="2215049" y="784498"/>
                </a:lnTo>
                <a:cubicBezTo>
                  <a:pt x="2215049" y="825275"/>
                  <a:pt x="2181993" y="858332"/>
                  <a:pt x="2141216" y="858332"/>
                </a:cubicBezTo>
                <a:lnTo>
                  <a:pt x="73834" y="858332"/>
                </a:lnTo>
                <a:cubicBezTo>
                  <a:pt x="33084" y="858332"/>
                  <a:pt x="0" y="825248"/>
                  <a:pt x="0" y="784498"/>
                </a:cubicBezTo>
                <a:lnTo>
                  <a:pt x="0" y="73834"/>
                </a:lnTo>
                <a:cubicBezTo>
                  <a:pt x="0" y="33084"/>
                  <a:pt x="33084" y="0"/>
                  <a:pt x="73834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cap="flat" cmpd="sng" w="12700">
            <a:solidFill>
              <a:srgbClr val="FB2C3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7550059" y="2300421"/>
            <a:ext cx="221505" cy="221505"/>
          </a:xfrm>
          <a:custGeom>
            <a:rect b="b" l="l" r="r" t="t"/>
            <a:pathLst>
              <a:path extrusionOk="0" h="221505" w="221505">
                <a:moveTo>
                  <a:pt x="27688" y="27688"/>
                </a:moveTo>
                <a:cubicBezTo>
                  <a:pt x="12416" y="27688"/>
                  <a:pt x="0" y="40105"/>
                  <a:pt x="0" y="55376"/>
                </a:cubicBezTo>
                <a:lnTo>
                  <a:pt x="0" y="58578"/>
                </a:lnTo>
                <a:cubicBezTo>
                  <a:pt x="0" y="61520"/>
                  <a:pt x="1904" y="64029"/>
                  <a:pt x="4370" y="65629"/>
                </a:cubicBezTo>
                <a:cubicBezTo>
                  <a:pt x="10080" y="69350"/>
                  <a:pt x="13844" y="75753"/>
                  <a:pt x="13844" y="83064"/>
                </a:cubicBezTo>
                <a:cubicBezTo>
                  <a:pt x="13844" y="90376"/>
                  <a:pt x="10080" y="96779"/>
                  <a:pt x="4370" y="100499"/>
                </a:cubicBezTo>
                <a:cubicBezTo>
                  <a:pt x="1904" y="102100"/>
                  <a:pt x="0" y="104609"/>
                  <a:pt x="0" y="107551"/>
                </a:cubicBezTo>
                <a:lnTo>
                  <a:pt x="0" y="131519"/>
                </a:lnTo>
                <a:lnTo>
                  <a:pt x="221505" y="131519"/>
                </a:lnTo>
                <a:lnTo>
                  <a:pt x="221505" y="107551"/>
                </a:lnTo>
                <a:cubicBezTo>
                  <a:pt x="221505" y="104609"/>
                  <a:pt x="219601" y="102100"/>
                  <a:pt x="217135" y="100499"/>
                </a:cubicBezTo>
                <a:cubicBezTo>
                  <a:pt x="211425" y="96779"/>
                  <a:pt x="207661" y="90376"/>
                  <a:pt x="207661" y="83064"/>
                </a:cubicBezTo>
                <a:cubicBezTo>
                  <a:pt x="207661" y="75753"/>
                  <a:pt x="211425" y="69350"/>
                  <a:pt x="217135" y="65629"/>
                </a:cubicBezTo>
                <a:cubicBezTo>
                  <a:pt x="219601" y="64029"/>
                  <a:pt x="221505" y="61520"/>
                  <a:pt x="221505" y="58578"/>
                </a:cubicBezTo>
                <a:lnTo>
                  <a:pt x="221505" y="55376"/>
                </a:lnTo>
                <a:cubicBezTo>
                  <a:pt x="221505" y="40105"/>
                  <a:pt x="209089" y="27688"/>
                  <a:pt x="193817" y="27688"/>
                </a:cubicBezTo>
                <a:lnTo>
                  <a:pt x="27688" y="27688"/>
                </a:lnTo>
                <a:close/>
                <a:moveTo>
                  <a:pt x="221505" y="179973"/>
                </a:moveTo>
                <a:lnTo>
                  <a:pt x="221505" y="152285"/>
                </a:lnTo>
                <a:lnTo>
                  <a:pt x="0" y="152285"/>
                </a:lnTo>
                <a:lnTo>
                  <a:pt x="0" y="179973"/>
                </a:lnTo>
                <a:cubicBezTo>
                  <a:pt x="0" y="187630"/>
                  <a:pt x="6187" y="193817"/>
                  <a:pt x="13844" y="193817"/>
                </a:cubicBezTo>
                <a:lnTo>
                  <a:pt x="41532" y="193817"/>
                </a:lnTo>
                <a:lnTo>
                  <a:pt x="41532" y="183434"/>
                </a:lnTo>
                <a:cubicBezTo>
                  <a:pt x="41532" y="177680"/>
                  <a:pt x="46161" y="173051"/>
                  <a:pt x="51915" y="173051"/>
                </a:cubicBezTo>
                <a:cubicBezTo>
                  <a:pt x="57669" y="173051"/>
                  <a:pt x="62298" y="177680"/>
                  <a:pt x="62298" y="183434"/>
                </a:cubicBezTo>
                <a:lnTo>
                  <a:pt x="62298" y="193817"/>
                </a:lnTo>
                <a:lnTo>
                  <a:pt x="100369" y="193817"/>
                </a:lnTo>
                <a:lnTo>
                  <a:pt x="100369" y="183434"/>
                </a:lnTo>
                <a:cubicBezTo>
                  <a:pt x="100369" y="177680"/>
                  <a:pt x="104999" y="173051"/>
                  <a:pt x="110752" y="173051"/>
                </a:cubicBezTo>
                <a:cubicBezTo>
                  <a:pt x="116506" y="173051"/>
                  <a:pt x="121136" y="177680"/>
                  <a:pt x="121136" y="183434"/>
                </a:cubicBezTo>
                <a:lnTo>
                  <a:pt x="121136" y="193817"/>
                </a:lnTo>
                <a:lnTo>
                  <a:pt x="159207" y="193817"/>
                </a:lnTo>
                <a:lnTo>
                  <a:pt x="159207" y="183434"/>
                </a:lnTo>
                <a:cubicBezTo>
                  <a:pt x="159207" y="177680"/>
                  <a:pt x="163836" y="173051"/>
                  <a:pt x="169590" y="173051"/>
                </a:cubicBezTo>
                <a:cubicBezTo>
                  <a:pt x="175344" y="173051"/>
                  <a:pt x="179973" y="177680"/>
                  <a:pt x="179973" y="183434"/>
                </a:cubicBezTo>
                <a:lnTo>
                  <a:pt x="179973" y="193817"/>
                </a:lnTo>
                <a:lnTo>
                  <a:pt x="207661" y="193817"/>
                </a:lnTo>
                <a:cubicBezTo>
                  <a:pt x="215318" y="193817"/>
                  <a:pt x="221505" y="187630"/>
                  <a:pt x="221505" y="179973"/>
                </a:cubicBezTo>
                <a:close/>
                <a:moveTo>
                  <a:pt x="69220" y="69220"/>
                </a:moveTo>
                <a:lnTo>
                  <a:pt x="69220" y="96908"/>
                </a:lnTo>
                <a:cubicBezTo>
                  <a:pt x="69220" y="104566"/>
                  <a:pt x="63034" y="110752"/>
                  <a:pt x="55376" y="110752"/>
                </a:cubicBezTo>
                <a:cubicBezTo>
                  <a:pt x="47719" y="110752"/>
                  <a:pt x="41532" y="104566"/>
                  <a:pt x="41532" y="96908"/>
                </a:cubicBezTo>
                <a:lnTo>
                  <a:pt x="41532" y="69220"/>
                </a:lnTo>
                <a:cubicBezTo>
                  <a:pt x="41532" y="61563"/>
                  <a:pt x="47719" y="55376"/>
                  <a:pt x="55376" y="55376"/>
                </a:cubicBezTo>
                <a:cubicBezTo>
                  <a:pt x="63034" y="55376"/>
                  <a:pt x="69220" y="61563"/>
                  <a:pt x="69220" y="69220"/>
                </a:cubicBezTo>
                <a:close/>
                <a:moveTo>
                  <a:pt x="124597" y="69220"/>
                </a:moveTo>
                <a:lnTo>
                  <a:pt x="124597" y="96908"/>
                </a:lnTo>
                <a:cubicBezTo>
                  <a:pt x="124597" y="104566"/>
                  <a:pt x="118410" y="110752"/>
                  <a:pt x="110752" y="110752"/>
                </a:cubicBezTo>
                <a:cubicBezTo>
                  <a:pt x="103095" y="110752"/>
                  <a:pt x="96908" y="104566"/>
                  <a:pt x="96908" y="96908"/>
                </a:cubicBezTo>
                <a:lnTo>
                  <a:pt x="96908" y="69220"/>
                </a:lnTo>
                <a:cubicBezTo>
                  <a:pt x="96908" y="61563"/>
                  <a:pt x="103095" y="55376"/>
                  <a:pt x="110752" y="55376"/>
                </a:cubicBezTo>
                <a:cubicBezTo>
                  <a:pt x="118410" y="55376"/>
                  <a:pt x="124597" y="61563"/>
                  <a:pt x="124597" y="69220"/>
                </a:cubicBezTo>
                <a:close/>
                <a:moveTo>
                  <a:pt x="179973" y="69220"/>
                </a:moveTo>
                <a:lnTo>
                  <a:pt x="179973" y="96908"/>
                </a:lnTo>
                <a:cubicBezTo>
                  <a:pt x="179973" y="104566"/>
                  <a:pt x="173786" y="110752"/>
                  <a:pt x="166129" y="110752"/>
                </a:cubicBezTo>
                <a:cubicBezTo>
                  <a:pt x="158471" y="110752"/>
                  <a:pt x="152285" y="104566"/>
                  <a:pt x="152285" y="96908"/>
                </a:cubicBezTo>
                <a:lnTo>
                  <a:pt x="152285" y="69220"/>
                </a:lnTo>
                <a:cubicBezTo>
                  <a:pt x="152285" y="61563"/>
                  <a:pt x="158471" y="55376"/>
                  <a:pt x="166129" y="55376"/>
                </a:cubicBezTo>
                <a:cubicBezTo>
                  <a:pt x="173786" y="55376"/>
                  <a:pt x="179973" y="61563"/>
                  <a:pt x="179973" y="69220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6635341" y="2595761"/>
            <a:ext cx="2048921" cy="1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7" u="none" cap="none" strike="noStrike">
                <a:solidFill>
                  <a:srgbClr val="FF6467"/>
                </a:solidFill>
                <a:latin typeface="Arial"/>
                <a:ea typeface="Arial"/>
                <a:cs typeface="Arial"/>
                <a:sym typeface="Arial"/>
              </a:rPr>
              <a:t>useState</a:t>
            </a:r>
            <a:endParaRPr b="0" i="0" sz="1600" u="none" cap="none" strike="noStrike"/>
          </a:p>
        </p:txBody>
      </p:sp>
      <p:sp>
        <p:nvSpPr>
          <p:cNvPr id="198" name="Google Shape;198;p4"/>
          <p:cNvSpPr/>
          <p:nvPr/>
        </p:nvSpPr>
        <p:spPr>
          <a:xfrm>
            <a:off x="6639956" y="2780348"/>
            <a:ext cx="2039691" cy="147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2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Hilang saat refresh</a:t>
            </a:r>
            <a:endParaRPr b="0" i="0" sz="1600" u="none" cap="none" strike="noStrike"/>
          </a:p>
        </p:txBody>
      </p:sp>
      <p:sp>
        <p:nvSpPr>
          <p:cNvPr id="199" name="Google Shape;199;p4"/>
          <p:cNvSpPr/>
          <p:nvPr/>
        </p:nvSpPr>
        <p:spPr>
          <a:xfrm>
            <a:off x="8940089" y="2540385"/>
            <a:ext cx="147670" cy="147670"/>
          </a:xfrm>
          <a:custGeom>
            <a:rect b="b" l="l" r="r" t="t"/>
            <a:pathLst>
              <a:path extrusionOk="0" h="147670" w="147670">
                <a:moveTo>
                  <a:pt x="144959" y="80353"/>
                </a:moveTo>
                <a:cubicBezTo>
                  <a:pt x="148564" y="76748"/>
                  <a:pt x="148564" y="70893"/>
                  <a:pt x="144959" y="67288"/>
                </a:cubicBezTo>
                <a:lnTo>
                  <a:pt x="98812" y="21141"/>
                </a:lnTo>
                <a:cubicBezTo>
                  <a:pt x="95207" y="17536"/>
                  <a:pt x="89352" y="17536"/>
                  <a:pt x="85747" y="21141"/>
                </a:cubicBezTo>
                <a:cubicBezTo>
                  <a:pt x="82141" y="24746"/>
                  <a:pt x="82141" y="30601"/>
                  <a:pt x="85747" y="34206"/>
                </a:cubicBezTo>
                <a:lnTo>
                  <a:pt x="116146" y="64606"/>
                </a:lnTo>
                <a:lnTo>
                  <a:pt x="9229" y="64606"/>
                </a:lnTo>
                <a:cubicBezTo>
                  <a:pt x="4124" y="64606"/>
                  <a:pt x="0" y="68730"/>
                  <a:pt x="0" y="73835"/>
                </a:cubicBezTo>
                <a:cubicBezTo>
                  <a:pt x="0" y="78940"/>
                  <a:pt x="4124" y="83064"/>
                  <a:pt x="9229" y="83064"/>
                </a:cubicBezTo>
                <a:lnTo>
                  <a:pt x="116146" y="83064"/>
                </a:lnTo>
                <a:lnTo>
                  <a:pt x="85747" y="113464"/>
                </a:lnTo>
                <a:cubicBezTo>
                  <a:pt x="82141" y="117069"/>
                  <a:pt x="82141" y="122924"/>
                  <a:pt x="85747" y="126529"/>
                </a:cubicBezTo>
                <a:cubicBezTo>
                  <a:pt x="89352" y="130134"/>
                  <a:pt x="95207" y="130134"/>
                  <a:pt x="98812" y="126529"/>
                </a:cubicBezTo>
                <a:lnTo>
                  <a:pt x="144959" y="80382"/>
                </a:lnTo>
                <a:close/>
              </a:path>
            </a:pathLst>
          </a:custGeom>
          <a:solidFill>
            <a:srgbClr val="F1F5F9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"/>
          <p:cNvSpPr/>
          <p:nvPr/>
        </p:nvSpPr>
        <p:spPr>
          <a:xfrm>
            <a:off x="9258502" y="2185054"/>
            <a:ext cx="2215049" cy="858332"/>
          </a:xfrm>
          <a:custGeom>
            <a:rect b="b" l="l" r="r" t="t"/>
            <a:pathLst>
              <a:path extrusionOk="0" h="858332" w="2215049">
                <a:moveTo>
                  <a:pt x="73834" y="0"/>
                </a:moveTo>
                <a:lnTo>
                  <a:pt x="2141216" y="0"/>
                </a:lnTo>
                <a:cubicBezTo>
                  <a:pt x="2181993" y="0"/>
                  <a:pt x="2215049" y="33056"/>
                  <a:pt x="2215049" y="73834"/>
                </a:cubicBezTo>
                <a:lnTo>
                  <a:pt x="2215049" y="784498"/>
                </a:lnTo>
                <a:cubicBezTo>
                  <a:pt x="2215049" y="825275"/>
                  <a:pt x="2181993" y="858332"/>
                  <a:pt x="2141216" y="858332"/>
                </a:cubicBezTo>
                <a:lnTo>
                  <a:pt x="73834" y="858332"/>
                </a:lnTo>
                <a:cubicBezTo>
                  <a:pt x="33084" y="858332"/>
                  <a:pt x="0" y="825248"/>
                  <a:pt x="0" y="784498"/>
                </a:cubicBezTo>
                <a:lnTo>
                  <a:pt x="0" y="73834"/>
                </a:lnTo>
                <a:cubicBezTo>
                  <a:pt x="0" y="33084"/>
                  <a:pt x="33084" y="0"/>
                  <a:pt x="73834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cap="flat" cmpd="sng" w="12700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"/>
          <p:cNvSpPr/>
          <p:nvPr/>
        </p:nvSpPr>
        <p:spPr>
          <a:xfrm>
            <a:off x="10270128" y="2300421"/>
            <a:ext cx="193817" cy="221505"/>
          </a:xfrm>
          <a:custGeom>
            <a:rect b="b" l="l" r="r" t="t"/>
            <a:pathLst>
              <a:path extrusionOk="0" h="221505" w="193817">
                <a:moveTo>
                  <a:pt x="193817" y="89035"/>
                </a:moveTo>
                <a:cubicBezTo>
                  <a:pt x="187414" y="93274"/>
                  <a:pt x="180059" y="96692"/>
                  <a:pt x="172402" y="99418"/>
                </a:cubicBezTo>
                <a:cubicBezTo>
                  <a:pt x="152068" y="106686"/>
                  <a:pt x="125375" y="110752"/>
                  <a:pt x="96908" y="110752"/>
                </a:cubicBezTo>
                <a:cubicBezTo>
                  <a:pt x="68442" y="110752"/>
                  <a:pt x="41705" y="106643"/>
                  <a:pt x="21415" y="99418"/>
                </a:cubicBezTo>
                <a:cubicBezTo>
                  <a:pt x="13801" y="96692"/>
                  <a:pt x="6403" y="93274"/>
                  <a:pt x="0" y="89035"/>
                </a:cubicBezTo>
                <a:lnTo>
                  <a:pt x="0" y="124597"/>
                </a:lnTo>
                <a:cubicBezTo>
                  <a:pt x="0" y="143719"/>
                  <a:pt x="43392" y="159207"/>
                  <a:pt x="96908" y="159207"/>
                </a:cubicBezTo>
                <a:cubicBezTo>
                  <a:pt x="150424" y="159207"/>
                  <a:pt x="193817" y="143719"/>
                  <a:pt x="193817" y="124597"/>
                </a:cubicBezTo>
                <a:lnTo>
                  <a:pt x="193817" y="89035"/>
                </a:lnTo>
                <a:close/>
                <a:moveTo>
                  <a:pt x="193817" y="55376"/>
                </a:moveTo>
                <a:lnTo>
                  <a:pt x="193817" y="34610"/>
                </a:lnTo>
                <a:cubicBezTo>
                  <a:pt x="193817" y="15488"/>
                  <a:pt x="150424" y="0"/>
                  <a:pt x="96908" y="0"/>
                </a:cubicBezTo>
                <a:cubicBezTo>
                  <a:pt x="43392" y="0"/>
                  <a:pt x="0" y="15488"/>
                  <a:pt x="0" y="34610"/>
                </a:cubicBezTo>
                <a:lnTo>
                  <a:pt x="0" y="55376"/>
                </a:lnTo>
                <a:cubicBezTo>
                  <a:pt x="0" y="74498"/>
                  <a:pt x="43392" y="89986"/>
                  <a:pt x="96908" y="89986"/>
                </a:cubicBezTo>
                <a:cubicBezTo>
                  <a:pt x="150424" y="89986"/>
                  <a:pt x="193817" y="74498"/>
                  <a:pt x="193817" y="55376"/>
                </a:cubicBezTo>
                <a:close/>
                <a:moveTo>
                  <a:pt x="172402" y="168638"/>
                </a:moveTo>
                <a:cubicBezTo>
                  <a:pt x="152112" y="175863"/>
                  <a:pt x="125419" y="179973"/>
                  <a:pt x="96908" y="179973"/>
                </a:cubicBezTo>
                <a:cubicBezTo>
                  <a:pt x="68398" y="179973"/>
                  <a:pt x="41705" y="175863"/>
                  <a:pt x="21415" y="168638"/>
                </a:cubicBezTo>
                <a:cubicBezTo>
                  <a:pt x="13801" y="165912"/>
                  <a:pt x="6403" y="162495"/>
                  <a:pt x="0" y="158255"/>
                </a:cubicBezTo>
                <a:lnTo>
                  <a:pt x="0" y="186895"/>
                </a:lnTo>
                <a:cubicBezTo>
                  <a:pt x="0" y="206017"/>
                  <a:pt x="43392" y="221505"/>
                  <a:pt x="96908" y="221505"/>
                </a:cubicBezTo>
                <a:cubicBezTo>
                  <a:pt x="150424" y="221505"/>
                  <a:pt x="193817" y="206017"/>
                  <a:pt x="193817" y="186895"/>
                </a:cubicBezTo>
                <a:lnTo>
                  <a:pt x="193817" y="158255"/>
                </a:lnTo>
                <a:cubicBezTo>
                  <a:pt x="187414" y="162495"/>
                  <a:pt x="180059" y="165912"/>
                  <a:pt x="172402" y="168638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9341566" y="2595761"/>
            <a:ext cx="2048921" cy="1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7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600" u="none" cap="none" strike="noStrike"/>
          </a:p>
        </p:txBody>
      </p:sp>
      <p:sp>
        <p:nvSpPr>
          <p:cNvPr id="203" name="Google Shape;203;p4"/>
          <p:cNvSpPr/>
          <p:nvPr/>
        </p:nvSpPr>
        <p:spPr>
          <a:xfrm>
            <a:off x="9346181" y="2780348"/>
            <a:ext cx="2039691" cy="147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2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Harddisk 24 jam</a:t>
            </a:r>
            <a:endParaRPr b="0" i="0" sz="1600" u="none" cap="none" strike="noStrike"/>
          </a:p>
        </p:txBody>
      </p:sp>
      <p:sp>
        <p:nvSpPr>
          <p:cNvPr id="204" name="Google Shape;204;p4"/>
          <p:cNvSpPr/>
          <p:nvPr/>
        </p:nvSpPr>
        <p:spPr>
          <a:xfrm>
            <a:off x="6399992" y="3306422"/>
            <a:ext cx="5288430" cy="424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7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r>
              <a:rPr b="0" i="0" lang="en-US" sz="1017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adalah harddisk di server yang nyala 24 jam. Meski Anda tutup laptop, data tetap aman di sana.</a:t>
            </a:r>
            <a:endParaRPr b="0" i="0" sz="1600" u="none" cap="none" strike="noStrike"/>
          </a:p>
        </p:txBody>
      </p:sp>
      <p:sp>
        <p:nvSpPr>
          <p:cNvPr id="205" name="Google Shape;205;p4"/>
          <p:cNvSpPr/>
          <p:nvPr/>
        </p:nvSpPr>
        <p:spPr>
          <a:xfrm>
            <a:off x="6210790" y="4072460"/>
            <a:ext cx="5602229" cy="2778041"/>
          </a:xfrm>
          <a:custGeom>
            <a:rect b="b" l="l" r="r" t="t"/>
            <a:pathLst>
              <a:path extrusionOk="0" h="2778041" w="5602229">
                <a:moveTo>
                  <a:pt x="147681" y="0"/>
                </a:moveTo>
                <a:lnTo>
                  <a:pt x="5454548" y="0"/>
                </a:lnTo>
                <a:cubicBezTo>
                  <a:pt x="5536110" y="0"/>
                  <a:pt x="5602229" y="66119"/>
                  <a:pt x="5602229" y="147681"/>
                </a:cubicBezTo>
                <a:lnTo>
                  <a:pt x="5602229" y="2630360"/>
                </a:lnTo>
                <a:cubicBezTo>
                  <a:pt x="5602229" y="2711922"/>
                  <a:pt x="5536110" y="2778041"/>
                  <a:pt x="5454548" y="2778041"/>
                </a:cubicBezTo>
                <a:lnTo>
                  <a:pt x="147681" y="2778041"/>
                </a:lnTo>
                <a:cubicBezTo>
                  <a:pt x="66119" y="2778041"/>
                  <a:pt x="0" y="2711922"/>
                  <a:pt x="0" y="2630360"/>
                </a:cubicBezTo>
                <a:lnTo>
                  <a:pt x="0" y="147681"/>
                </a:lnTo>
                <a:cubicBezTo>
                  <a:pt x="0" y="66173"/>
                  <a:pt x="66173" y="0"/>
                  <a:pt x="147681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6423066" y="4307809"/>
            <a:ext cx="166129" cy="166129"/>
          </a:xfrm>
          <a:custGeom>
            <a:rect b="b" l="l" r="r" t="t"/>
            <a:pathLst>
              <a:path extrusionOk="0" h="166129" w="166129">
                <a:moveTo>
                  <a:pt x="163728" y="37574"/>
                </a:moveTo>
                <a:cubicBezTo>
                  <a:pt x="163695" y="37509"/>
                  <a:pt x="163663" y="37411"/>
                  <a:pt x="163630" y="37347"/>
                </a:cubicBezTo>
                <a:cubicBezTo>
                  <a:pt x="163598" y="37217"/>
                  <a:pt x="163533" y="37087"/>
                  <a:pt x="163468" y="36957"/>
                </a:cubicBezTo>
                <a:cubicBezTo>
                  <a:pt x="163403" y="36892"/>
                  <a:pt x="163371" y="36795"/>
                  <a:pt x="163306" y="36730"/>
                </a:cubicBezTo>
                <a:cubicBezTo>
                  <a:pt x="163241" y="36633"/>
                  <a:pt x="163144" y="36535"/>
                  <a:pt x="163079" y="36438"/>
                </a:cubicBezTo>
                <a:cubicBezTo>
                  <a:pt x="163014" y="36373"/>
                  <a:pt x="162916" y="36308"/>
                  <a:pt x="162819" y="36243"/>
                </a:cubicBezTo>
                <a:cubicBezTo>
                  <a:pt x="162722" y="36178"/>
                  <a:pt x="162624" y="36081"/>
                  <a:pt x="162527" y="36016"/>
                </a:cubicBezTo>
                <a:lnTo>
                  <a:pt x="131281" y="18008"/>
                </a:lnTo>
                <a:cubicBezTo>
                  <a:pt x="130891" y="17781"/>
                  <a:pt x="130437" y="17651"/>
                  <a:pt x="129983" y="17651"/>
                </a:cubicBezTo>
                <a:cubicBezTo>
                  <a:pt x="129528" y="17651"/>
                  <a:pt x="129074" y="17781"/>
                  <a:pt x="128685" y="18008"/>
                </a:cubicBezTo>
                <a:lnTo>
                  <a:pt x="97438" y="36016"/>
                </a:lnTo>
                <a:cubicBezTo>
                  <a:pt x="97341" y="36081"/>
                  <a:pt x="97244" y="36146"/>
                  <a:pt x="97146" y="36243"/>
                </a:cubicBezTo>
                <a:cubicBezTo>
                  <a:pt x="97049" y="36308"/>
                  <a:pt x="96984" y="36373"/>
                  <a:pt x="96887" y="36438"/>
                </a:cubicBezTo>
                <a:cubicBezTo>
                  <a:pt x="96789" y="36535"/>
                  <a:pt x="96725" y="36633"/>
                  <a:pt x="96660" y="36730"/>
                </a:cubicBezTo>
                <a:cubicBezTo>
                  <a:pt x="96595" y="36795"/>
                  <a:pt x="96530" y="36860"/>
                  <a:pt x="96497" y="36957"/>
                </a:cubicBezTo>
                <a:cubicBezTo>
                  <a:pt x="96433" y="37087"/>
                  <a:pt x="96368" y="37217"/>
                  <a:pt x="96335" y="37347"/>
                </a:cubicBezTo>
                <a:cubicBezTo>
                  <a:pt x="96303" y="37411"/>
                  <a:pt x="96270" y="37476"/>
                  <a:pt x="96238" y="37574"/>
                </a:cubicBezTo>
                <a:cubicBezTo>
                  <a:pt x="96173" y="37801"/>
                  <a:pt x="96140" y="38028"/>
                  <a:pt x="96140" y="38255"/>
                </a:cubicBezTo>
                <a:lnTo>
                  <a:pt x="96140" y="72389"/>
                </a:lnTo>
                <a:lnTo>
                  <a:pt x="70118" y="87380"/>
                </a:lnTo>
                <a:lnTo>
                  <a:pt x="70118" y="20571"/>
                </a:lnTo>
                <a:cubicBezTo>
                  <a:pt x="70118" y="20344"/>
                  <a:pt x="70086" y="20117"/>
                  <a:pt x="70021" y="19890"/>
                </a:cubicBezTo>
                <a:cubicBezTo>
                  <a:pt x="69988" y="19825"/>
                  <a:pt x="69956" y="19760"/>
                  <a:pt x="69923" y="19663"/>
                </a:cubicBezTo>
                <a:cubicBezTo>
                  <a:pt x="69891" y="19533"/>
                  <a:pt x="69826" y="19403"/>
                  <a:pt x="69761" y="19274"/>
                </a:cubicBezTo>
                <a:cubicBezTo>
                  <a:pt x="69729" y="19176"/>
                  <a:pt x="69631" y="19111"/>
                  <a:pt x="69599" y="19046"/>
                </a:cubicBezTo>
                <a:cubicBezTo>
                  <a:pt x="69534" y="18949"/>
                  <a:pt x="69437" y="18852"/>
                  <a:pt x="69372" y="18754"/>
                </a:cubicBezTo>
                <a:cubicBezTo>
                  <a:pt x="69307" y="18689"/>
                  <a:pt x="69209" y="18625"/>
                  <a:pt x="69112" y="18560"/>
                </a:cubicBezTo>
                <a:cubicBezTo>
                  <a:pt x="69015" y="18495"/>
                  <a:pt x="68917" y="18397"/>
                  <a:pt x="68820" y="18333"/>
                </a:cubicBezTo>
                <a:lnTo>
                  <a:pt x="37574" y="357"/>
                </a:lnTo>
                <a:cubicBezTo>
                  <a:pt x="37184" y="130"/>
                  <a:pt x="36730" y="0"/>
                  <a:pt x="36276" y="0"/>
                </a:cubicBezTo>
                <a:cubicBezTo>
                  <a:pt x="35821" y="0"/>
                  <a:pt x="35367" y="130"/>
                  <a:pt x="34978" y="357"/>
                </a:cubicBezTo>
                <a:lnTo>
                  <a:pt x="3731" y="18333"/>
                </a:lnTo>
                <a:cubicBezTo>
                  <a:pt x="3634" y="18397"/>
                  <a:pt x="3537" y="18462"/>
                  <a:pt x="3439" y="18560"/>
                </a:cubicBezTo>
                <a:cubicBezTo>
                  <a:pt x="3342" y="18625"/>
                  <a:pt x="3277" y="18689"/>
                  <a:pt x="3180" y="18754"/>
                </a:cubicBezTo>
                <a:cubicBezTo>
                  <a:pt x="3082" y="18852"/>
                  <a:pt x="3018" y="18949"/>
                  <a:pt x="2953" y="19046"/>
                </a:cubicBezTo>
                <a:cubicBezTo>
                  <a:pt x="2888" y="19144"/>
                  <a:pt x="2823" y="19209"/>
                  <a:pt x="2758" y="19274"/>
                </a:cubicBezTo>
                <a:cubicBezTo>
                  <a:pt x="2693" y="19403"/>
                  <a:pt x="2628" y="19533"/>
                  <a:pt x="2596" y="19663"/>
                </a:cubicBezTo>
                <a:cubicBezTo>
                  <a:pt x="2563" y="19728"/>
                  <a:pt x="2531" y="19793"/>
                  <a:pt x="2498" y="19890"/>
                </a:cubicBezTo>
                <a:cubicBezTo>
                  <a:pt x="2434" y="20117"/>
                  <a:pt x="2401" y="20344"/>
                  <a:pt x="2401" y="20571"/>
                </a:cubicBezTo>
                <a:lnTo>
                  <a:pt x="2401" y="127549"/>
                </a:lnTo>
                <a:cubicBezTo>
                  <a:pt x="2401" y="128003"/>
                  <a:pt x="2531" y="128458"/>
                  <a:pt x="2758" y="128847"/>
                </a:cubicBezTo>
                <a:cubicBezTo>
                  <a:pt x="2985" y="129236"/>
                  <a:pt x="3310" y="129561"/>
                  <a:pt x="3699" y="129788"/>
                </a:cubicBezTo>
                <a:lnTo>
                  <a:pt x="66192" y="165772"/>
                </a:lnTo>
                <a:cubicBezTo>
                  <a:pt x="66322" y="165837"/>
                  <a:pt x="66484" y="165902"/>
                  <a:pt x="66614" y="165934"/>
                </a:cubicBezTo>
                <a:cubicBezTo>
                  <a:pt x="66679" y="165966"/>
                  <a:pt x="66743" y="165999"/>
                  <a:pt x="66808" y="166031"/>
                </a:cubicBezTo>
                <a:cubicBezTo>
                  <a:pt x="67230" y="166161"/>
                  <a:pt x="67717" y="166161"/>
                  <a:pt x="68139" y="166031"/>
                </a:cubicBezTo>
                <a:cubicBezTo>
                  <a:pt x="68204" y="165999"/>
                  <a:pt x="68269" y="165966"/>
                  <a:pt x="68333" y="165966"/>
                </a:cubicBezTo>
                <a:cubicBezTo>
                  <a:pt x="68496" y="165902"/>
                  <a:pt x="68658" y="165869"/>
                  <a:pt x="68788" y="165772"/>
                </a:cubicBezTo>
                <a:lnTo>
                  <a:pt x="131281" y="129820"/>
                </a:lnTo>
                <a:cubicBezTo>
                  <a:pt x="131670" y="129593"/>
                  <a:pt x="131994" y="129269"/>
                  <a:pt x="132222" y="128880"/>
                </a:cubicBezTo>
                <a:cubicBezTo>
                  <a:pt x="132449" y="128490"/>
                  <a:pt x="132578" y="128036"/>
                  <a:pt x="132578" y="127582"/>
                </a:cubicBezTo>
                <a:lnTo>
                  <a:pt x="132578" y="93415"/>
                </a:lnTo>
                <a:lnTo>
                  <a:pt x="162495" y="76186"/>
                </a:lnTo>
                <a:cubicBezTo>
                  <a:pt x="162884" y="75958"/>
                  <a:pt x="163208" y="75634"/>
                  <a:pt x="163436" y="75212"/>
                </a:cubicBezTo>
                <a:cubicBezTo>
                  <a:pt x="163663" y="74790"/>
                  <a:pt x="163793" y="74369"/>
                  <a:pt x="163793" y="73914"/>
                </a:cubicBezTo>
                <a:lnTo>
                  <a:pt x="163793" y="38287"/>
                </a:lnTo>
                <a:cubicBezTo>
                  <a:pt x="163793" y="38060"/>
                  <a:pt x="163760" y="37833"/>
                  <a:pt x="163728" y="37606"/>
                </a:cubicBezTo>
                <a:close/>
                <a:moveTo>
                  <a:pt x="36276" y="5613"/>
                </a:moveTo>
                <a:lnTo>
                  <a:pt x="62298" y="20571"/>
                </a:lnTo>
                <a:lnTo>
                  <a:pt x="36276" y="35562"/>
                </a:lnTo>
                <a:lnTo>
                  <a:pt x="10253" y="20571"/>
                </a:lnTo>
                <a:lnTo>
                  <a:pt x="36276" y="5581"/>
                </a:lnTo>
                <a:close/>
                <a:moveTo>
                  <a:pt x="64894" y="25082"/>
                </a:moveTo>
                <a:lnTo>
                  <a:pt x="64894" y="90397"/>
                </a:lnTo>
                <a:cubicBezTo>
                  <a:pt x="54122" y="96595"/>
                  <a:pt x="45458" y="101592"/>
                  <a:pt x="38872" y="105388"/>
                </a:cubicBezTo>
                <a:lnTo>
                  <a:pt x="38872" y="40072"/>
                </a:lnTo>
                <a:cubicBezTo>
                  <a:pt x="49644" y="33875"/>
                  <a:pt x="58307" y="28878"/>
                  <a:pt x="64894" y="25082"/>
                </a:cubicBezTo>
                <a:close/>
                <a:moveTo>
                  <a:pt x="64894" y="159023"/>
                </a:moveTo>
                <a:lnTo>
                  <a:pt x="7625" y="126057"/>
                </a:lnTo>
                <a:lnTo>
                  <a:pt x="7625" y="25082"/>
                </a:lnTo>
                <a:cubicBezTo>
                  <a:pt x="14212" y="28878"/>
                  <a:pt x="22908" y="33875"/>
                  <a:pt x="33648" y="40072"/>
                </a:cubicBezTo>
                <a:lnTo>
                  <a:pt x="33648" y="109898"/>
                </a:lnTo>
                <a:cubicBezTo>
                  <a:pt x="33648" y="109995"/>
                  <a:pt x="33680" y="110093"/>
                  <a:pt x="33680" y="110190"/>
                </a:cubicBezTo>
                <a:cubicBezTo>
                  <a:pt x="33680" y="110320"/>
                  <a:pt x="33712" y="110450"/>
                  <a:pt x="33745" y="110579"/>
                </a:cubicBezTo>
                <a:cubicBezTo>
                  <a:pt x="33777" y="110677"/>
                  <a:pt x="33810" y="110774"/>
                  <a:pt x="33875" y="110871"/>
                </a:cubicBezTo>
                <a:cubicBezTo>
                  <a:pt x="33907" y="110969"/>
                  <a:pt x="33972" y="111099"/>
                  <a:pt x="34004" y="111196"/>
                </a:cubicBezTo>
                <a:cubicBezTo>
                  <a:pt x="34069" y="111293"/>
                  <a:pt x="34134" y="111358"/>
                  <a:pt x="34199" y="111455"/>
                </a:cubicBezTo>
                <a:cubicBezTo>
                  <a:pt x="34264" y="111553"/>
                  <a:pt x="34329" y="111650"/>
                  <a:pt x="34426" y="111715"/>
                </a:cubicBezTo>
                <a:cubicBezTo>
                  <a:pt x="34491" y="111780"/>
                  <a:pt x="34589" y="111845"/>
                  <a:pt x="34686" y="111910"/>
                </a:cubicBezTo>
                <a:cubicBezTo>
                  <a:pt x="34783" y="111975"/>
                  <a:pt x="34881" y="112072"/>
                  <a:pt x="34978" y="112137"/>
                </a:cubicBezTo>
                <a:lnTo>
                  <a:pt x="64894" y="129074"/>
                </a:lnTo>
                <a:lnTo>
                  <a:pt x="64926" y="159055"/>
                </a:lnTo>
                <a:close/>
                <a:moveTo>
                  <a:pt x="67490" y="124564"/>
                </a:moveTo>
                <a:lnTo>
                  <a:pt x="41532" y="109866"/>
                </a:lnTo>
                <a:cubicBezTo>
                  <a:pt x="59281" y="99645"/>
                  <a:pt x="78360" y="88678"/>
                  <a:pt x="98736" y="76932"/>
                </a:cubicBezTo>
                <a:lnTo>
                  <a:pt x="124726" y="91890"/>
                </a:lnTo>
                <a:cubicBezTo>
                  <a:pt x="115187" y="97341"/>
                  <a:pt x="96108" y="108211"/>
                  <a:pt x="67490" y="124564"/>
                </a:cubicBezTo>
                <a:close/>
                <a:moveTo>
                  <a:pt x="127355" y="126057"/>
                </a:moveTo>
                <a:lnTo>
                  <a:pt x="70086" y="159023"/>
                </a:lnTo>
                <a:lnTo>
                  <a:pt x="70086" y="129074"/>
                </a:lnTo>
                <a:cubicBezTo>
                  <a:pt x="102987" y="110320"/>
                  <a:pt x="122066" y="99418"/>
                  <a:pt x="127355" y="96368"/>
                </a:cubicBezTo>
                <a:lnTo>
                  <a:pt x="127355" y="126024"/>
                </a:lnTo>
                <a:close/>
                <a:moveTo>
                  <a:pt x="127355" y="87412"/>
                </a:moveTo>
                <a:cubicBezTo>
                  <a:pt x="120768" y="83648"/>
                  <a:pt x="112072" y="78652"/>
                  <a:pt x="101332" y="72454"/>
                </a:cubicBezTo>
                <a:lnTo>
                  <a:pt x="101332" y="42798"/>
                </a:lnTo>
                <a:cubicBezTo>
                  <a:pt x="107919" y="46594"/>
                  <a:pt x="116615" y="51591"/>
                  <a:pt x="127355" y="57788"/>
                </a:cubicBezTo>
                <a:lnTo>
                  <a:pt x="127355" y="87412"/>
                </a:lnTo>
                <a:close/>
                <a:moveTo>
                  <a:pt x="129950" y="53246"/>
                </a:moveTo>
                <a:lnTo>
                  <a:pt x="103928" y="38255"/>
                </a:lnTo>
                <a:lnTo>
                  <a:pt x="129950" y="23265"/>
                </a:lnTo>
                <a:lnTo>
                  <a:pt x="155973" y="38223"/>
                </a:lnTo>
                <a:lnTo>
                  <a:pt x="129950" y="53213"/>
                </a:lnTo>
                <a:close/>
                <a:moveTo>
                  <a:pt x="132546" y="87412"/>
                </a:moveTo>
                <a:lnTo>
                  <a:pt x="132546" y="57788"/>
                </a:lnTo>
                <a:cubicBezTo>
                  <a:pt x="143318" y="51591"/>
                  <a:pt x="152014" y="46594"/>
                  <a:pt x="158601" y="42798"/>
                </a:cubicBezTo>
                <a:lnTo>
                  <a:pt x="158601" y="72454"/>
                </a:lnTo>
                <a:lnTo>
                  <a:pt x="132546" y="87445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4"/>
          <p:cNvSpPr/>
          <p:nvPr/>
        </p:nvSpPr>
        <p:spPr>
          <a:xfrm>
            <a:off x="6612268" y="4261662"/>
            <a:ext cx="5094613" cy="258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8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Migration Laravel</a:t>
            </a:r>
            <a:endParaRPr b="0" i="0" sz="1600" u="none" cap="none" strike="noStrike"/>
          </a:p>
        </p:txBody>
      </p:sp>
      <p:sp>
        <p:nvSpPr>
          <p:cNvPr id="208" name="Google Shape;208;p4"/>
          <p:cNvSpPr/>
          <p:nvPr/>
        </p:nvSpPr>
        <p:spPr>
          <a:xfrm>
            <a:off x="6399992" y="4630837"/>
            <a:ext cx="5288430" cy="1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7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Seperti </a:t>
            </a:r>
            <a:r>
              <a:rPr b="1" i="0" lang="en-US" sz="1017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resep</a:t>
            </a:r>
            <a:r>
              <a:rPr b="0" i="0" lang="en-US" sz="1017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 sekali tulis, bisa dipakai berulang kali, bisa di-share ke tim.</a:t>
            </a:r>
            <a:endParaRPr b="0" i="0" sz="1600" u="none" cap="none" strike="noStrike"/>
          </a:p>
        </p:txBody>
      </p:sp>
      <p:sp>
        <p:nvSpPr>
          <p:cNvPr id="209" name="Google Shape;209;p4"/>
          <p:cNvSpPr/>
          <p:nvPr/>
        </p:nvSpPr>
        <p:spPr>
          <a:xfrm>
            <a:off x="6399992" y="4926177"/>
            <a:ext cx="5223824" cy="1735122"/>
          </a:xfrm>
          <a:custGeom>
            <a:rect b="b" l="l" r="r" t="t"/>
            <a:pathLst>
              <a:path extrusionOk="0" h="1735122" w="5223824">
                <a:moveTo>
                  <a:pt x="73829" y="0"/>
                </a:moveTo>
                <a:lnTo>
                  <a:pt x="5149995" y="0"/>
                </a:lnTo>
                <a:cubicBezTo>
                  <a:pt x="5190770" y="0"/>
                  <a:pt x="5223824" y="33055"/>
                  <a:pt x="5223824" y="73829"/>
                </a:cubicBezTo>
                <a:lnTo>
                  <a:pt x="5223824" y="1661292"/>
                </a:lnTo>
                <a:cubicBezTo>
                  <a:pt x="5223824" y="1702067"/>
                  <a:pt x="5190770" y="1735122"/>
                  <a:pt x="5149995" y="1735122"/>
                </a:cubicBezTo>
                <a:lnTo>
                  <a:pt x="73829" y="1735122"/>
                </a:lnTo>
                <a:cubicBezTo>
                  <a:pt x="33055" y="1735122"/>
                  <a:pt x="0" y="1702067"/>
                  <a:pt x="0" y="1661292"/>
                </a:cubicBezTo>
                <a:lnTo>
                  <a:pt x="0" y="73829"/>
                </a:lnTo>
                <a:cubicBezTo>
                  <a:pt x="0" y="33082"/>
                  <a:pt x="33082" y="0"/>
                  <a:pt x="73829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6547662" y="5073847"/>
            <a:ext cx="4988475" cy="1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5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// File: database/migrations/xxxx_create_transaksis_table.php</a:t>
            </a:r>
            <a:endParaRPr b="0" i="0" sz="1600" u="none" cap="none" strike="noStrike"/>
          </a:p>
        </p:txBody>
      </p:sp>
      <p:sp>
        <p:nvSpPr>
          <p:cNvPr id="211" name="Google Shape;211;p4"/>
          <p:cNvSpPr/>
          <p:nvPr/>
        </p:nvSpPr>
        <p:spPr>
          <a:xfrm>
            <a:off x="6547662" y="5253820"/>
            <a:ext cx="4988475" cy="1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5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Schema</a:t>
            </a:r>
            <a:r>
              <a:rPr b="0" i="0" lang="en-US" sz="94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b="0" i="0" lang="en-US" sz="945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r>
              <a:rPr b="0" i="0" lang="en-US" sz="94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945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'transaksis'</a:t>
            </a:r>
            <a:r>
              <a:rPr b="0" i="0" lang="en-US" sz="94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945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r>
              <a:rPr b="0" i="0" lang="en-US" sz="94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945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Blueprint$table</a:t>
            </a:r>
            <a:r>
              <a:rPr b="0" i="0" lang="en-US" sz="94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b="0" i="0" sz="1600" u="none" cap="none" strike="noStrike"/>
          </a:p>
        </p:txBody>
      </p:sp>
      <p:sp>
        <p:nvSpPr>
          <p:cNvPr id="212" name="Google Shape;212;p4"/>
          <p:cNvSpPr/>
          <p:nvPr/>
        </p:nvSpPr>
        <p:spPr>
          <a:xfrm>
            <a:off x="6695332" y="5433793"/>
            <a:ext cx="4840805" cy="1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5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$table</a:t>
            </a:r>
            <a:r>
              <a:rPr b="0" i="0" lang="en-US" sz="94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b="0" i="0" lang="en-US" sz="945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b="0" i="0" lang="en-US" sz="94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(); </a:t>
            </a:r>
            <a:r>
              <a:rPr b="0" i="0" lang="en-US" sz="945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// Primary key (AI)</a:t>
            </a:r>
            <a:endParaRPr b="0" i="0" sz="1600" u="none" cap="none" strike="noStrike"/>
          </a:p>
        </p:txBody>
      </p:sp>
      <p:sp>
        <p:nvSpPr>
          <p:cNvPr id="213" name="Google Shape;213;p4"/>
          <p:cNvSpPr/>
          <p:nvPr/>
        </p:nvSpPr>
        <p:spPr>
          <a:xfrm>
            <a:off x="6695332" y="5613765"/>
            <a:ext cx="4840805" cy="1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5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$table</a:t>
            </a:r>
            <a:r>
              <a:rPr b="0" i="0" lang="en-US" sz="94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b="0" i="0" lang="en-US" sz="945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b="0" i="0" lang="en-US" sz="94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945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'deskripsi'</a:t>
            </a:r>
            <a:r>
              <a:rPr b="0" i="0" lang="en-US" sz="94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600" u="none" cap="none" strike="noStrike"/>
          </a:p>
        </p:txBody>
      </p:sp>
      <p:sp>
        <p:nvSpPr>
          <p:cNvPr id="214" name="Google Shape;214;p4"/>
          <p:cNvSpPr/>
          <p:nvPr/>
        </p:nvSpPr>
        <p:spPr>
          <a:xfrm>
            <a:off x="6695332" y="5793738"/>
            <a:ext cx="4840805" cy="1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5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$table</a:t>
            </a:r>
            <a:r>
              <a:rPr b="0" i="0" lang="en-US" sz="94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b="0" i="0" lang="en-US" sz="945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bigInteger</a:t>
            </a:r>
            <a:r>
              <a:rPr b="0" i="0" lang="en-US" sz="94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945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'nominal'</a:t>
            </a:r>
            <a:r>
              <a:rPr b="0" i="0" lang="en-US" sz="94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600" u="none" cap="none" strike="noStrike"/>
          </a:p>
        </p:txBody>
      </p:sp>
      <p:sp>
        <p:nvSpPr>
          <p:cNvPr id="215" name="Google Shape;215;p4"/>
          <p:cNvSpPr/>
          <p:nvPr/>
        </p:nvSpPr>
        <p:spPr>
          <a:xfrm>
            <a:off x="6695332" y="5973711"/>
            <a:ext cx="4840805" cy="1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5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$table</a:t>
            </a:r>
            <a:r>
              <a:rPr b="0" i="0" lang="en-US" sz="94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b="0" i="0" lang="en-US" sz="945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enum</a:t>
            </a:r>
            <a:r>
              <a:rPr b="0" i="0" lang="en-US" sz="94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945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'tipe'</a:t>
            </a:r>
            <a:r>
              <a:rPr b="0" i="0" lang="en-US" sz="94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, [</a:t>
            </a:r>
            <a:r>
              <a:rPr b="0" i="0" lang="en-US" sz="945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'pemasukan'</a:t>
            </a:r>
            <a:r>
              <a:rPr b="0" i="0" lang="en-US" sz="94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945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'pengeluaran'</a:t>
            </a:r>
            <a:r>
              <a:rPr b="0" i="0" lang="en-US" sz="94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]);</a:t>
            </a:r>
            <a:endParaRPr b="0" i="0" sz="1600" u="none" cap="none" strike="noStrike"/>
          </a:p>
        </p:txBody>
      </p:sp>
      <p:sp>
        <p:nvSpPr>
          <p:cNvPr id="216" name="Google Shape;216;p4"/>
          <p:cNvSpPr/>
          <p:nvPr/>
        </p:nvSpPr>
        <p:spPr>
          <a:xfrm>
            <a:off x="6695332" y="6153684"/>
            <a:ext cx="4840805" cy="1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5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$table</a:t>
            </a:r>
            <a:r>
              <a:rPr b="0" i="0" lang="en-US" sz="94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b="0" i="0" lang="en-US" sz="945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timestamps</a:t>
            </a:r>
            <a:r>
              <a:rPr b="0" i="0" lang="en-US" sz="94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(); </a:t>
            </a:r>
            <a:r>
              <a:rPr b="0" i="0" lang="en-US" sz="945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// created_at &amp; updated_at</a:t>
            </a:r>
            <a:endParaRPr b="0" i="0" sz="1600" u="none" cap="none" strike="noStrike"/>
          </a:p>
        </p:txBody>
      </p:sp>
      <p:sp>
        <p:nvSpPr>
          <p:cNvPr id="217" name="Google Shape;217;p4"/>
          <p:cNvSpPr/>
          <p:nvPr/>
        </p:nvSpPr>
        <p:spPr>
          <a:xfrm>
            <a:off x="6547662" y="6333656"/>
            <a:ext cx="4988475" cy="18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});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"/>
          <p:cNvSpPr/>
          <p:nvPr/>
        </p:nvSpPr>
        <p:spPr>
          <a:xfrm>
            <a:off x="375716" y="375716"/>
            <a:ext cx="11506317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5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BACKEND FRAMEWORK</a:t>
            </a:r>
            <a:endParaRPr b="0" i="0" sz="1600" u="none" cap="none" strike="noStrike"/>
          </a:p>
        </p:txBody>
      </p:sp>
      <p:sp>
        <p:nvSpPr>
          <p:cNvPr id="224" name="Google Shape;224;p5"/>
          <p:cNvSpPr/>
          <p:nvPr/>
        </p:nvSpPr>
        <p:spPr>
          <a:xfrm>
            <a:off x="375716" y="638718"/>
            <a:ext cx="11609639" cy="3757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63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Laravel - Jantung Backend</a:t>
            </a:r>
            <a:endParaRPr b="0" i="0" sz="1600" u="none" cap="none" strike="noStrike"/>
          </a:p>
        </p:txBody>
      </p:sp>
      <p:sp>
        <p:nvSpPr>
          <p:cNvPr id="225" name="Google Shape;225;p5"/>
          <p:cNvSpPr/>
          <p:nvPr/>
        </p:nvSpPr>
        <p:spPr>
          <a:xfrm>
            <a:off x="380413" y="1169418"/>
            <a:ext cx="5598176" cy="4790385"/>
          </a:xfrm>
          <a:custGeom>
            <a:rect b="b" l="l" r="r" t="t"/>
            <a:pathLst>
              <a:path extrusionOk="0" h="4790385" w="5598176">
                <a:moveTo>
                  <a:pt x="150274" y="0"/>
                </a:moveTo>
                <a:lnTo>
                  <a:pt x="5447901" y="0"/>
                </a:lnTo>
                <a:cubicBezTo>
                  <a:pt x="5530896" y="0"/>
                  <a:pt x="5598176" y="67280"/>
                  <a:pt x="5598176" y="150274"/>
                </a:cubicBezTo>
                <a:lnTo>
                  <a:pt x="5598176" y="4640111"/>
                </a:lnTo>
                <a:cubicBezTo>
                  <a:pt x="5598176" y="4723105"/>
                  <a:pt x="5530896" y="4790385"/>
                  <a:pt x="5447901" y="4790385"/>
                </a:cubicBezTo>
                <a:lnTo>
                  <a:pt x="150274" y="4790385"/>
                </a:lnTo>
                <a:cubicBezTo>
                  <a:pt x="67280" y="4790385"/>
                  <a:pt x="0" y="4723105"/>
                  <a:pt x="0" y="4640111"/>
                </a:cubicBezTo>
                <a:lnTo>
                  <a:pt x="0" y="150274"/>
                </a:lnTo>
                <a:cubicBezTo>
                  <a:pt x="0" y="67336"/>
                  <a:pt x="67336" y="0"/>
                  <a:pt x="150274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585883" y="1408937"/>
            <a:ext cx="190206" cy="169072"/>
          </a:xfrm>
          <a:custGeom>
            <a:rect b="b" l="l" r="r" t="t"/>
            <a:pathLst>
              <a:path extrusionOk="0" h="169072" w="190206">
                <a:moveTo>
                  <a:pt x="18492" y="74498"/>
                </a:moveTo>
                <a:lnTo>
                  <a:pt x="10699" y="97811"/>
                </a:lnTo>
                <a:lnTo>
                  <a:pt x="10699" y="31701"/>
                </a:lnTo>
                <a:cubicBezTo>
                  <a:pt x="10699" y="20044"/>
                  <a:pt x="20176" y="10567"/>
                  <a:pt x="31833" y="10567"/>
                </a:cubicBezTo>
                <a:lnTo>
                  <a:pt x="77635" y="10567"/>
                </a:lnTo>
                <a:cubicBezTo>
                  <a:pt x="82192" y="10567"/>
                  <a:pt x="86650" y="12053"/>
                  <a:pt x="90315" y="14794"/>
                </a:cubicBezTo>
                <a:lnTo>
                  <a:pt x="102995" y="24304"/>
                </a:lnTo>
                <a:cubicBezTo>
                  <a:pt x="104812" y="25691"/>
                  <a:pt x="107057" y="26418"/>
                  <a:pt x="109336" y="26418"/>
                </a:cubicBezTo>
                <a:lnTo>
                  <a:pt x="148070" y="26418"/>
                </a:lnTo>
                <a:cubicBezTo>
                  <a:pt x="159727" y="26418"/>
                  <a:pt x="169205" y="35895"/>
                  <a:pt x="169205" y="47552"/>
                </a:cubicBezTo>
                <a:lnTo>
                  <a:pt x="169205" y="52835"/>
                </a:lnTo>
                <a:lnTo>
                  <a:pt x="48542" y="52835"/>
                </a:lnTo>
                <a:cubicBezTo>
                  <a:pt x="34904" y="52835"/>
                  <a:pt x="22785" y="61553"/>
                  <a:pt x="18459" y="74498"/>
                </a:cubicBezTo>
                <a:close/>
                <a:moveTo>
                  <a:pt x="157779" y="147938"/>
                </a:moveTo>
                <a:lnTo>
                  <a:pt x="32692" y="147938"/>
                </a:lnTo>
                <a:cubicBezTo>
                  <a:pt x="21861" y="147938"/>
                  <a:pt x="14232" y="137338"/>
                  <a:pt x="17667" y="127068"/>
                </a:cubicBezTo>
                <a:lnTo>
                  <a:pt x="33517" y="79517"/>
                </a:lnTo>
                <a:cubicBezTo>
                  <a:pt x="35664" y="73045"/>
                  <a:pt x="41740" y="68686"/>
                  <a:pt x="48542" y="68686"/>
                </a:cubicBezTo>
                <a:lnTo>
                  <a:pt x="173629" y="68686"/>
                </a:lnTo>
                <a:cubicBezTo>
                  <a:pt x="184461" y="68686"/>
                  <a:pt x="192089" y="79286"/>
                  <a:pt x="188654" y="89556"/>
                </a:cubicBezTo>
                <a:lnTo>
                  <a:pt x="172804" y="137107"/>
                </a:lnTo>
                <a:cubicBezTo>
                  <a:pt x="170657" y="143579"/>
                  <a:pt x="164581" y="147938"/>
                  <a:pt x="157779" y="147938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"/>
          <p:cNvSpPr/>
          <p:nvPr/>
        </p:nvSpPr>
        <p:spPr>
          <a:xfrm>
            <a:off x="789005" y="1361972"/>
            <a:ext cx="5081565" cy="263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1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Struktur Folder Laravel</a:t>
            </a:r>
            <a:endParaRPr b="0" i="0" sz="1600" u="none" cap="none" strike="noStrike"/>
          </a:p>
        </p:txBody>
      </p:sp>
      <p:sp>
        <p:nvSpPr>
          <p:cNvPr id="228" name="Google Shape;228;p5"/>
          <p:cNvSpPr/>
          <p:nvPr/>
        </p:nvSpPr>
        <p:spPr>
          <a:xfrm>
            <a:off x="572968" y="1775260"/>
            <a:ext cx="5213066" cy="3005732"/>
          </a:xfrm>
          <a:custGeom>
            <a:rect b="b" l="l" r="r" t="t"/>
            <a:pathLst>
              <a:path extrusionOk="0" h="3005732" w="5213066">
                <a:moveTo>
                  <a:pt x="112715" y="0"/>
                </a:moveTo>
                <a:lnTo>
                  <a:pt x="5100351" y="0"/>
                </a:lnTo>
                <a:cubicBezTo>
                  <a:pt x="5162602" y="0"/>
                  <a:pt x="5213066" y="50464"/>
                  <a:pt x="5213066" y="112715"/>
                </a:cubicBezTo>
                <a:lnTo>
                  <a:pt x="5213066" y="2893017"/>
                </a:lnTo>
                <a:cubicBezTo>
                  <a:pt x="5213066" y="2955268"/>
                  <a:pt x="5162602" y="3005732"/>
                  <a:pt x="5100351" y="3005732"/>
                </a:cubicBezTo>
                <a:lnTo>
                  <a:pt x="112715" y="3005732"/>
                </a:lnTo>
                <a:cubicBezTo>
                  <a:pt x="50464" y="3005732"/>
                  <a:pt x="0" y="2955268"/>
                  <a:pt x="0" y="2893017"/>
                </a:cubicBezTo>
                <a:lnTo>
                  <a:pt x="0" y="112715"/>
                </a:lnTo>
                <a:cubicBezTo>
                  <a:pt x="0" y="50506"/>
                  <a:pt x="50506" y="0"/>
                  <a:pt x="112715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742040" y="1953726"/>
            <a:ext cx="131501" cy="131501"/>
          </a:xfrm>
          <a:custGeom>
            <a:rect b="b" l="l" r="r" t="t"/>
            <a:pathLst>
              <a:path extrusionOk="0" h="131501" w="131501">
                <a:moveTo>
                  <a:pt x="16438" y="115063"/>
                </a:moveTo>
                <a:lnTo>
                  <a:pt x="115063" y="115063"/>
                </a:lnTo>
                <a:cubicBezTo>
                  <a:pt x="124130" y="115063"/>
                  <a:pt x="131501" y="107692"/>
                  <a:pt x="131501" y="98626"/>
                </a:cubicBezTo>
                <a:lnTo>
                  <a:pt x="131501" y="36985"/>
                </a:lnTo>
                <a:cubicBezTo>
                  <a:pt x="131501" y="27918"/>
                  <a:pt x="124130" y="20547"/>
                  <a:pt x="115063" y="20547"/>
                </a:cubicBezTo>
                <a:lnTo>
                  <a:pt x="76717" y="20547"/>
                </a:lnTo>
                <a:cubicBezTo>
                  <a:pt x="74945" y="20547"/>
                  <a:pt x="73199" y="19982"/>
                  <a:pt x="71786" y="18903"/>
                </a:cubicBezTo>
                <a:lnTo>
                  <a:pt x="61924" y="11506"/>
                </a:lnTo>
                <a:cubicBezTo>
                  <a:pt x="59073" y="9375"/>
                  <a:pt x="55605" y="8219"/>
                  <a:pt x="52061" y="8219"/>
                </a:cubicBezTo>
                <a:lnTo>
                  <a:pt x="16438" y="8219"/>
                </a:lnTo>
                <a:cubicBezTo>
                  <a:pt x="7371" y="8219"/>
                  <a:pt x="0" y="15590"/>
                  <a:pt x="0" y="24656"/>
                </a:cubicBezTo>
                <a:lnTo>
                  <a:pt x="0" y="98626"/>
                </a:lnTo>
                <a:cubicBezTo>
                  <a:pt x="0" y="107692"/>
                  <a:pt x="7371" y="115063"/>
                  <a:pt x="16438" y="115063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962773" y="1925547"/>
            <a:ext cx="1333794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project-laravel/</a:t>
            </a:r>
            <a:endParaRPr b="0" i="0" sz="1600" u="none" cap="none" strike="noStrike"/>
          </a:p>
        </p:txBody>
      </p:sp>
      <p:sp>
        <p:nvSpPr>
          <p:cNvPr id="231" name="Google Shape;231;p5"/>
          <p:cNvSpPr/>
          <p:nvPr/>
        </p:nvSpPr>
        <p:spPr>
          <a:xfrm>
            <a:off x="892327" y="2216727"/>
            <a:ext cx="131501" cy="131501"/>
          </a:xfrm>
          <a:custGeom>
            <a:rect b="b" l="l" r="r" t="t"/>
            <a:pathLst>
              <a:path extrusionOk="0" h="131501" w="131501">
                <a:moveTo>
                  <a:pt x="16438" y="115063"/>
                </a:moveTo>
                <a:lnTo>
                  <a:pt x="115063" y="115063"/>
                </a:lnTo>
                <a:cubicBezTo>
                  <a:pt x="124130" y="115063"/>
                  <a:pt x="131501" y="107692"/>
                  <a:pt x="131501" y="98626"/>
                </a:cubicBezTo>
                <a:lnTo>
                  <a:pt x="131501" y="36985"/>
                </a:lnTo>
                <a:cubicBezTo>
                  <a:pt x="131501" y="27918"/>
                  <a:pt x="124130" y="20547"/>
                  <a:pt x="115063" y="20547"/>
                </a:cubicBezTo>
                <a:lnTo>
                  <a:pt x="76717" y="20547"/>
                </a:lnTo>
                <a:cubicBezTo>
                  <a:pt x="74945" y="20547"/>
                  <a:pt x="73199" y="19982"/>
                  <a:pt x="71786" y="18903"/>
                </a:cubicBezTo>
                <a:lnTo>
                  <a:pt x="61924" y="11506"/>
                </a:lnTo>
                <a:cubicBezTo>
                  <a:pt x="59073" y="9375"/>
                  <a:pt x="55605" y="8219"/>
                  <a:pt x="52061" y="8219"/>
                </a:cubicBezTo>
                <a:lnTo>
                  <a:pt x="16438" y="8219"/>
                </a:lnTo>
                <a:cubicBezTo>
                  <a:pt x="7371" y="8219"/>
                  <a:pt x="0" y="15590"/>
                  <a:pt x="0" y="24656"/>
                </a:cubicBezTo>
                <a:lnTo>
                  <a:pt x="0" y="98626"/>
                </a:lnTo>
                <a:cubicBezTo>
                  <a:pt x="0" y="107692"/>
                  <a:pt x="7371" y="115063"/>
                  <a:pt x="16438" y="115063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1113060" y="2188549"/>
            <a:ext cx="619932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routes/</a:t>
            </a:r>
            <a:endParaRPr b="0" i="0" sz="1600" u="none" cap="none" strike="noStrike"/>
          </a:p>
        </p:txBody>
      </p:sp>
      <p:sp>
        <p:nvSpPr>
          <p:cNvPr id="233" name="Google Shape;233;p5"/>
          <p:cNvSpPr/>
          <p:nvPr/>
        </p:nvSpPr>
        <p:spPr>
          <a:xfrm>
            <a:off x="1059051" y="2479729"/>
            <a:ext cx="98626" cy="131501"/>
          </a:xfrm>
          <a:custGeom>
            <a:rect b="b" l="l" r="r" t="t"/>
            <a:pathLst>
              <a:path extrusionOk="0" h="131501" w="98626">
                <a:moveTo>
                  <a:pt x="0" y="16438"/>
                </a:moveTo>
                <a:cubicBezTo>
                  <a:pt x="0" y="7371"/>
                  <a:pt x="7371" y="0"/>
                  <a:pt x="16438" y="0"/>
                </a:cubicBezTo>
                <a:lnTo>
                  <a:pt x="54835" y="0"/>
                </a:lnTo>
                <a:cubicBezTo>
                  <a:pt x="59201" y="0"/>
                  <a:pt x="63387" y="1721"/>
                  <a:pt x="66470" y="4803"/>
                </a:cubicBezTo>
                <a:lnTo>
                  <a:pt x="93823" y="32182"/>
                </a:lnTo>
                <a:cubicBezTo>
                  <a:pt x="96905" y="35264"/>
                  <a:pt x="98626" y="39450"/>
                  <a:pt x="98626" y="43816"/>
                </a:cubicBezTo>
                <a:lnTo>
                  <a:pt x="98626" y="115063"/>
                </a:lnTo>
                <a:cubicBezTo>
                  <a:pt x="98626" y="124130"/>
                  <a:pt x="91254" y="131501"/>
                  <a:pt x="82188" y="131501"/>
                </a:cubicBezTo>
                <a:lnTo>
                  <a:pt x="16438" y="131501"/>
                </a:lnTo>
                <a:cubicBezTo>
                  <a:pt x="7371" y="131501"/>
                  <a:pt x="0" y="124130"/>
                  <a:pt x="0" y="115063"/>
                </a:cubicBezTo>
                <a:lnTo>
                  <a:pt x="0" y="16438"/>
                </a:lnTo>
                <a:close/>
                <a:moveTo>
                  <a:pt x="53422" y="15025"/>
                </a:moveTo>
                <a:lnTo>
                  <a:pt x="53422" y="39039"/>
                </a:lnTo>
                <a:cubicBezTo>
                  <a:pt x="53422" y="42455"/>
                  <a:pt x="56170" y="45203"/>
                  <a:pt x="59586" y="45203"/>
                </a:cubicBezTo>
                <a:lnTo>
                  <a:pt x="83601" y="45203"/>
                </a:lnTo>
                <a:lnTo>
                  <a:pt x="53422" y="15025"/>
                </a:lnTo>
                <a:close/>
                <a:moveTo>
                  <a:pt x="39604" y="75921"/>
                </a:moveTo>
                <a:cubicBezTo>
                  <a:pt x="41813" y="73327"/>
                  <a:pt x="41531" y="69449"/>
                  <a:pt x="38937" y="67240"/>
                </a:cubicBezTo>
                <a:cubicBezTo>
                  <a:pt x="36342" y="65031"/>
                  <a:pt x="32464" y="65314"/>
                  <a:pt x="30255" y="67908"/>
                </a:cubicBezTo>
                <a:lnTo>
                  <a:pt x="17927" y="82291"/>
                </a:lnTo>
                <a:cubicBezTo>
                  <a:pt x="15950" y="84602"/>
                  <a:pt x="15950" y="87993"/>
                  <a:pt x="17927" y="90304"/>
                </a:cubicBezTo>
                <a:lnTo>
                  <a:pt x="30255" y="104687"/>
                </a:lnTo>
                <a:cubicBezTo>
                  <a:pt x="32464" y="107281"/>
                  <a:pt x="36368" y="107564"/>
                  <a:pt x="38937" y="105355"/>
                </a:cubicBezTo>
                <a:cubicBezTo>
                  <a:pt x="41505" y="103146"/>
                  <a:pt x="41813" y="99242"/>
                  <a:pt x="39604" y="96674"/>
                </a:cubicBezTo>
                <a:lnTo>
                  <a:pt x="30718" y="86297"/>
                </a:lnTo>
                <a:lnTo>
                  <a:pt x="39604" y="75921"/>
                </a:lnTo>
                <a:close/>
                <a:moveTo>
                  <a:pt x="68370" y="67908"/>
                </a:moveTo>
                <a:cubicBezTo>
                  <a:pt x="66161" y="65314"/>
                  <a:pt x="62257" y="65031"/>
                  <a:pt x="59689" y="67240"/>
                </a:cubicBezTo>
                <a:cubicBezTo>
                  <a:pt x="57121" y="69449"/>
                  <a:pt x="56812" y="73353"/>
                  <a:pt x="59021" y="75921"/>
                </a:cubicBezTo>
                <a:lnTo>
                  <a:pt x="67908" y="86297"/>
                </a:lnTo>
                <a:lnTo>
                  <a:pt x="59021" y="96674"/>
                </a:lnTo>
                <a:cubicBezTo>
                  <a:pt x="56812" y="99268"/>
                  <a:pt x="57095" y="103146"/>
                  <a:pt x="59689" y="105355"/>
                </a:cubicBezTo>
                <a:cubicBezTo>
                  <a:pt x="62283" y="107564"/>
                  <a:pt x="66161" y="107281"/>
                  <a:pt x="68370" y="104687"/>
                </a:cubicBezTo>
                <a:lnTo>
                  <a:pt x="80698" y="90304"/>
                </a:lnTo>
                <a:cubicBezTo>
                  <a:pt x="82676" y="87993"/>
                  <a:pt x="82676" y="84602"/>
                  <a:pt x="80698" y="82291"/>
                </a:cubicBezTo>
                <a:lnTo>
                  <a:pt x="68370" y="67908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1263347" y="2451550"/>
            <a:ext cx="619932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5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api.php</a:t>
            </a:r>
            <a:endParaRPr b="0" i="0" sz="1600" u="none" cap="none" strike="noStrike"/>
          </a:p>
        </p:txBody>
      </p:sp>
      <p:sp>
        <p:nvSpPr>
          <p:cNvPr id="235" name="Google Shape;235;p5"/>
          <p:cNvSpPr/>
          <p:nvPr/>
        </p:nvSpPr>
        <p:spPr>
          <a:xfrm>
            <a:off x="1892745" y="2470336"/>
            <a:ext cx="873541" cy="15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← Alamat URL</a:t>
            </a:r>
            <a:endParaRPr b="0" i="0" sz="1600" u="none" cap="none" strike="noStrike"/>
          </a:p>
        </p:txBody>
      </p:sp>
      <p:sp>
        <p:nvSpPr>
          <p:cNvPr id="236" name="Google Shape;236;p5"/>
          <p:cNvSpPr/>
          <p:nvPr/>
        </p:nvSpPr>
        <p:spPr>
          <a:xfrm>
            <a:off x="892327" y="2742730"/>
            <a:ext cx="131501" cy="131501"/>
          </a:xfrm>
          <a:custGeom>
            <a:rect b="b" l="l" r="r" t="t"/>
            <a:pathLst>
              <a:path extrusionOk="0" h="131501" w="131501">
                <a:moveTo>
                  <a:pt x="16438" y="115063"/>
                </a:moveTo>
                <a:lnTo>
                  <a:pt x="115063" y="115063"/>
                </a:lnTo>
                <a:cubicBezTo>
                  <a:pt x="124130" y="115063"/>
                  <a:pt x="131501" y="107692"/>
                  <a:pt x="131501" y="98626"/>
                </a:cubicBezTo>
                <a:lnTo>
                  <a:pt x="131501" y="36985"/>
                </a:lnTo>
                <a:cubicBezTo>
                  <a:pt x="131501" y="27918"/>
                  <a:pt x="124130" y="20547"/>
                  <a:pt x="115063" y="20547"/>
                </a:cubicBezTo>
                <a:lnTo>
                  <a:pt x="76717" y="20547"/>
                </a:lnTo>
                <a:cubicBezTo>
                  <a:pt x="74945" y="20547"/>
                  <a:pt x="73199" y="19982"/>
                  <a:pt x="71786" y="18903"/>
                </a:cubicBezTo>
                <a:lnTo>
                  <a:pt x="61924" y="11506"/>
                </a:lnTo>
                <a:cubicBezTo>
                  <a:pt x="59073" y="9375"/>
                  <a:pt x="55605" y="8219"/>
                  <a:pt x="52061" y="8219"/>
                </a:cubicBezTo>
                <a:lnTo>
                  <a:pt x="16438" y="8219"/>
                </a:lnTo>
                <a:cubicBezTo>
                  <a:pt x="7371" y="8219"/>
                  <a:pt x="0" y="15590"/>
                  <a:pt x="0" y="24656"/>
                </a:cubicBezTo>
                <a:lnTo>
                  <a:pt x="0" y="98626"/>
                </a:lnTo>
                <a:cubicBezTo>
                  <a:pt x="0" y="107692"/>
                  <a:pt x="7371" y="115063"/>
                  <a:pt x="16438" y="115063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1113060" y="2714552"/>
            <a:ext cx="1728296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app/Http/Controllers/</a:t>
            </a:r>
            <a:endParaRPr b="0" i="0" sz="1600" u="none" cap="none" strike="noStrike"/>
          </a:p>
        </p:txBody>
      </p:sp>
      <p:sp>
        <p:nvSpPr>
          <p:cNvPr id="238" name="Google Shape;238;p5"/>
          <p:cNvSpPr/>
          <p:nvPr/>
        </p:nvSpPr>
        <p:spPr>
          <a:xfrm>
            <a:off x="1059051" y="3005732"/>
            <a:ext cx="98626" cy="131501"/>
          </a:xfrm>
          <a:custGeom>
            <a:rect b="b" l="l" r="r" t="t"/>
            <a:pathLst>
              <a:path extrusionOk="0" h="131501" w="98626">
                <a:moveTo>
                  <a:pt x="0" y="16438"/>
                </a:moveTo>
                <a:cubicBezTo>
                  <a:pt x="0" y="7371"/>
                  <a:pt x="7371" y="0"/>
                  <a:pt x="16438" y="0"/>
                </a:cubicBezTo>
                <a:lnTo>
                  <a:pt x="54835" y="0"/>
                </a:lnTo>
                <a:cubicBezTo>
                  <a:pt x="59201" y="0"/>
                  <a:pt x="63387" y="1721"/>
                  <a:pt x="66470" y="4803"/>
                </a:cubicBezTo>
                <a:lnTo>
                  <a:pt x="93823" y="32182"/>
                </a:lnTo>
                <a:cubicBezTo>
                  <a:pt x="96905" y="35264"/>
                  <a:pt x="98626" y="39450"/>
                  <a:pt x="98626" y="43816"/>
                </a:cubicBezTo>
                <a:lnTo>
                  <a:pt x="98626" y="115063"/>
                </a:lnTo>
                <a:cubicBezTo>
                  <a:pt x="98626" y="124130"/>
                  <a:pt x="91254" y="131501"/>
                  <a:pt x="82188" y="131501"/>
                </a:cubicBezTo>
                <a:lnTo>
                  <a:pt x="16438" y="131501"/>
                </a:lnTo>
                <a:cubicBezTo>
                  <a:pt x="7371" y="131501"/>
                  <a:pt x="0" y="124130"/>
                  <a:pt x="0" y="115063"/>
                </a:cubicBezTo>
                <a:lnTo>
                  <a:pt x="0" y="16438"/>
                </a:lnTo>
                <a:close/>
                <a:moveTo>
                  <a:pt x="53422" y="15025"/>
                </a:moveTo>
                <a:lnTo>
                  <a:pt x="53422" y="39039"/>
                </a:lnTo>
                <a:cubicBezTo>
                  <a:pt x="53422" y="42455"/>
                  <a:pt x="56170" y="45203"/>
                  <a:pt x="59586" y="45203"/>
                </a:cubicBezTo>
                <a:lnTo>
                  <a:pt x="83601" y="45203"/>
                </a:lnTo>
                <a:lnTo>
                  <a:pt x="53422" y="15025"/>
                </a:lnTo>
                <a:close/>
                <a:moveTo>
                  <a:pt x="39604" y="75921"/>
                </a:moveTo>
                <a:cubicBezTo>
                  <a:pt x="41813" y="73327"/>
                  <a:pt x="41531" y="69449"/>
                  <a:pt x="38937" y="67240"/>
                </a:cubicBezTo>
                <a:cubicBezTo>
                  <a:pt x="36342" y="65031"/>
                  <a:pt x="32464" y="65314"/>
                  <a:pt x="30255" y="67908"/>
                </a:cubicBezTo>
                <a:lnTo>
                  <a:pt x="17927" y="82291"/>
                </a:lnTo>
                <a:cubicBezTo>
                  <a:pt x="15950" y="84602"/>
                  <a:pt x="15950" y="87993"/>
                  <a:pt x="17927" y="90304"/>
                </a:cubicBezTo>
                <a:lnTo>
                  <a:pt x="30255" y="104687"/>
                </a:lnTo>
                <a:cubicBezTo>
                  <a:pt x="32464" y="107281"/>
                  <a:pt x="36368" y="107564"/>
                  <a:pt x="38937" y="105355"/>
                </a:cubicBezTo>
                <a:cubicBezTo>
                  <a:pt x="41505" y="103146"/>
                  <a:pt x="41813" y="99242"/>
                  <a:pt x="39604" y="96674"/>
                </a:cubicBezTo>
                <a:lnTo>
                  <a:pt x="30718" y="86297"/>
                </a:lnTo>
                <a:lnTo>
                  <a:pt x="39604" y="75921"/>
                </a:lnTo>
                <a:close/>
                <a:moveTo>
                  <a:pt x="68370" y="67908"/>
                </a:moveTo>
                <a:cubicBezTo>
                  <a:pt x="66161" y="65314"/>
                  <a:pt x="62257" y="65031"/>
                  <a:pt x="59689" y="67240"/>
                </a:cubicBezTo>
                <a:cubicBezTo>
                  <a:pt x="57121" y="69449"/>
                  <a:pt x="56812" y="73353"/>
                  <a:pt x="59021" y="75921"/>
                </a:cubicBezTo>
                <a:lnTo>
                  <a:pt x="67908" y="86297"/>
                </a:lnTo>
                <a:lnTo>
                  <a:pt x="59021" y="96674"/>
                </a:lnTo>
                <a:cubicBezTo>
                  <a:pt x="56812" y="99268"/>
                  <a:pt x="57095" y="103146"/>
                  <a:pt x="59689" y="105355"/>
                </a:cubicBezTo>
                <a:cubicBezTo>
                  <a:pt x="62283" y="107564"/>
                  <a:pt x="66161" y="107281"/>
                  <a:pt x="68370" y="104687"/>
                </a:cubicBezTo>
                <a:lnTo>
                  <a:pt x="80698" y="90304"/>
                </a:lnTo>
                <a:cubicBezTo>
                  <a:pt x="82676" y="87993"/>
                  <a:pt x="82676" y="84602"/>
                  <a:pt x="80698" y="82291"/>
                </a:cubicBezTo>
                <a:lnTo>
                  <a:pt x="68370" y="67908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5"/>
          <p:cNvSpPr/>
          <p:nvPr/>
        </p:nvSpPr>
        <p:spPr>
          <a:xfrm>
            <a:off x="1263347" y="2977553"/>
            <a:ext cx="1887975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5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TransaksiController.php</a:t>
            </a:r>
            <a:endParaRPr b="0" i="0" sz="1600" u="none" cap="none" strike="noStrike"/>
          </a:p>
        </p:txBody>
      </p:sp>
      <p:sp>
        <p:nvSpPr>
          <p:cNvPr id="240" name="Google Shape;240;p5"/>
          <p:cNvSpPr/>
          <p:nvPr/>
        </p:nvSpPr>
        <p:spPr>
          <a:xfrm>
            <a:off x="1174114" y="3240555"/>
            <a:ext cx="4517991" cy="15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← Logika bisnis</a:t>
            </a:r>
            <a:endParaRPr b="0" i="0" sz="1600" u="none" cap="none" strike="noStrike"/>
          </a:p>
        </p:txBody>
      </p:sp>
      <p:sp>
        <p:nvSpPr>
          <p:cNvPr id="241" name="Google Shape;241;p5"/>
          <p:cNvSpPr/>
          <p:nvPr/>
        </p:nvSpPr>
        <p:spPr>
          <a:xfrm>
            <a:off x="892327" y="3494163"/>
            <a:ext cx="131501" cy="131501"/>
          </a:xfrm>
          <a:custGeom>
            <a:rect b="b" l="l" r="r" t="t"/>
            <a:pathLst>
              <a:path extrusionOk="0" h="131501" w="131501">
                <a:moveTo>
                  <a:pt x="16438" y="115063"/>
                </a:moveTo>
                <a:lnTo>
                  <a:pt x="115063" y="115063"/>
                </a:lnTo>
                <a:cubicBezTo>
                  <a:pt x="124130" y="115063"/>
                  <a:pt x="131501" y="107692"/>
                  <a:pt x="131501" y="98626"/>
                </a:cubicBezTo>
                <a:lnTo>
                  <a:pt x="131501" y="36985"/>
                </a:lnTo>
                <a:cubicBezTo>
                  <a:pt x="131501" y="27918"/>
                  <a:pt x="124130" y="20547"/>
                  <a:pt x="115063" y="20547"/>
                </a:cubicBezTo>
                <a:lnTo>
                  <a:pt x="76717" y="20547"/>
                </a:lnTo>
                <a:cubicBezTo>
                  <a:pt x="74945" y="20547"/>
                  <a:pt x="73199" y="19982"/>
                  <a:pt x="71786" y="18903"/>
                </a:cubicBezTo>
                <a:lnTo>
                  <a:pt x="61924" y="11506"/>
                </a:lnTo>
                <a:cubicBezTo>
                  <a:pt x="59073" y="9375"/>
                  <a:pt x="55605" y="8219"/>
                  <a:pt x="52061" y="8219"/>
                </a:cubicBezTo>
                <a:lnTo>
                  <a:pt x="16438" y="8219"/>
                </a:lnTo>
                <a:cubicBezTo>
                  <a:pt x="7371" y="8219"/>
                  <a:pt x="0" y="15590"/>
                  <a:pt x="0" y="24656"/>
                </a:cubicBezTo>
                <a:lnTo>
                  <a:pt x="0" y="98626"/>
                </a:lnTo>
                <a:cubicBezTo>
                  <a:pt x="0" y="107692"/>
                  <a:pt x="7371" y="115063"/>
                  <a:pt x="16438" y="115063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1113060" y="3465985"/>
            <a:ext cx="939291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app/Models/</a:t>
            </a:r>
            <a:endParaRPr b="0" i="0" sz="1600" u="none" cap="none" strike="noStrike"/>
          </a:p>
        </p:txBody>
      </p:sp>
      <p:sp>
        <p:nvSpPr>
          <p:cNvPr id="243" name="Google Shape;243;p5"/>
          <p:cNvSpPr/>
          <p:nvPr/>
        </p:nvSpPr>
        <p:spPr>
          <a:xfrm>
            <a:off x="1059051" y="3757165"/>
            <a:ext cx="98626" cy="131501"/>
          </a:xfrm>
          <a:custGeom>
            <a:rect b="b" l="l" r="r" t="t"/>
            <a:pathLst>
              <a:path extrusionOk="0" h="131501" w="98626">
                <a:moveTo>
                  <a:pt x="0" y="16438"/>
                </a:moveTo>
                <a:cubicBezTo>
                  <a:pt x="0" y="7371"/>
                  <a:pt x="7371" y="0"/>
                  <a:pt x="16438" y="0"/>
                </a:cubicBezTo>
                <a:lnTo>
                  <a:pt x="54835" y="0"/>
                </a:lnTo>
                <a:cubicBezTo>
                  <a:pt x="59201" y="0"/>
                  <a:pt x="63387" y="1721"/>
                  <a:pt x="66470" y="4803"/>
                </a:cubicBezTo>
                <a:lnTo>
                  <a:pt x="93823" y="32182"/>
                </a:lnTo>
                <a:cubicBezTo>
                  <a:pt x="96905" y="35264"/>
                  <a:pt x="98626" y="39450"/>
                  <a:pt x="98626" y="43816"/>
                </a:cubicBezTo>
                <a:lnTo>
                  <a:pt x="98626" y="115063"/>
                </a:lnTo>
                <a:cubicBezTo>
                  <a:pt x="98626" y="124130"/>
                  <a:pt x="91254" y="131501"/>
                  <a:pt x="82188" y="131501"/>
                </a:cubicBezTo>
                <a:lnTo>
                  <a:pt x="16438" y="131501"/>
                </a:lnTo>
                <a:cubicBezTo>
                  <a:pt x="7371" y="131501"/>
                  <a:pt x="0" y="124130"/>
                  <a:pt x="0" y="115063"/>
                </a:cubicBezTo>
                <a:lnTo>
                  <a:pt x="0" y="16438"/>
                </a:lnTo>
                <a:close/>
                <a:moveTo>
                  <a:pt x="53422" y="15025"/>
                </a:moveTo>
                <a:lnTo>
                  <a:pt x="53422" y="39039"/>
                </a:lnTo>
                <a:cubicBezTo>
                  <a:pt x="53422" y="42455"/>
                  <a:pt x="56170" y="45203"/>
                  <a:pt x="59586" y="45203"/>
                </a:cubicBezTo>
                <a:lnTo>
                  <a:pt x="83601" y="45203"/>
                </a:lnTo>
                <a:lnTo>
                  <a:pt x="53422" y="15025"/>
                </a:lnTo>
                <a:close/>
                <a:moveTo>
                  <a:pt x="39604" y="75921"/>
                </a:moveTo>
                <a:cubicBezTo>
                  <a:pt x="41813" y="73327"/>
                  <a:pt x="41531" y="69449"/>
                  <a:pt x="38937" y="67240"/>
                </a:cubicBezTo>
                <a:cubicBezTo>
                  <a:pt x="36342" y="65031"/>
                  <a:pt x="32464" y="65314"/>
                  <a:pt x="30255" y="67908"/>
                </a:cubicBezTo>
                <a:lnTo>
                  <a:pt x="17927" y="82291"/>
                </a:lnTo>
                <a:cubicBezTo>
                  <a:pt x="15950" y="84602"/>
                  <a:pt x="15950" y="87993"/>
                  <a:pt x="17927" y="90304"/>
                </a:cubicBezTo>
                <a:lnTo>
                  <a:pt x="30255" y="104687"/>
                </a:lnTo>
                <a:cubicBezTo>
                  <a:pt x="32464" y="107281"/>
                  <a:pt x="36368" y="107564"/>
                  <a:pt x="38937" y="105355"/>
                </a:cubicBezTo>
                <a:cubicBezTo>
                  <a:pt x="41505" y="103146"/>
                  <a:pt x="41813" y="99242"/>
                  <a:pt x="39604" y="96674"/>
                </a:cubicBezTo>
                <a:lnTo>
                  <a:pt x="30718" y="86297"/>
                </a:lnTo>
                <a:lnTo>
                  <a:pt x="39604" y="75921"/>
                </a:lnTo>
                <a:close/>
                <a:moveTo>
                  <a:pt x="68370" y="67908"/>
                </a:moveTo>
                <a:cubicBezTo>
                  <a:pt x="66161" y="65314"/>
                  <a:pt x="62257" y="65031"/>
                  <a:pt x="59689" y="67240"/>
                </a:cubicBezTo>
                <a:cubicBezTo>
                  <a:pt x="57121" y="69449"/>
                  <a:pt x="56812" y="73353"/>
                  <a:pt x="59021" y="75921"/>
                </a:cubicBezTo>
                <a:lnTo>
                  <a:pt x="67908" y="86297"/>
                </a:lnTo>
                <a:lnTo>
                  <a:pt x="59021" y="96674"/>
                </a:lnTo>
                <a:cubicBezTo>
                  <a:pt x="56812" y="99268"/>
                  <a:pt x="57095" y="103146"/>
                  <a:pt x="59689" y="105355"/>
                </a:cubicBezTo>
                <a:cubicBezTo>
                  <a:pt x="62283" y="107564"/>
                  <a:pt x="66161" y="107281"/>
                  <a:pt x="68370" y="104687"/>
                </a:cubicBezTo>
                <a:lnTo>
                  <a:pt x="80698" y="90304"/>
                </a:lnTo>
                <a:cubicBezTo>
                  <a:pt x="82676" y="87993"/>
                  <a:pt x="82676" y="84602"/>
                  <a:pt x="80698" y="82291"/>
                </a:cubicBezTo>
                <a:lnTo>
                  <a:pt x="68370" y="67908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5"/>
          <p:cNvSpPr/>
          <p:nvPr/>
        </p:nvSpPr>
        <p:spPr>
          <a:xfrm>
            <a:off x="1263347" y="3728986"/>
            <a:ext cx="1098971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5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Transaksi.php</a:t>
            </a:r>
            <a:endParaRPr b="0" i="0" sz="1600" u="none" cap="none" strike="noStrike"/>
          </a:p>
        </p:txBody>
      </p:sp>
      <p:sp>
        <p:nvSpPr>
          <p:cNvPr id="245" name="Google Shape;245;p5"/>
          <p:cNvSpPr/>
          <p:nvPr/>
        </p:nvSpPr>
        <p:spPr>
          <a:xfrm>
            <a:off x="1174114" y="3991988"/>
            <a:ext cx="4517991" cy="15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← Deskripsi Tabel</a:t>
            </a:r>
            <a:endParaRPr b="0" i="0" sz="1600" u="none" cap="none" strike="noStrike"/>
          </a:p>
        </p:txBody>
      </p:sp>
      <p:sp>
        <p:nvSpPr>
          <p:cNvPr id="246" name="Google Shape;246;p5"/>
          <p:cNvSpPr/>
          <p:nvPr/>
        </p:nvSpPr>
        <p:spPr>
          <a:xfrm>
            <a:off x="892327" y="4245596"/>
            <a:ext cx="131501" cy="131501"/>
          </a:xfrm>
          <a:custGeom>
            <a:rect b="b" l="l" r="r" t="t"/>
            <a:pathLst>
              <a:path extrusionOk="0" h="131501" w="131501">
                <a:moveTo>
                  <a:pt x="16438" y="115063"/>
                </a:moveTo>
                <a:lnTo>
                  <a:pt x="115063" y="115063"/>
                </a:lnTo>
                <a:cubicBezTo>
                  <a:pt x="124130" y="115063"/>
                  <a:pt x="131501" y="107692"/>
                  <a:pt x="131501" y="98626"/>
                </a:cubicBezTo>
                <a:lnTo>
                  <a:pt x="131501" y="36985"/>
                </a:lnTo>
                <a:cubicBezTo>
                  <a:pt x="131501" y="27918"/>
                  <a:pt x="124130" y="20547"/>
                  <a:pt x="115063" y="20547"/>
                </a:cubicBezTo>
                <a:lnTo>
                  <a:pt x="76717" y="20547"/>
                </a:lnTo>
                <a:cubicBezTo>
                  <a:pt x="74945" y="20547"/>
                  <a:pt x="73199" y="19982"/>
                  <a:pt x="71786" y="18903"/>
                </a:cubicBezTo>
                <a:lnTo>
                  <a:pt x="61924" y="11506"/>
                </a:lnTo>
                <a:cubicBezTo>
                  <a:pt x="59073" y="9375"/>
                  <a:pt x="55605" y="8219"/>
                  <a:pt x="52061" y="8219"/>
                </a:cubicBezTo>
                <a:lnTo>
                  <a:pt x="16438" y="8219"/>
                </a:lnTo>
                <a:cubicBezTo>
                  <a:pt x="7371" y="8219"/>
                  <a:pt x="0" y="15590"/>
                  <a:pt x="0" y="24656"/>
                </a:cubicBezTo>
                <a:lnTo>
                  <a:pt x="0" y="98626"/>
                </a:lnTo>
                <a:cubicBezTo>
                  <a:pt x="0" y="107692"/>
                  <a:pt x="7371" y="115063"/>
                  <a:pt x="16438" y="115063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1113060" y="4217418"/>
            <a:ext cx="1653153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database/migrations/</a:t>
            </a:r>
            <a:endParaRPr b="0" i="0" sz="1600" u="none" cap="none" strike="noStrike"/>
          </a:p>
        </p:txBody>
      </p:sp>
      <p:sp>
        <p:nvSpPr>
          <p:cNvPr id="248" name="Google Shape;248;p5"/>
          <p:cNvSpPr/>
          <p:nvPr/>
        </p:nvSpPr>
        <p:spPr>
          <a:xfrm>
            <a:off x="1174114" y="4480419"/>
            <a:ext cx="4517991" cy="15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← Resep Database</a:t>
            </a:r>
            <a:endParaRPr b="0" i="0" sz="1600" u="none" cap="none" strike="noStrike"/>
          </a:p>
        </p:txBody>
      </p:sp>
      <p:sp>
        <p:nvSpPr>
          <p:cNvPr id="249" name="Google Shape;249;p5"/>
          <p:cNvSpPr/>
          <p:nvPr/>
        </p:nvSpPr>
        <p:spPr>
          <a:xfrm>
            <a:off x="380413" y="6114786"/>
            <a:ext cx="5598176" cy="742040"/>
          </a:xfrm>
          <a:custGeom>
            <a:rect b="b" l="l" r="r" t="t"/>
            <a:pathLst>
              <a:path extrusionOk="0" h="742040" w="5598176">
                <a:moveTo>
                  <a:pt x="112716" y="0"/>
                </a:moveTo>
                <a:lnTo>
                  <a:pt x="5485460" y="0"/>
                </a:lnTo>
                <a:cubicBezTo>
                  <a:pt x="5547711" y="0"/>
                  <a:pt x="5598176" y="50465"/>
                  <a:pt x="5598176" y="112716"/>
                </a:cubicBezTo>
                <a:lnTo>
                  <a:pt x="5598176" y="629324"/>
                </a:lnTo>
                <a:cubicBezTo>
                  <a:pt x="5598176" y="691575"/>
                  <a:pt x="5547711" y="742040"/>
                  <a:pt x="5485460" y="742040"/>
                </a:cubicBezTo>
                <a:lnTo>
                  <a:pt x="112716" y="742040"/>
                </a:lnTo>
                <a:cubicBezTo>
                  <a:pt x="50506" y="742040"/>
                  <a:pt x="0" y="691534"/>
                  <a:pt x="0" y="629324"/>
                </a:cubicBezTo>
                <a:lnTo>
                  <a:pt x="0" y="112716"/>
                </a:lnTo>
                <a:cubicBezTo>
                  <a:pt x="0" y="50506"/>
                  <a:pt x="50506" y="0"/>
                  <a:pt x="112716" y="0"/>
                </a:cubicBezTo>
                <a:close/>
              </a:path>
            </a:pathLst>
          </a:custGeom>
          <a:solidFill>
            <a:srgbClr val="1E293B">
              <a:alpha val="40000"/>
            </a:srgbClr>
          </a:solidFill>
          <a:ln cap="flat" cmpd="sng" w="12700">
            <a:solidFill>
              <a:srgbClr val="F1F5F9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5"/>
          <p:cNvSpPr/>
          <p:nvPr/>
        </p:nvSpPr>
        <p:spPr>
          <a:xfrm>
            <a:off x="554182" y="6316733"/>
            <a:ext cx="131501" cy="131501"/>
          </a:xfrm>
          <a:custGeom>
            <a:rect b="b" l="l" r="r" t="t"/>
            <a:pathLst>
              <a:path extrusionOk="0" h="131501" w="131501">
                <a:moveTo>
                  <a:pt x="65750" y="131501"/>
                </a:moveTo>
                <a:cubicBezTo>
                  <a:pt x="102039" y="131501"/>
                  <a:pt x="131501" y="102039"/>
                  <a:pt x="131501" y="65750"/>
                </a:cubicBezTo>
                <a:cubicBezTo>
                  <a:pt x="131501" y="29462"/>
                  <a:pt x="102039" y="0"/>
                  <a:pt x="65750" y="0"/>
                </a:cubicBezTo>
                <a:cubicBezTo>
                  <a:pt x="29462" y="0"/>
                  <a:pt x="0" y="29462"/>
                  <a:pt x="0" y="65750"/>
                </a:cubicBezTo>
                <a:cubicBezTo>
                  <a:pt x="0" y="102039"/>
                  <a:pt x="29462" y="131501"/>
                  <a:pt x="65750" y="131501"/>
                </a:cubicBezTo>
                <a:close/>
                <a:moveTo>
                  <a:pt x="57532" y="41094"/>
                </a:moveTo>
                <a:cubicBezTo>
                  <a:pt x="57532" y="36558"/>
                  <a:pt x="61214" y="32875"/>
                  <a:pt x="65750" y="32875"/>
                </a:cubicBezTo>
                <a:cubicBezTo>
                  <a:pt x="70286" y="32875"/>
                  <a:pt x="73969" y="36558"/>
                  <a:pt x="73969" y="41094"/>
                </a:cubicBezTo>
                <a:cubicBezTo>
                  <a:pt x="73969" y="45630"/>
                  <a:pt x="70286" y="49313"/>
                  <a:pt x="65750" y="49313"/>
                </a:cubicBezTo>
                <a:cubicBezTo>
                  <a:pt x="61214" y="49313"/>
                  <a:pt x="57532" y="45630"/>
                  <a:pt x="57532" y="41094"/>
                </a:cubicBezTo>
                <a:close/>
                <a:moveTo>
                  <a:pt x="55477" y="57532"/>
                </a:moveTo>
                <a:lnTo>
                  <a:pt x="67805" y="57532"/>
                </a:lnTo>
                <a:cubicBezTo>
                  <a:pt x="71221" y="57532"/>
                  <a:pt x="73969" y="60280"/>
                  <a:pt x="73969" y="63696"/>
                </a:cubicBezTo>
                <a:lnTo>
                  <a:pt x="73969" y="86297"/>
                </a:lnTo>
                <a:lnTo>
                  <a:pt x="76024" y="86297"/>
                </a:lnTo>
                <a:cubicBezTo>
                  <a:pt x="79440" y="86297"/>
                  <a:pt x="82188" y="89046"/>
                  <a:pt x="82188" y="92461"/>
                </a:cubicBezTo>
                <a:cubicBezTo>
                  <a:pt x="82188" y="95877"/>
                  <a:pt x="79440" y="98626"/>
                  <a:pt x="76024" y="98626"/>
                </a:cubicBezTo>
                <a:lnTo>
                  <a:pt x="55477" y="98626"/>
                </a:lnTo>
                <a:cubicBezTo>
                  <a:pt x="52061" y="98626"/>
                  <a:pt x="49313" y="95877"/>
                  <a:pt x="49313" y="92461"/>
                </a:cubicBezTo>
                <a:cubicBezTo>
                  <a:pt x="49313" y="89046"/>
                  <a:pt x="52061" y="86297"/>
                  <a:pt x="55477" y="86297"/>
                </a:cubicBezTo>
                <a:lnTo>
                  <a:pt x="61641" y="86297"/>
                </a:lnTo>
                <a:lnTo>
                  <a:pt x="61641" y="69860"/>
                </a:lnTo>
                <a:lnTo>
                  <a:pt x="55477" y="69860"/>
                </a:lnTo>
                <a:cubicBezTo>
                  <a:pt x="52061" y="69860"/>
                  <a:pt x="49313" y="67112"/>
                  <a:pt x="49313" y="63696"/>
                </a:cubicBezTo>
                <a:cubicBezTo>
                  <a:pt x="49313" y="60280"/>
                  <a:pt x="52061" y="57532"/>
                  <a:pt x="55477" y="57532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5"/>
          <p:cNvSpPr/>
          <p:nvPr/>
        </p:nvSpPr>
        <p:spPr>
          <a:xfrm>
            <a:off x="760044" y="6269769"/>
            <a:ext cx="5129312" cy="43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Laravel pakai pola </a:t>
            </a:r>
            <a:r>
              <a:rPr b="1" i="0" lang="en-US" sz="10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MVC</a:t>
            </a:r>
            <a:r>
              <a:rPr b="0" i="0" lang="en-US" sz="10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(Model-View-Controller). Karena kita bikin </a:t>
            </a:r>
            <a:r>
              <a:rPr b="1" i="0" lang="en-US" sz="1035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r>
              <a:rPr b="0" i="0" lang="en-US" sz="10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(Backend murni), 'View'-nya tidak ada. Yang ada hanya </a:t>
            </a:r>
            <a:r>
              <a:rPr b="1" i="0" lang="en-US" sz="1035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JSON</a:t>
            </a:r>
            <a:r>
              <a:rPr b="0" i="0" lang="en-US" sz="10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yang dikirim ke React.</a:t>
            </a:r>
            <a:endParaRPr b="0" i="0" sz="1600" u="none" cap="none" strike="noStrike"/>
          </a:p>
        </p:txBody>
      </p:sp>
      <p:sp>
        <p:nvSpPr>
          <p:cNvPr id="252" name="Google Shape;252;p5"/>
          <p:cNvSpPr/>
          <p:nvPr/>
        </p:nvSpPr>
        <p:spPr>
          <a:xfrm>
            <a:off x="6212311" y="1169418"/>
            <a:ext cx="5598176" cy="5682712"/>
          </a:xfrm>
          <a:custGeom>
            <a:rect b="b" l="l" r="r" t="t"/>
            <a:pathLst>
              <a:path extrusionOk="0" h="5682712" w="5598176">
                <a:moveTo>
                  <a:pt x="150311" y="0"/>
                </a:moveTo>
                <a:lnTo>
                  <a:pt x="5447865" y="0"/>
                </a:lnTo>
                <a:cubicBezTo>
                  <a:pt x="5530879" y="0"/>
                  <a:pt x="5598176" y="67297"/>
                  <a:pt x="5598176" y="150311"/>
                </a:cubicBezTo>
                <a:lnTo>
                  <a:pt x="5598176" y="5532401"/>
                </a:lnTo>
                <a:cubicBezTo>
                  <a:pt x="5598176" y="5615415"/>
                  <a:pt x="5530879" y="5682712"/>
                  <a:pt x="5447865" y="5682712"/>
                </a:cubicBezTo>
                <a:lnTo>
                  <a:pt x="150311" y="5682712"/>
                </a:lnTo>
                <a:cubicBezTo>
                  <a:pt x="67297" y="5682712"/>
                  <a:pt x="0" y="5615415"/>
                  <a:pt x="0" y="5532401"/>
                </a:cubicBezTo>
                <a:lnTo>
                  <a:pt x="0" y="150311"/>
                </a:lnTo>
                <a:cubicBezTo>
                  <a:pt x="0" y="67352"/>
                  <a:pt x="67352" y="0"/>
                  <a:pt x="150311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3B82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5"/>
          <p:cNvSpPr/>
          <p:nvPr/>
        </p:nvSpPr>
        <p:spPr>
          <a:xfrm>
            <a:off x="6428348" y="1408937"/>
            <a:ext cx="169072" cy="169072"/>
          </a:xfrm>
          <a:custGeom>
            <a:rect b="b" l="l" r="r" t="t"/>
            <a:pathLst>
              <a:path extrusionOk="0" h="169072" w="169072">
                <a:moveTo>
                  <a:pt x="165968" y="49731"/>
                </a:moveTo>
                <a:lnTo>
                  <a:pt x="134267" y="81432"/>
                </a:lnTo>
                <a:cubicBezTo>
                  <a:pt x="131229" y="84470"/>
                  <a:pt x="126705" y="85362"/>
                  <a:pt x="122743" y="83711"/>
                </a:cubicBezTo>
                <a:cubicBezTo>
                  <a:pt x="118780" y="82060"/>
                  <a:pt x="116237" y="78229"/>
                  <a:pt x="116237" y="73969"/>
                </a:cubicBezTo>
                <a:lnTo>
                  <a:pt x="116237" y="52835"/>
                </a:lnTo>
                <a:lnTo>
                  <a:pt x="10567" y="52835"/>
                </a:lnTo>
                <a:cubicBezTo>
                  <a:pt x="4722" y="52835"/>
                  <a:pt x="0" y="48113"/>
                  <a:pt x="0" y="42268"/>
                </a:cubicBezTo>
                <a:cubicBezTo>
                  <a:pt x="0" y="36423"/>
                  <a:pt x="4722" y="31701"/>
                  <a:pt x="10567" y="31701"/>
                </a:cubicBezTo>
                <a:lnTo>
                  <a:pt x="116237" y="31701"/>
                </a:lnTo>
                <a:lnTo>
                  <a:pt x="116237" y="10567"/>
                </a:lnTo>
                <a:cubicBezTo>
                  <a:pt x="116237" y="6307"/>
                  <a:pt x="118813" y="2444"/>
                  <a:pt x="122776" y="793"/>
                </a:cubicBezTo>
                <a:cubicBezTo>
                  <a:pt x="126738" y="-859"/>
                  <a:pt x="131262" y="66"/>
                  <a:pt x="134300" y="3071"/>
                </a:cubicBezTo>
                <a:lnTo>
                  <a:pt x="166001" y="34772"/>
                </a:lnTo>
                <a:cubicBezTo>
                  <a:pt x="170129" y="38900"/>
                  <a:pt x="170129" y="45603"/>
                  <a:pt x="166001" y="49731"/>
                </a:cubicBezTo>
                <a:close/>
                <a:moveTo>
                  <a:pt x="34772" y="165968"/>
                </a:moveTo>
                <a:lnTo>
                  <a:pt x="3071" y="134267"/>
                </a:lnTo>
                <a:cubicBezTo>
                  <a:pt x="-1057" y="130140"/>
                  <a:pt x="-1057" y="123436"/>
                  <a:pt x="3071" y="119308"/>
                </a:cubicBezTo>
                <a:lnTo>
                  <a:pt x="34772" y="87607"/>
                </a:lnTo>
                <a:cubicBezTo>
                  <a:pt x="37810" y="84569"/>
                  <a:pt x="42334" y="83678"/>
                  <a:pt x="46297" y="85329"/>
                </a:cubicBezTo>
                <a:cubicBezTo>
                  <a:pt x="50259" y="86980"/>
                  <a:pt x="52835" y="90843"/>
                  <a:pt x="52835" y="95103"/>
                </a:cubicBezTo>
                <a:lnTo>
                  <a:pt x="52835" y="116237"/>
                </a:lnTo>
                <a:lnTo>
                  <a:pt x="158505" y="116237"/>
                </a:lnTo>
                <a:cubicBezTo>
                  <a:pt x="164350" y="116237"/>
                  <a:pt x="169072" y="120959"/>
                  <a:pt x="169072" y="126804"/>
                </a:cubicBezTo>
                <a:cubicBezTo>
                  <a:pt x="169072" y="132649"/>
                  <a:pt x="164350" y="137371"/>
                  <a:pt x="158505" y="137371"/>
                </a:cubicBezTo>
                <a:lnTo>
                  <a:pt x="52835" y="137371"/>
                </a:lnTo>
                <a:lnTo>
                  <a:pt x="52835" y="158505"/>
                </a:lnTo>
                <a:cubicBezTo>
                  <a:pt x="52835" y="162765"/>
                  <a:pt x="50259" y="166629"/>
                  <a:pt x="46297" y="168280"/>
                </a:cubicBezTo>
                <a:cubicBezTo>
                  <a:pt x="42334" y="169931"/>
                  <a:pt x="37810" y="169006"/>
                  <a:pt x="34772" y="166001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5"/>
          <p:cNvSpPr/>
          <p:nvPr/>
        </p:nvSpPr>
        <p:spPr>
          <a:xfrm>
            <a:off x="6620902" y="1361972"/>
            <a:ext cx="5081565" cy="263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1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Alur Kerja Permintaan Data</a:t>
            </a:r>
            <a:endParaRPr b="0" i="0" sz="1600" u="none" cap="none" strike="noStrike"/>
          </a:p>
        </p:txBody>
      </p:sp>
      <p:sp>
        <p:nvSpPr>
          <p:cNvPr id="255" name="Google Shape;255;p5"/>
          <p:cNvSpPr/>
          <p:nvPr/>
        </p:nvSpPr>
        <p:spPr>
          <a:xfrm>
            <a:off x="6423651" y="1775260"/>
            <a:ext cx="5194280" cy="939291"/>
          </a:xfrm>
          <a:custGeom>
            <a:rect b="b" l="l" r="r" t="t"/>
            <a:pathLst>
              <a:path extrusionOk="0" h="939291" w="5194280">
                <a:moveTo>
                  <a:pt x="37572" y="0"/>
                </a:moveTo>
                <a:lnTo>
                  <a:pt x="5081565" y="0"/>
                </a:lnTo>
                <a:cubicBezTo>
                  <a:pt x="5143816" y="0"/>
                  <a:pt x="5194280" y="50464"/>
                  <a:pt x="5194280" y="112715"/>
                </a:cubicBezTo>
                <a:lnTo>
                  <a:pt x="5194280" y="826576"/>
                </a:lnTo>
                <a:cubicBezTo>
                  <a:pt x="5194280" y="888827"/>
                  <a:pt x="5143816" y="939291"/>
                  <a:pt x="5081565" y="939291"/>
                </a:cubicBezTo>
                <a:lnTo>
                  <a:pt x="37572" y="939291"/>
                </a:lnTo>
                <a:cubicBezTo>
                  <a:pt x="16821" y="939291"/>
                  <a:pt x="0" y="922470"/>
                  <a:pt x="0" y="901720"/>
                </a:cubicBezTo>
                <a:lnTo>
                  <a:pt x="0" y="37572"/>
                </a:lnTo>
                <a:cubicBezTo>
                  <a:pt x="0" y="16835"/>
                  <a:pt x="16835" y="0"/>
                  <a:pt x="37572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5"/>
          <p:cNvSpPr/>
          <p:nvPr/>
        </p:nvSpPr>
        <p:spPr>
          <a:xfrm>
            <a:off x="6423651" y="1775260"/>
            <a:ext cx="37572" cy="939291"/>
          </a:xfrm>
          <a:custGeom>
            <a:rect b="b" l="l" r="r" t="t"/>
            <a:pathLst>
              <a:path extrusionOk="0" h="939291" w="37572">
                <a:moveTo>
                  <a:pt x="37572" y="0"/>
                </a:moveTo>
                <a:lnTo>
                  <a:pt x="37572" y="0"/>
                </a:lnTo>
                <a:lnTo>
                  <a:pt x="37572" y="939291"/>
                </a:lnTo>
                <a:lnTo>
                  <a:pt x="37572" y="939291"/>
                </a:lnTo>
                <a:cubicBezTo>
                  <a:pt x="16835" y="939291"/>
                  <a:pt x="0" y="922456"/>
                  <a:pt x="0" y="901720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"/>
          <p:cNvSpPr/>
          <p:nvPr/>
        </p:nvSpPr>
        <p:spPr>
          <a:xfrm>
            <a:off x="6592724" y="1925547"/>
            <a:ext cx="300573" cy="300573"/>
          </a:xfrm>
          <a:custGeom>
            <a:rect b="b" l="l" r="r" t="t"/>
            <a:pathLst>
              <a:path extrusionOk="0" h="300573" w="300573">
                <a:moveTo>
                  <a:pt x="150287" y="0"/>
                </a:moveTo>
                <a:lnTo>
                  <a:pt x="150287" y="0"/>
                </a:lnTo>
                <a:cubicBezTo>
                  <a:pt x="233288" y="0"/>
                  <a:pt x="300573" y="67286"/>
                  <a:pt x="300573" y="150287"/>
                </a:cubicBezTo>
                <a:lnTo>
                  <a:pt x="300573" y="150287"/>
                </a:lnTo>
                <a:cubicBezTo>
                  <a:pt x="300573" y="233288"/>
                  <a:pt x="233288" y="300573"/>
                  <a:pt x="150287" y="300573"/>
                </a:cubicBezTo>
                <a:lnTo>
                  <a:pt x="150287" y="300573"/>
                </a:lnTo>
                <a:cubicBezTo>
                  <a:pt x="67286" y="300573"/>
                  <a:pt x="0" y="233288"/>
                  <a:pt x="0" y="150287"/>
                </a:cubicBezTo>
                <a:lnTo>
                  <a:pt x="0" y="150287"/>
                </a:lnTo>
                <a:cubicBezTo>
                  <a:pt x="0" y="67286"/>
                  <a:pt x="67286" y="0"/>
                  <a:pt x="150287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5"/>
          <p:cNvSpPr/>
          <p:nvPr/>
        </p:nvSpPr>
        <p:spPr>
          <a:xfrm>
            <a:off x="6559848" y="1925547"/>
            <a:ext cx="366324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/>
          </a:p>
        </p:txBody>
      </p:sp>
      <p:sp>
        <p:nvSpPr>
          <p:cNvPr id="259" name="Google Shape;259;p5"/>
          <p:cNvSpPr/>
          <p:nvPr/>
        </p:nvSpPr>
        <p:spPr>
          <a:xfrm>
            <a:off x="7006012" y="1925547"/>
            <a:ext cx="1897368" cy="225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Route</a:t>
            </a:r>
            <a:endParaRPr b="0" i="0" sz="1600" u="none" cap="none" strike="noStrike"/>
          </a:p>
        </p:txBody>
      </p:sp>
      <p:sp>
        <p:nvSpPr>
          <p:cNvPr id="260" name="Google Shape;260;p5"/>
          <p:cNvSpPr/>
          <p:nvPr/>
        </p:nvSpPr>
        <p:spPr>
          <a:xfrm>
            <a:off x="7006012" y="2188549"/>
            <a:ext cx="1887975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"Halo, ada pesanan di meja 5!"</a:t>
            </a:r>
            <a:endParaRPr b="0" i="0" sz="1600" u="none" cap="none" strike="noStrike"/>
          </a:p>
        </p:txBody>
      </p:sp>
      <p:sp>
        <p:nvSpPr>
          <p:cNvPr id="261" name="Google Shape;261;p5"/>
          <p:cNvSpPr/>
          <p:nvPr/>
        </p:nvSpPr>
        <p:spPr>
          <a:xfrm>
            <a:off x="7006012" y="2413978"/>
            <a:ext cx="1878582" cy="15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8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Menentukan URL endpoint</a:t>
            </a:r>
            <a:endParaRPr b="0" i="0" sz="1600" u="none" cap="none" strike="noStrike"/>
          </a:p>
        </p:txBody>
      </p:sp>
      <p:sp>
        <p:nvSpPr>
          <p:cNvPr id="262" name="Google Shape;262;p5"/>
          <p:cNvSpPr/>
          <p:nvPr/>
        </p:nvSpPr>
        <p:spPr>
          <a:xfrm>
            <a:off x="8954527" y="2827267"/>
            <a:ext cx="112715" cy="150287"/>
          </a:xfrm>
          <a:custGeom>
            <a:rect b="b" l="l" r="r" t="t"/>
            <a:pathLst>
              <a:path extrusionOk="0" h="150287" w="112715">
                <a:moveTo>
                  <a:pt x="49724" y="147527"/>
                </a:moveTo>
                <a:cubicBezTo>
                  <a:pt x="53393" y="151197"/>
                  <a:pt x="59351" y="151197"/>
                  <a:pt x="63021" y="147527"/>
                </a:cubicBezTo>
                <a:lnTo>
                  <a:pt x="109985" y="100563"/>
                </a:lnTo>
                <a:cubicBezTo>
                  <a:pt x="113654" y="96894"/>
                  <a:pt x="113654" y="90935"/>
                  <a:pt x="109985" y="87266"/>
                </a:cubicBezTo>
                <a:cubicBezTo>
                  <a:pt x="106316" y="83597"/>
                  <a:pt x="100357" y="83597"/>
                  <a:pt x="96688" y="87266"/>
                </a:cubicBezTo>
                <a:lnTo>
                  <a:pt x="65750" y="118204"/>
                </a:lnTo>
                <a:lnTo>
                  <a:pt x="65750" y="9393"/>
                </a:lnTo>
                <a:cubicBezTo>
                  <a:pt x="65750" y="4197"/>
                  <a:pt x="61553" y="0"/>
                  <a:pt x="56357" y="0"/>
                </a:cubicBezTo>
                <a:cubicBezTo>
                  <a:pt x="51162" y="0"/>
                  <a:pt x="46965" y="4197"/>
                  <a:pt x="46965" y="9393"/>
                </a:cubicBezTo>
                <a:lnTo>
                  <a:pt x="46965" y="118204"/>
                </a:lnTo>
                <a:lnTo>
                  <a:pt x="16027" y="87266"/>
                </a:lnTo>
                <a:cubicBezTo>
                  <a:pt x="12358" y="83597"/>
                  <a:pt x="6399" y="83597"/>
                  <a:pt x="2730" y="87266"/>
                </a:cubicBezTo>
                <a:cubicBezTo>
                  <a:pt x="-939" y="90935"/>
                  <a:pt x="-939" y="96894"/>
                  <a:pt x="2730" y="100563"/>
                </a:cubicBezTo>
                <a:lnTo>
                  <a:pt x="49694" y="147527"/>
                </a:lnTo>
                <a:close/>
              </a:path>
            </a:pathLst>
          </a:custGeom>
          <a:solidFill>
            <a:srgbClr val="F1F5F9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5"/>
          <p:cNvSpPr/>
          <p:nvPr/>
        </p:nvSpPr>
        <p:spPr>
          <a:xfrm>
            <a:off x="6423651" y="3090268"/>
            <a:ext cx="5194280" cy="939291"/>
          </a:xfrm>
          <a:custGeom>
            <a:rect b="b" l="l" r="r" t="t"/>
            <a:pathLst>
              <a:path extrusionOk="0" h="939291" w="5194280">
                <a:moveTo>
                  <a:pt x="37572" y="0"/>
                </a:moveTo>
                <a:lnTo>
                  <a:pt x="5081565" y="0"/>
                </a:lnTo>
                <a:cubicBezTo>
                  <a:pt x="5143816" y="0"/>
                  <a:pt x="5194280" y="50464"/>
                  <a:pt x="5194280" y="112715"/>
                </a:cubicBezTo>
                <a:lnTo>
                  <a:pt x="5194280" y="826576"/>
                </a:lnTo>
                <a:cubicBezTo>
                  <a:pt x="5194280" y="888827"/>
                  <a:pt x="5143816" y="939291"/>
                  <a:pt x="5081565" y="939291"/>
                </a:cubicBezTo>
                <a:lnTo>
                  <a:pt x="37572" y="939291"/>
                </a:lnTo>
                <a:cubicBezTo>
                  <a:pt x="16821" y="939291"/>
                  <a:pt x="0" y="922470"/>
                  <a:pt x="0" y="901720"/>
                </a:cubicBezTo>
                <a:lnTo>
                  <a:pt x="0" y="37572"/>
                </a:lnTo>
                <a:cubicBezTo>
                  <a:pt x="0" y="16835"/>
                  <a:pt x="16835" y="0"/>
                  <a:pt x="37572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5"/>
          <p:cNvSpPr/>
          <p:nvPr/>
        </p:nvSpPr>
        <p:spPr>
          <a:xfrm>
            <a:off x="6423651" y="3090268"/>
            <a:ext cx="37572" cy="939291"/>
          </a:xfrm>
          <a:custGeom>
            <a:rect b="b" l="l" r="r" t="t"/>
            <a:pathLst>
              <a:path extrusionOk="0" h="939291" w="37572">
                <a:moveTo>
                  <a:pt x="37572" y="0"/>
                </a:moveTo>
                <a:lnTo>
                  <a:pt x="37572" y="0"/>
                </a:lnTo>
                <a:lnTo>
                  <a:pt x="37572" y="939291"/>
                </a:lnTo>
                <a:lnTo>
                  <a:pt x="37572" y="939291"/>
                </a:lnTo>
                <a:cubicBezTo>
                  <a:pt x="16835" y="939291"/>
                  <a:pt x="0" y="922456"/>
                  <a:pt x="0" y="901720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5"/>
          <p:cNvSpPr/>
          <p:nvPr/>
        </p:nvSpPr>
        <p:spPr>
          <a:xfrm>
            <a:off x="6592724" y="3240555"/>
            <a:ext cx="300573" cy="300573"/>
          </a:xfrm>
          <a:custGeom>
            <a:rect b="b" l="l" r="r" t="t"/>
            <a:pathLst>
              <a:path extrusionOk="0" h="300573" w="300573">
                <a:moveTo>
                  <a:pt x="150287" y="0"/>
                </a:moveTo>
                <a:lnTo>
                  <a:pt x="150287" y="0"/>
                </a:lnTo>
                <a:cubicBezTo>
                  <a:pt x="233288" y="0"/>
                  <a:pt x="300573" y="67286"/>
                  <a:pt x="300573" y="150287"/>
                </a:cubicBezTo>
                <a:lnTo>
                  <a:pt x="300573" y="150287"/>
                </a:lnTo>
                <a:cubicBezTo>
                  <a:pt x="300573" y="233288"/>
                  <a:pt x="233288" y="300573"/>
                  <a:pt x="150287" y="300573"/>
                </a:cubicBezTo>
                <a:lnTo>
                  <a:pt x="150287" y="300573"/>
                </a:lnTo>
                <a:cubicBezTo>
                  <a:pt x="67286" y="300573"/>
                  <a:pt x="0" y="233288"/>
                  <a:pt x="0" y="150287"/>
                </a:cubicBezTo>
                <a:lnTo>
                  <a:pt x="0" y="150287"/>
                </a:lnTo>
                <a:cubicBezTo>
                  <a:pt x="0" y="67286"/>
                  <a:pt x="67286" y="0"/>
                  <a:pt x="150287" y="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5"/>
          <p:cNvSpPr/>
          <p:nvPr/>
        </p:nvSpPr>
        <p:spPr>
          <a:xfrm>
            <a:off x="6559848" y="3240555"/>
            <a:ext cx="366324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/>
          </a:p>
        </p:txBody>
      </p:sp>
      <p:sp>
        <p:nvSpPr>
          <p:cNvPr id="267" name="Google Shape;267;p5"/>
          <p:cNvSpPr/>
          <p:nvPr/>
        </p:nvSpPr>
        <p:spPr>
          <a:xfrm>
            <a:off x="7006012" y="3240555"/>
            <a:ext cx="2169763" cy="225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 b="0" i="0" sz="1600" u="none" cap="none" strike="noStrike"/>
          </a:p>
        </p:txBody>
      </p:sp>
      <p:sp>
        <p:nvSpPr>
          <p:cNvPr id="268" name="Google Shape;268;p5"/>
          <p:cNvSpPr/>
          <p:nvPr/>
        </p:nvSpPr>
        <p:spPr>
          <a:xfrm>
            <a:off x="7006012" y="3503556"/>
            <a:ext cx="2160370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"Saya cek dulu pesanannya valid..."</a:t>
            </a:r>
            <a:endParaRPr b="0" i="0" sz="1600" u="none" cap="none" strike="noStrike"/>
          </a:p>
        </p:txBody>
      </p:sp>
      <p:sp>
        <p:nvSpPr>
          <p:cNvPr id="269" name="Google Shape;269;p5"/>
          <p:cNvSpPr/>
          <p:nvPr/>
        </p:nvSpPr>
        <p:spPr>
          <a:xfrm>
            <a:off x="7006012" y="3728986"/>
            <a:ext cx="2150977" cy="15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8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Proses logika bisnis</a:t>
            </a:r>
            <a:endParaRPr b="0" i="0" sz="1600" u="none" cap="none" strike="noStrike"/>
          </a:p>
        </p:txBody>
      </p:sp>
      <p:sp>
        <p:nvSpPr>
          <p:cNvPr id="270" name="Google Shape;270;p5"/>
          <p:cNvSpPr/>
          <p:nvPr/>
        </p:nvSpPr>
        <p:spPr>
          <a:xfrm>
            <a:off x="8954527" y="4142274"/>
            <a:ext cx="112715" cy="150287"/>
          </a:xfrm>
          <a:custGeom>
            <a:rect b="b" l="l" r="r" t="t"/>
            <a:pathLst>
              <a:path extrusionOk="0" h="150287" w="112715">
                <a:moveTo>
                  <a:pt x="49724" y="147527"/>
                </a:moveTo>
                <a:cubicBezTo>
                  <a:pt x="53393" y="151197"/>
                  <a:pt x="59351" y="151197"/>
                  <a:pt x="63021" y="147527"/>
                </a:cubicBezTo>
                <a:lnTo>
                  <a:pt x="109985" y="100563"/>
                </a:lnTo>
                <a:cubicBezTo>
                  <a:pt x="113654" y="96894"/>
                  <a:pt x="113654" y="90935"/>
                  <a:pt x="109985" y="87266"/>
                </a:cubicBezTo>
                <a:cubicBezTo>
                  <a:pt x="106316" y="83597"/>
                  <a:pt x="100357" y="83597"/>
                  <a:pt x="96688" y="87266"/>
                </a:cubicBezTo>
                <a:lnTo>
                  <a:pt x="65750" y="118204"/>
                </a:lnTo>
                <a:lnTo>
                  <a:pt x="65750" y="9393"/>
                </a:lnTo>
                <a:cubicBezTo>
                  <a:pt x="65750" y="4197"/>
                  <a:pt x="61553" y="0"/>
                  <a:pt x="56357" y="0"/>
                </a:cubicBezTo>
                <a:cubicBezTo>
                  <a:pt x="51162" y="0"/>
                  <a:pt x="46965" y="4197"/>
                  <a:pt x="46965" y="9393"/>
                </a:cubicBezTo>
                <a:lnTo>
                  <a:pt x="46965" y="118204"/>
                </a:lnTo>
                <a:lnTo>
                  <a:pt x="16027" y="87266"/>
                </a:lnTo>
                <a:cubicBezTo>
                  <a:pt x="12358" y="83597"/>
                  <a:pt x="6399" y="83597"/>
                  <a:pt x="2730" y="87266"/>
                </a:cubicBezTo>
                <a:cubicBezTo>
                  <a:pt x="-939" y="90935"/>
                  <a:pt x="-939" y="96894"/>
                  <a:pt x="2730" y="100563"/>
                </a:cubicBezTo>
                <a:lnTo>
                  <a:pt x="49694" y="147527"/>
                </a:lnTo>
                <a:close/>
              </a:path>
            </a:pathLst>
          </a:custGeom>
          <a:solidFill>
            <a:srgbClr val="F1F5F9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5"/>
          <p:cNvSpPr/>
          <p:nvPr/>
        </p:nvSpPr>
        <p:spPr>
          <a:xfrm>
            <a:off x="6423651" y="4405276"/>
            <a:ext cx="5194280" cy="939291"/>
          </a:xfrm>
          <a:custGeom>
            <a:rect b="b" l="l" r="r" t="t"/>
            <a:pathLst>
              <a:path extrusionOk="0" h="939291" w="5194280">
                <a:moveTo>
                  <a:pt x="37572" y="0"/>
                </a:moveTo>
                <a:lnTo>
                  <a:pt x="5081565" y="0"/>
                </a:lnTo>
                <a:cubicBezTo>
                  <a:pt x="5143816" y="0"/>
                  <a:pt x="5194280" y="50464"/>
                  <a:pt x="5194280" y="112715"/>
                </a:cubicBezTo>
                <a:lnTo>
                  <a:pt x="5194280" y="826576"/>
                </a:lnTo>
                <a:cubicBezTo>
                  <a:pt x="5194280" y="888827"/>
                  <a:pt x="5143816" y="939291"/>
                  <a:pt x="5081565" y="939291"/>
                </a:cubicBezTo>
                <a:lnTo>
                  <a:pt x="37572" y="939291"/>
                </a:lnTo>
                <a:cubicBezTo>
                  <a:pt x="16821" y="939291"/>
                  <a:pt x="0" y="922470"/>
                  <a:pt x="0" y="901720"/>
                </a:cubicBezTo>
                <a:lnTo>
                  <a:pt x="0" y="37572"/>
                </a:lnTo>
                <a:cubicBezTo>
                  <a:pt x="0" y="16835"/>
                  <a:pt x="16835" y="0"/>
                  <a:pt x="37572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5"/>
          <p:cNvSpPr/>
          <p:nvPr/>
        </p:nvSpPr>
        <p:spPr>
          <a:xfrm>
            <a:off x="6423651" y="4405276"/>
            <a:ext cx="37572" cy="939291"/>
          </a:xfrm>
          <a:custGeom>
            <a:rect b="b" l="l" r="r" t="t"/>
            <a:pathLst>
              <a:path extrusionOk="0" h="939291" w="37572">
                <a:moveTo>
                  <a:pt x="37572" y="0"/>
                </a:moveTo>
                <a:lnTo>
                  <a:pt x="37572" y="0"/>
                </a:lnTo>
                <a:lnTo>
                  <a:pt x="37572" y="939291"/>
                </a:lnTo>
                <a:lnTo>
                  <a:pt x="37572" y="939291"/>
                </a:lnTo>
                <a:cubicBezTo>
                  <a:pt x="16835" y="939291"/>
                  <a:pt x="0" y="922456"/>
                  <a:pt x="0" y="901720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5"/>
          <p:cNvSpPr/>
          <p:nvPr/>
        </p:nvSpPr>
        <p:spPr>
          <a:xfrm>
            <a:off x="6592724" y="4555562"/>
            <a:ext cx="300573" cy="300573"/>
          </a:xfrm>
          <a:custGeom>
            <a:rect b="b" l="l" r="r" t="t"/>
            <a:pathLst>
              <a:path extrusionOk="0" h="300573" w="300573">
                <a:moveTo>
                  <a:pt x="150287" y="0"/>
                </a:moveTo>
                <a:lnTo>
                  <a:pt x="150287" y="0"/>
                </a:lnTo>
                <a:cubicBezTo>
                  <a:pt x="233288" y="0"/>
                  <a:pt x="300573" y="67286"/>
                  <a:pt x="300573" y="150287"/>
                </a:cubicBezTo>
                <a:lnTo>
                  <a:pt x="300573" y="150287"/>
                </a:lnTo>
                <a:cubicBezTo>
                  <a:pt x="300573" y="233288"/>
                  <a:pt x="233288" y="300573"/>
                  <a:pt x="150287" y="300573"/>
                </a:cubicBezTo>
                <a:lnTo>
                  <a:pt x="150287" y="300573"/>
                </a:lnTo>
                <a:cubicBezTo>
                  <a:pt x="67286" y="300573"/>
                  <a:pt x="0" y="233288"/>
                  <a:pt x="0" y="150287"/>
                </a:cubicBezTo>
                <a:lnTo>
                  <a:pt x="0" y="150287"/>
                </a:lnTo>
                <a:cubicBezTo>
                  <a:pt x="0" y="67286"/>
                  <a:pt x="67286" y="0"/>
                  <a:pt x="150287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5"/>
          <p:cNvSpPr/>
          <p:nvPr/>
        </p:nvSpPr>
        <p:spPr>
          <a:xfrm>
            <a:off x="6559848" y="4555562"/>
            <a:ext cx="366324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/>
          </a:p>
        </p:txBody>
      </p:sp>
      <p:sp>
        <p:nvSpPr>
          <p:cNvPr id="275" name="Google Shape;275;p5"/>
          <p:cNvSpPr/>
          <p:nvPr/>
        </p:nvSpPr>
        <p:spPr>
          <a:xfrm>
            <a:off x="7006012" y="4555562"/>
            <a:ext cx="2000690" cy="225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600" u="none" cap="none" strike="noStrike"/>
          </a:p>
        </p:txBody>
      </p:sp>
      <p:sp>
        <p:nvSpPr>
          <p:cNvPr id="276" name="Google Shape;276;p5"/>
          <p:cNvSpPr/>
          <p:nvPr/>
        </p:nvSpPr>
        <p:spPr>
          <a:xfrm>
            <a:off x="7006012" y="4818564"/>
            <a:ext cx="1991297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"Saya ambil bahan dari lemari..."</a:t>
            </a:r>
            <a:endParaRPr b="0" i="0" sz="1600" u="none" cap="none" strike="noStrike"/>
          </a:p>
        </p:txBody>
      </p:sp>
      <p:sp>
        <p:nvSpPr>
          <p:cNvPr id="277" name="Google Shape;277;p5"/>
          <p:cNvSpPr/>
          <p:nvPr/>
        </p:nvSpPr>
        <p:spPr>
          <a:xfrm>
            <a:off x="7006012" y="5043994"/>
            <a:ext cx="1981904" cy="15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8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Interaksi Database</a:t>
            </a:r>
            <a:endParaRPr b="0" i="0" sz="1600" u="none" cap="none" strike="noStrike"/>
          </a:p>
        </p:txBody>
      </p:sp>
      <p:sp>
        <p:nvSpPr>
          <p:cNvPr id="278" name="Google Shape;278;p5"/>
          <p:cNvSpPr/>
          <p:nvPr/>
        </p:nvSpPr>
        <p:spPr>
          <a:xfrm>
            <a:off x="8954527" y="5457282"/>
            <a:ext cx="112715" cy="150287"/>
          </a:xfrm>
          <a:custGeom>
            <a:rect b="b" l="l" r="r" t="t"/>
            <a:pathLst>
              <a:path extrusionOk="0" h="150287" w="112715">
                <a:moveTo>
                  <a:pt x="49724" y="147527"/>
                </a:moveTo>
                <a:cubicBezTo>
                  <a:pt x="53393" y="151197"/>
                  <a:pt x="59351" y="151197"/>
                  <a:pt x="63021" y="147527"/>
                </a:cubicBezTo>
                <a:lnTo>
                  <a:pt x="109985" y="100563"/>
                </a:lnTo>
                <a:cubicBezTo>
                  <a:pt x="113654" y="96894"/>
                  <a:pt x="113654" y="90935"/>
                  <a:pt x="109985" y="87266"/>
                </a:cubicBezTo>
                <a:cubicBezTo>
                  <a:pt x="106316" y="83597"/>
                  <a:pt x="100357" y="83597"/>
                  <a:pt x="96688" y="87266"/>
                </a:cubicBezTo>
                <a:lnTo>
                  <a:pt x="65750" y="118204"/>
                </a:lnTo>
                <a:lnTo>
                  <a:pt x="65750" y="9393"/>
                </a:lnTo>
                <a:cubicBezTo>
                  <a:pt x="65750" y="4197"/>
                  <a:pt x="61553" y="0"/>
                  <a:pt x="56357" y="0"/>
                </a:cubicBezTo>
                <a:cubicBezTo>
                  <a:pt x="51162" y="0"/>
                  <a:pt x="46965" y="4197"/>
                  <a:pt x="46965" y="9393"/>
                </a:cubicBezTo>
                <a:lnTo>
                  <a:pt x="46965" y="118204"/>
                </a:lnTo>
                <a:lnTo>
                  <a:pt x="16027" y="87266"/>
                </a:lnTo>
                <a:cubicBezTo>
                  <a:pt x="12358" y="83597"/>
                  <a:pt x="6399" y="83597"/>
                  <a:pt x="2730" y="87266"/>
                </a:cubicBezTo>
                <a:cubicBezTo>
                  <a:pt x="-939" y="90935"/>
                  <a:pt x="-939" y="96894"/>
                  <a:pt x="2730" y="100563"/>
                </a:cubicBezTo>
                <a:lnTo>
                  <a:pt x="49694" y="147527"/>
                </a:lnTo>
                <a:close/>
              </a:path>
            </a:pathLst>
          </a:custGeom>
          <a:solidFill>
            <a:srgbClr val="F1F5F9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5"/>
          <p:cNvSpPr/>
          <p:nvPr/>
        </p:nvSpPr>
        <p:spPr>
          <a:xfrm>
            <a:off x="6423651" y="5720284"/>
            <a:ext cx="5194280" cy="939291"/>
          </a:xfrm>
          <a:custGeom>
            <a:rect b="b" l="l" r="r" t="t"/>
            <a:pathLst>
              <a:path extrusionOk="0" h="939291" w="5194280">
                <a:moveTo>
                  <a:pt x="37572" y="0"/>
                </a:moveTo>
                <a:lnTo>
                  <a:pt x="5081565" y="0"/>
                </a:lnTo>
                <a:cubicBezTo>
                  <a:pt x="5143816" y="0"/>
                  <a:pt x="5194280" y="50464"/>
                  <a:pt x="5194280" y="112715"/>
                </a:cubicBezTo>
                <a:lnTo>
                  <a:pt x="5194280" y="826576"/>
                </a:lnTo>
                <a:cubicBezTo>
                  <a:pt x="5194280" y="888827"/>
                  <a:pt x="5143816" y="939291"/>
                  <a:pt x="5081565" y="939291"/>
                </a:cubicBezTo>
                <a:lnTo>
                  <a:pt x="37572" y="939291"/>
                </a:lnTo>
                <a:cubicBezTo>
                  <a:pt x="16821" y="939291"/>
                  <a:pt x="0" y="922470"/>
                  <a:pt x="0" y="901720"/>
                </a:cubicBezTo>
                <a:lnTo>
                  <a:pt x="0" y="37572"/>
                </a:lnTo>
                <a:cubicBezTo>
                  <a:pt x="0" y="16835"/>
                  <a:pt x="16835" y="0"/>
                  <a:pt x="37572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5"/>
          <p:cNvSpPr/>
          <p:nvPr/>
        </p:nvSpPr>
        <p:spPr>
          <a:xfrm>
            <a:off x="6423651" y="5720284"/>
            <a:ext cx="37572" cy="939291"/>
          </a:xfrm>
          <a:custGeom>
            <a:rect b="b" l="l" r="r" t="t"/>
            <a:pathLst>
              <a:path extrusionOk="0" h="939291" w="37572">
                <a:moveTo>
                  <a:pt x="37572" y="0"/>
                </a:moveTo>
                <a:lnTo>
                  <a:pt x="37572" y="0"/>
                </a:lnTo>
                <a:lnTo>
                  <a:pt x="37572" y="939291"/>
                </a:lnTo>
                <a:lnTo>
                  <a:pt x="37572" y="939291"/>
                </a:lnTo>
                <a:cubicBezTo>
                  <a:pt x="16835" y="939291"/>
                  <a:pt x="0" y="922456"/>
                  <a:pt x="0" y="901720"/>
                </a:cubicBezTo>
                <a:lnTo>
                  <a:pt x="0" y="37572"/>
                </a:lnTo>
                <a:cubicBezTo>
                  <a:pt x="0" y="16821"/>
                  <a:pt x="16821" y="0"/>
                  <a:pt x="37572" y="0"/>
                </a:cubicBezTo>
                <a:close/>
              </a:path>
            </a:pathLst>
          </a:custGeom>
          <a:solidFill>
            <a:srgbClr val="AD4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5"/>
          <p:cNvSpPr/>
          <p:nvPr/>
        </p:nvSpPr>
        <p:spPr>
          <a:xfrm>
            <a:off x="6592724" y="5870570"/>
            <a:ext cx="300573" cy="300573"/>
          </a:xfrm>
          <a:custGeom>
            <a:rect b="b" l="l" r="r" t="t"/>
            <a:pathLst>
              <a:path extrusionOk="0" h="300573" w="300573">
                <a:moveTo>
                  <a:pt x="150287" y="0"/>
                </a:moveTo>
                <a:lnTo>
                  <a:pt x="150287" y="0"/>
                </a:lnTo>
                <a:cubicBezTo>
                  <a:pt x="233288" y="0"/>
                  <a:pt x="300573" y="67286"/>
                  <a:pt x="300573" y="150287"/>
                </a:cubicBezTo>
                <a:lnTo>
                  <a:pt x="300573" y="150287"/>
                </a:lnTo>
                <a:cubicBezTo>
                  <a:pt x="300573" y="233288"/>
                  <a:pt x="233288" y="300573"/>
                  <a:pt x="150287" y="300573"/>
                </a:cubicBezTo>
                <a:lnTo>
                  <a:pt x="150287" y="300573"/>
                </a:lnTo>
                <a:cubicBezTo>
                  <a:pt x="67286" y="300573"/>
                  <a:pt x="0" y="233288"/>
                  <a:pt x="0" y="150287"/>
                </a:cubicBezTo>
                <a:lnTo>
                  <a:pt x="0" y="150287"/>
                </a:lnTo>
                <a:cubicBezTo>
                  <a:pt x="0" y="67286"/>
                  <a:pt x="67286" y="0"/>
                  <a:pt x="150287" y="0"/>
                </a:cubicBezTo>
                <a:close/>
              </a:path>
            </a:pathLst>
          </a:custGeom>
          <a:solidFill>
            <a:srgbClr val="AD4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5"/>
          <p:cNvSpPr/>
          <p:nvPr/>
        </p:nvSpPr>
        <p:spPr>
          <a:xfrm>
            <a:off x="6559848" y="5870570"/>
            <a:ext cx="366324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/>
          </a:p>
        </p:txBody>
      </p:sp>
      <p:sp>
        <p:nvSpPr>
          <p:cNvPr id="283" name="Google Shape;283;p5"/>
          <p:cNvSpPr/>
          <p:nvPr/>
        </p:nvSpPr>
        <p:spPr>
          <a:xfrm>
            <a:off x="7006012" y="5870570"/>
            <a:ext cx="1145935" cy="225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 b="0" i="0" sz="1600" u="none" cap="none" strike="noStrike"/>
          </a:p>
        </p:txBody>
      </p:sp>
      <p:sp>
        <p:nvSpPr>
          <p:cNvPr id="284" name="Google Shape;284;p5"/>
          <p:cNvSpPr/>
          <p:nvPr/>
        </p:nvSpPr>
        <p:spPr>
          <a:xfrm>
            <a:off x="7006012" y="6133572"/>
            <a:ext cx="1136542" cy="18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"Pesanan siap!"</a:t>
            </a:r>
            <a:endParaRPr b="0" i="0" sz="1600" u="none" cap="none" strike="noStrike"/>
          </a:p>
        </p:txBody>
      </p:sp>
      <p:sp>
        <p:nvSpPr>
          <p:cNvPr id="285" name="Google Shape;285;p5"/>
          <p:cNvSpPr/>
          <p:nvPr/>
        </p:nvSpPr>
        <p:spPr>
          <a:xfrm>
            <a:off x="7006012" y="6359002"/>
            <a:ext cx="1127149" cy="15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8" u="none" cap="none" strike="noStrike">
                <a:solidFill>
                  <a:srgbClr val="C27AFF"/>
                </a:solidFill>
                <a:latin typeface="Arial"/>
                <a:ea typeface="Arial"/>
                <a:cs typeface="Arial"/>
                <a:sym typeface="Arial"/>
              </a:rPr>
              <a:t>Kirim JSON ke React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API DEVELOPMENT</a:t>
            </a:r>
            <a:endParaRPr b="0" i="0" sz="1600" u="none" cap="none" strike="noStrike"/>
          </a:p>
        </p:txBody>
      </p:sp>
      <p:sp>
        <p:nvSpPr>
          <p:cNvPr id="292" name="Google Shape;292;p6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Membuat API Endpoint</a:t>
            </a:r>
            <a:endParaRPr b="0" i="0" sz="1600" u="none" cap="none" strike="noStrike"/>
          </a:p>
        </p:txBody>
      </p:sp>
      <p:sp>
        <p:nvSpPr>
          <p:cNvPr id="293" name="Google Shape;293;p6"/>
          <p:cNvSpPr/>
          <p:nvPr/>
        </p:nvSpPr>
        <p:spPr>
          <a:xfrm>
            <a:off x="321469" y="956469"/>
            <a:ext cx="5707063" cy="2921000"/>
          </a:xfrm>
          <a:custGeom>
            <a:rect b="b" l="l" r="r" t="t"/>
            <a:pathLst>
              <a:path extrusionOk="0" h="2921000" w="5707063">
                <a:moveTo>
                  <a:pt x="127005" y="0"/>
                </a:moveTo>
                <a:lnTo>
                  <a:pt x="5580057" y="0"/>
                </a:lnTo>
                <a:cubicBezTo>
                  <a:pt x="5650200" y="0"/>
                  <a:pt x="5707063" y="56862"/>
                  <a:pt x="5707063" y="127005"/>
                </a:cubicBezTo>
                <a:lnTo>
                  <a:pt x="5707063" y="2793995"/>
                </a:lnTo>
                <a:cubicBezTo>
                  <a:pt x="5707063" y="2864138"/>
                  <a:pt x="5650200" y="2921000"/>
                  <a:pt x="5580057" y="2921000"/>
                </a:cubicBezTo>
                <a:lnTo>
                  <a:pt x="127005" y="2921000"/>
                </a:lnTo>
                <a:cubicBezTo>
                  <a:pt x="56862" y="2921000"/>
                  <a:pt x="0" y="2864138"/>
                  <a:pt x="0" y="2793995"/>
                </a:cubicBezTo>
                <a:lnTo>
                  <a:pt x="0" y="127005"/>
                </a:lnTo>
                <a:cubicBezTo>
                  <a:pt x="0" y="56909"/>
                  <a:pt x="56909" y="0"/>
                  <a:pt x="12700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3B82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6"/>
          <p:cNvSpPr/>
          <p:nvPr/>
        </p:nvSpPr>
        <p:spPr>
          <a:xfrm>
            <a:off x="472281" y="1127125"/>
            <a:ext cx="142875" cy="142875"/>
          </a:xfrm>
          <a:custGeom>
            <a:rect b="b" l="l" r="r" t="t"/>
            <a:pathLst>
              <a:path extrusionOk="0" h="142875" w="142875">
                <a:moveTo>
                  <a:pt x="142875" y="26789"/>
                </a:moveTo>
                <a:cubicBezTo>
                  <a:pt x="142875" y="40798"/>
                  <a:pt x="126383" y="61699"/>
                  <a:pt x="119267" y="70042"/>
                </a:cubicBezTo>
                <a:cubicBezTo>
                  <a:pt x="118207" y="71270"/>
                  <a:pt x="116644" y="71744"/>
                  <a:pt x="115221" y="71438"/>
                </a:cubicBezTo>
                <a:lnTo>
                  <a:pt x="89297" y="71438"/>
                </a:lnTo>
                <a:cubicBezTo>
                  <a:pt x="84358" y="71438"/>
                  <a:pt x="80367" y="75428"/>
                  <a:pt x="80367" y="80367"/>
                </a:cubicBezTo>
                <a:cubicBezTo>
                  <a:pt x="80367" y="85306"/>
                  <a:pt x="84358" y="89297"/>
                  <a:pt x="89297" y="89297"/>
                </a:cubicBezTo>
                <a:lnTo>
                  <a:pt x="116086" y="89297"/>
                </a:lnTo>
                <a:cubicBezTo>
                  <a:pt x="130876" y="89297"/>
                  <a:pt x="142875" y="101296"/>
                  <a:pt x="142875" y="116086"/>
                </a:cubicBezTo>
                <a:cubicBezTo>
                  <a:pt x="142875" y="130876"/>
                  <a:pt x="130876" y="142875"/>
                  <a:pt x="116086" y="142875"/>
                </a:cubicBezTo>
                <a:lnTo>
                  <a:pt x="38956" y="142875"/>
                </a:lnTo>
                <a:cubicBezTo>
                  <a:pt x="41384" y="140112"/>
                  <a:pt x="44341" y="136568"/>
                  <a:pt x="47327" y="132606"/>
                </a:cubicBezTo>
                <a:cubicBezTo>
                  <a:pt x="49085" y="130262"/>
                  <a:pt x="50899" y="127695"/>
                  <a:pt x="52629" y="125016"/>
                </a:cubicBezTo>
                <a:lnTo>
                  <a:pt x="116086" y="125016"/>
                </a:lnTo>
                <a:cubicBezTo>
                  <a:pt x="121025" y="125016"/>
                  <a:pt x="125016" y="121025"/>
                  <a:pt x="125016" y="116086"/>
                </a:cubicBezTo>
                <a:cubicBezTo>
                  <a:pt x="125016" y="111147"/>
                  <a:pt x="121025" y="107156"/>
                  <a:pt x="116086" y="107156"/>
                </a:cubicBezTo>
                <a:lnTo>
                  <a:pt x="89297" y="107156"/>
                </a:lnTo>
                <a:cubicBezTo>
                  <a:pt x="74507" y="107156"/>
                  <a:pt x="62508" y="95157"/>
                  <a:pt x="62508" y="80367"/>
                </a:cubicBezTo>
                <a:cubicBezTo>
                  <a:pt x="62508" y="65577"/>
                  <a:pt x="74507" y="53578"/>
                  <a:pt x="89297" y="53578"/>
                </a:cubicBezTo>
                <a:lnTo>
                  <a:pt x="100403" y="53578"/>
                </a:lnTo>
                <a:cubicBezTo>
                  <a:pt x="94543" y="44788"/>
                  <a:pt x="89297" y="34686"/>
                  <a:pt x="89297" y="26789"/>
                </a:cubicBezTo>
                <a:cubicBezTo>
                  <a:pt x="89297" y="11999"/>
                  <a:pt x="101296" y="0"/>
                  <a:pt x="116086" y="0"/>
                </a:cubicBezTo>
                <a:cubicBezTo>
                  <a:pt x="130876" y="0"/>
                  <a:pt x="142875" y="11999"/>
                  <a:pt x="142875" y="26789"/>
                </a:cubicBezTo>
                <a:close/>
                <a:moveTo>
                  <a:pt x="32677" y="136485"/>
                </a:moveTo>
                <a:cubicBezTo>
                  <a:pt x="31617" y="137685"/>
                  <a:pt x="30668" y="138745"/>
                  <a:pt x="29859" y="139638"/>
                </a:cubicBezTo>
                <a:lnTo>
                  <a:pt x="29356" y="140196"/>
                </a:lnTo>
                <a:lnTo>
                  <a:pt x="29301" y="140140"/>
                </a:lnTo>
                <a:cubicBezTo>
                  <a:pt x="27626" y="141424"/>
                  <a:pt x="25226" y="141256"/>
                  <a:pt x="23719" y="139638"/>
                </a:cubicBezTo>
                <a:cubicBezTo>
                  <a:pt x="16687" y="131992"/>
                  <a:pt x="0" y="112319"/>
                  <a:pt x="0" y="98227"/>
                </a:cubicBezTo>
                <a:cubicBezTo>
                  <a:pt x="0" y="83437"/>
                  <a:pt x="11999" y="71438"/>
                  <a:pt x="26789" y="71438"/>
                </a:cubicBezTo>
                <a:cubicBezTo>
                  <a:pt x="41579" y="71438"/>
                  <a:pt x="53578" y="83437"/>
                  <a:pt x="53578" y="98227"/>
                </a:cubicBezTo>
                <a:cubicBezTo>
                  <a:pt x="53578" y="106598"/>
                  <a:pt x="47690" y="116923"/>
                  <a:pt x="41439" y="125546"/>
                </a:cubicBezTo>
                <a:cubicBezTo>
                  <a:pt x="38453" y="129648"/>
                  <a:pt x="35384" y="133359"/>
                  <a:pt x="32845" y="136289"/>
                </a:cubicBezTo>
                <a:lnTo>
                  <a:pt x="32677" y="136485"/>
                </a:lnTo>
                <a:close/>
                <a:moveTo>
                  <a:pt x="35719" y="98227"/>
                </a:moveTo>
                <a:cubicBezTo>
                  <a:pt x="35719" y="93298"/>
                  <a:pt x="31717" y="89297"/>
                  <a:pt x="26789" y="89297"/>
                </a:cubicBezTo>
                <a:cubicBezTo>
                  <a:pt x="21861" y="89297"/>
                  <a:pt x="17859" y="93298"/>
                  <a:pt x="17859" y="98227"/>
                </a:cubicBezTo>
                <a:cubicBezTo>
                  <a:pt x="17859" y="103155"/>
                  <a:pt x="21861" y="107156"/>
                  <a:pt x="26789" y="107156"/>
                </a:cubicBezTo>
                <a:cubicBezTo>
                  <a:pt x="31717" y="107156"/>
                  <a:pt x="35719" y="103155"/>
                  <a:pt x="35719" y="98227"/>
                </a:cubicBezTo>
                <a:close/>
                <a:moveTo>
                  <a:pt x="116086" y="35719"/>
                </a:moveTo>
                <a:cubicBezTo>
                  <a:pt x="121014" y="35719"/>
                  <a:pt x="125016" y="31717"/>
                  <a:pt x="125016" y="26789"/>
                </a:cubicBezTo>
                <a:cubicBezTo>
                  <a:pt x="125016" y="21861"/>
                  <a:pt x="121014" y="17859"/>
                  <a:pt x="116086" y="17859"/>
                </a:cubicBezTo>
                <a:cubicBezTo>
                  <a:pt x="111158" y="17859"/>
                  <a:pt x="107156" y="21861"/>
                  <a:pt x="107156" y="26789"/>
                </a:cubicBezTo>
                <a:cubicBezTo>
                  <a:pt x="107156" y="31717"/>
                  <a:pt x="111158" y="35719"/>
                  <a:pt x="116086" y="35719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6"/>
          <p:cNvSpPr/>
          <p:nvPr/>
        </p:nvSpPr>
        <p:spPr>
          <a:xfrm>
            <a:off x="635000" y="1087438"/>
            <a:ext cx="5334000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A. Routes (Jalan Masuk)</a:t>
            </a:r>
            <a:endParaRPr b="0" i="0" sz="1600" u="none" cap="none" strike="noStrike"/>
          </a:p>
        </p:txBody>
      </p:sp>
      <p:sp>
        <p:nvSpPr>
          <p:cNvPr id="296" name="Google Shape;296;p6"/>
          <p:cNvSpPr/>
          <p:nvPr/>
        </p:nvSpPr>
        <p:spPr>
          <a:xfrm>
            <a:off x="452438" y="1404938"/>
            <a:ext cx="5445125" cy="1849438"/>
          </a:xfrm>
          <a:custGeom>
            <a:rect b="b" l="l" r="r" t="t"/>
            <a:pathLst>
              <a:path extrusionOk="0" h="1849438" w="5445125">
                <a:moveTo>
                  <a:pt x="63491" y="0"/>
                </a:moveTo>
                <a:lnTo>
                  <a:pt x="5381634" y="0"/>
                </a:lnTo>
                <a:cubicBezTo>
                  <a:pt x="5416699" y="0"/>
                  <a:pt x="5445125" y="28426"/>
                  <a:pt x="5445125" y="63491"/>
                </a:cubicBezTo>
                <a:lnTo>
                  <a:pt x="5445125" y="1785946"/>
                </a:lnTo>
                <a:cubicBezTo>
                  <a:pt x="5445125" y="1821012"/>
                  <a:pt x="5416699" y="1849438"/>
                  <a:pt x="5381634" y="1849437"/>
                </a:cubicBezTo>
                <a:lnTo>
                  <a:pt x="63491" y="1849438"/>
                </a:lnTo>
                <a:cubicBezTo>
                  <a:pt x="28426" y="1849437"/>
                  <a:pt x="0" y="1821012"/>
                  <a:pt x="0" y="1785946"/>
                </a:cubicBezTo>
                <a:lnTo>
                  <a:pt x="0" y="63491"/>
                </a:lnTo>
                <a:cubicBezTo>
                  <a:pt x="0" y="28449"/>
                  <a:pt x="28449" y="0"/>
                  <a:pt x="63491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6"/>
          <p:cNvSpPr/>
          <p:nvPr/>
        </p:nvSpPr>
        <p:spPr>
          <a:xfrm>
            <a:off x="547688" y="1500188"/>
            <a:ext cx="530225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File: routes/api.php</a:t>
            </a:r>
            <a:endParaRPr b="0" i="0" sz="1600" u="none" cap="none" strike="noStrike"/>
          </a:p>
        </p:txBody>
      </p:sp>
      <p:sp>
        <p:nvSpPr>
          <p:cNvPr id="298" name="Google Shape;298;p6"/>
          <p:cNvSpPr/>
          <p:nvPr/>
        </p:nvSpPr>
        <p:spPr>
          <a:xfrm>
            <a:off x="547688" y="1690688"/>
            <a:ext cx="5254625" cy="1468438"/>
          </a:xfrm>
          <a:custGeom>
            <a:rect b="b" l="l" r="r" t="t"/>
            <a:pathLst>
              <a:path extrusionOk="0" h="1468438" w="5254625">
                <a:moveTo>
                  <a:pt x="63495" y="0"/>
                </a:moveTo>
                <a:lnTo>
                  <a:pt x="5191130" y="0"/>
                </a:lnTo>
                <a:cubicBezTo>
                  <a:pt x="5226197" y="0"/>
                  <a:pt x="5254625" y="28428"/>
                  <a:pt x="5254625" y="63495"/>
                </a:cubicBezTo>
                <a:lnTo>
                  <a:pt x="5254625" y="1404942"/>
                </a:lnTo>
                <a:cubicBezTo>
                  <a:pt x="5254625" y="1440010"/>
                  <a:pt x="5226197" y="1468438"/>
                  <a:pt x="5191130" y="1468438"/>
                </a:cubicBezTo>
                <a:lnTo>
                  <a:pt x="63495" y="1468438"/>
                </a:lnTo>
                <a:cubicBezTo>
                  <a:pt x="28428" y="1468438"/>
                  <a:pt x="0" y="1440010"/>
                  <a:pt x="0" y="1404942"/>
                </a:cubicBezTo>
                <a:lnTo>
                  <a:pt x="0" y="63495"/>
                </a:lnTo>
                <a:cubicBezTo>
                  <a:pt x="0" y="28428"/>
                  <a:pt x="28428" y="0"/>
                  <a:pt x="63495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6"/>
          <p:cNvSpPr/>
          <p:nvPr/>
        </p:nvSpPr>
        <p:spPr>
          <a:xfrm>
            <a:off x="674688" y="1817688"/>
            <a:ext cx="50522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use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\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Http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\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Controllers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\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TransaksiController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600" u="none" cap="none" strike="noStrike"/>
          </a:p>
        </p:txBody>
      </p:sp>
      <p:sp>
        <p:nvSpPr>
          <p:cNvPr id="300" name="Google Shape;300;p6"/>
          <p:cNvSpPr/>
          <p:nvPr/>
        </p:nvSpPr>
        <p:spPr>
          <a:xfrm>
            <a:off x="674688" y="2051844"/>
            <a:ext cx="2536589" cy="119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// GET /api/transaksi → Ambil semua data</a:t>
            </a:r>
            <a:endParaRPr b="0" i="0" sz="1600" u="none" cap="none" strike="noStrike"/>
          </a:p>
        </p:txBody>
      </p:sp>
      <p:sp>
        <p:nvSpPr>
          <p:cNvPr id="301" name="Google Shape;301;p6"/>
          <p:cNvSpPr/>
          <p:nvPr/>
        </p:nvSpPr>
        <p:spPr>
          <a:xfrm>
            <a:off x="674688" y="2190750"/>
            <a:ext cx="50522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Route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'/transaksi'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, [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TransaksiController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'index'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]);</a:t>
            </a:r>
            <a:endParaRPr b="0" i="0" sz="1600" u="none" cap="none" strike="noStrike"/>
          </a:p>
        </p:txBody>
      </p:sp>
      <p:sp>
        <p:nvSpPr>
          <p:cNvPr id="302" name="Google Shape;302;p6"/>
          <p:cNvSpPr/>
          <p:nvPr/>
        </p:nvSpPr>
        <p:spPr>
          <a:xfrm>
            <a:off x="674688" y="2393156"/>
            <a:ext cx="2598725" cy="119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// POST /api/transaksi → Simpan data baru</a:t>
            </a:r>
            <a:endParaRPr b="0" i="0" sz="1600" u="none" cap="none" strike="noStrike"/>
          </a:p>
        </p:txBody>
      </p:sp>
      <p:sp>
        <p:nvSpPr>
          <p:cNvPr id="303" name="Google Shape;303;p6"/>
          <p:cNvSpPr/>
          <p:nvPr/>
        </p:nvSpPr>
        <p:spPr>
          <a:xfrm>
            <a:off x="674688" y="2532063"/>
            <a:ext cx="50522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Route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'/transaksi'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, [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TransaksiController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'store'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]);</a:t>
            </a:r>
            <a:endParaRPr b="0" i="0" sz="1600" u="none" cap="none" strike="noStrike"/>
          </a:p>
        </p:txBody>
      </p:sp>
      <p:sp>
        <p:nvSpPr>
          <p:cNvPr id="304" name="Google Shape;304;p6"/>
          <p:cNvSpPr/>
          <p:nvPr/>
        </p:nvSpPr>
        <p:spPr>
          <a:xfrm>
            <a:off x="674688" y="2734469"/>
            <a:ext cx="2039565" cy="119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// GET /api/saldo → Hitung total</a:t>
            </a:r>
            <a:endParaRPr b="0" i="0" sz="1600" u="none" cap="none" strike="noStrike"/>
          </a:p>
        </p:txBody>
      </p:sp>
      <p:sp>
        <p:nvSpPr>
          <p:cNvPr id="305" name="Google Shape;305;p6"/>
          <p:cNvSpPr/>
          <p:nvPr/>
        </p:nvSpPr>
        <p:spPr>
          <a:xfrm>
            <a:off x="674688" y="2873375"/>
            <a:ext cx="50522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Route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'/saldo'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, [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TransaksiController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'hitungSaldo'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]);</a:t>
            </a:r>
            <a:endParaRPr b="0" i="0" sz="1600" u="none" cap="none" strike="noStrike"/>
          </a:p>
        </p:txBody>
      </p:sp>
      <p:sp>
        <p:nvSpPr>
          <p:cNvPr id="306" name="Google Shape;306;p6"/>
          <p:cNvSpPr/>
          <p:nvPr/>
        </p:nvSpPr>
        <p:spPr>
          <a:xfrm>
            <a:off x="456406" y="3349625"/>
            <a:ext cx="1762125" cy="388938"/>
          </a:xfrm>
          <a:custGeom>
            <a:rect b="b" l="l" r="r" t="t"/>
            <a:pathLst>
              <a:path extrusionOk="0" h="388938" w="1762125">
                <a:moveTo>
                  <a:pt x="63502" y="0"/>
                </a:moveTo>
                <a:lnTo>
                  <a:pt x="1698623" y="0"/>
                </a:lnTo>
                <a:cubicBezTo>
                  <a:pt x="1733694" y="0"/>
                  <a:pt x="1762125" y="28431"/>
                  <a:pt x="1762125" y="63502"/>
                </a:cubicBezTo>
                <a:lnTo>
                  <a:pt x="1762125" y="325436"/>
                </a:lnTo>
                <a:cubicBezTo>
                  <a:pt x="1762125" y="360507"/>
                  <a:pt x="1733694" y="388938"/>
                  <a:pt x="1698623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cap="flat" cmpd="sng" w="12700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"/>
          <p:cNvSpPr/>
          <p:nvPr/>
        </p:nvSpPr>
        <p:spPr>
          <a:xfrm>
            <a:off x="500063" y="3417094"/>
            <a:ext cx="1674813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 b="0" i="0" sz="1600" u="none" cap="none" strike="noStrike"/>
          </a:p>
        </p:txBody>
      </p:sp>
      <p:sp>
        <p:nvSpPr>
          <p:cNvPr id="308" name="Google Shape;308;p6"/>
          <p:cNvSpPr/>
          <p:nvPr/>
        </p:nvSpPr>
        <p:spPr>
          <a:xfrm>
            <a:off x="500063" y="3544094"/>
            <a:ext cx="1674813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Ambil Data</a:t>
            </a:r>
            <a:endParaRPr b="0" i="0" sz="1600" u="none" cap="none" strike="noStrike"/>
          </a:p>
        </p:txBody>
      </p:sp>
      <p:sp>
        <p:nvSpPr>
          <p:cNvPr id="309" name="Google Shape;309;p6"/>
          <p:cNvSpPr/>
          <p:nvPr/>
        </p:nvSpPr>
        <p:spPr>
          <a:xfrm>
            <a:off x="2292573" y="3349625"/>
            <a:ext cx="1762125" cy="388938"/>
          </a:xfrm>
          <a:custGeom>
            <a:rect b="b" l="l" r="r" t="t"/>
            <a:pathLst>
              <a:path extrusionOk="0" h="388938" w="1762125">
                <a:moveTo>
                  <a:pt x="63502" y="0"/>
                </a:moveTo>
                <a:lnTo>
                  <a:pt x="1698623" y="0"/>
                </a:lnTo>
                <a:cubicBezTo>
                  <a:pt x="1733694" y="0"/>
                  <a:pt x="1762125" y="28431"/>
                  <a:pt x="1762125" y="63502"/>
                </a:cubicBezTo>
                <a:lnTo>
                  <a:pt x="1762125" y="325436"/>
                </a:lnTo>
                <a:cubicBezTo>
                  <a:pt x="1762125" y="360507"/>
                  <a:pt x="1733694" y="388938"/>
                  <a:pt x="1698623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cap="flat" cmpd="sng" w="12700">
            <a:solidFill>
              <a:srgbClr val="3B82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6"/>
          <p:cNvSpPr/>
          <p:nvPr/>
        </p:nvSpPr>
        <p:spPr>
          <a:xfrm>
            <a:off x="2336229" y="3417094"/>
            <a:ext cx="1674813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 b="0" i="0" sz="1600" u="none" cap="none" strike="noStrike"/>
          </a:p>
        </p:txBody>
      </p:sp>
      <p:sp>
        <p:nvSpPr>
          <p:cNvPr id="311" name="Google Shape;311;p6"/>
          <p:cNvSpPr/>
          <p:nvPr/>
        </p:nvSpPr>
        <p:spPr>
          <a:xfrm>
            <a:off x="2336229" y="3544094"/>
            <a:ext cx="1674813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Simpan Data</a:t>
            </a:r>
            <a:endParaRPr b="0" i="0" sz="1600" u="none" cap="none" strike="noStrike"/>
          </a:p>
        </p:txBody>
      </p:sp>
      <p:sp>
        <p:nvSpPr>
          <p:cNvPr id="312" name="Google Shape;312;p6"/>
          <p:cNvSpPr/>
          <p:nvPr/>
        </p:nvSpPr>
        <p:spPr>
          <a:xfrm>
            <a:off x="4128802" y="3349625"/>
            <a:ext cx="1762125" cy="388938"/>
          </a:xfrm>
          <a:custGeom>
            <a:rect b="b" l="l" r="r" t="t"/>
            <a:pathLst>
              <a:path extrusionOk="0" h="388938" w="1762125">
                <a:moveTo>
                  <a:pt x="63502" y="0"/>
                </a:moveTo>
                <a:lnTo>
                  <a:pt x="1698623" y="0"/>
                </a:lnTo>
                <a:cubicBezTo>
                  <a:pt x="1733694" y="0"/>
                  <a:pt x="1762125" y="28431"/>
                  <a:pt x="1762125" y="63502"/>
                </a:cubicBezTo>
                <a:lnTo>
                  <a:pt x="1762125" y="325436"/>
                </a:lnTo>
                <a:cubicBezTo>
                  <a:pt x="1762125" y="360507"/>
                  <a:pt x="1733694" y="388938"/>
                  <a:pt x="1698623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cap="flat" cmpd="sng" w="12700">
            <a:solidFill>
              <a:srgbClr val="F59E0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6"/>
          <p:cNvSpPr/>
          <p:nvPr/>
        </p:nvSpPr>
        <p:spPr>
          <a:xfrm>
            <a:off x="4172458" y="3417094"/>
            <a:ext cx="1674813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b="0" i="0" sz="1600" u="none" cap="none" strike="noStrike"/>
          </a:p>
        </p:txBody>
      </p:sp>
      <p:sp>
        <p:nvSpPr>
          <p:cNvPr id="314" name="Google Shape;314;p6"/>
          <p:cNvSpPr/>
          <p:nvPr/>
        </p:nvSpPr>
        <p:spPr>
          <a:xfrm>
            <a:off x="4172458" y="3544094"/>
            <a:ext cx="1674813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Endpoint</a:t>
            </a:r>
            <a:endParaRPr b="0" i="0" sz="1600" u="none" cap="none" strike="noStrike"/>
          </a:p>
        </p:txBody>
      </p:sp>
      <p:sp>
        <p:nvSpPr>
          <p:cNvPr id="315" name="Google Shape;315;p6"/>
          <p:cNvSpPr/>
          <p:nvPr/>
        </p:nvSpPr>
        <p:spPr>
          <a:xfrm>
            <a:off x="321469" y="4008438"/>
            <a:ext cx="5707063" cy="1262063"/>
          </a:xfrm>
          <a:custGeom>
            <a:rect b="b" l="l" r="r" t="t"/>
            <a:pathLst>
              <a:path extrusionOk="0" h="1262063" w="5707063">
                <a:moveTo>
                  <a:pt x="95248" y="0"/>
                </a:moveTo>
                <a:lnTo>
                  <a:pt x="5611815" y="0"/>
                </a:lnTo>
                <a:cubicBezTo>
                  <a:pt x="5664383" y="0"/>
                  <a:pt x="5707063" y="42679"/>
                  <a:pt x="5707063" y="95248"/>
                </a:cubicBezTo>
                <a:lnTo>
                  <a:pt x="5707063" y="1166815"/>
                </a:lnTo>
                <a:cubicBezTo>
                  <a:pt x="5707063" y="1219383"/>
                  <a:pt x="5664383" y="1262063"/>
                  <a:pt x="5611815" y="1262063"/>
                </a:cubicBezTo>
                <a:lnTo>
                  <a:pt x="95248" y="1262063"/>
                </a:lnTo>
                <a:cubicBezTo>
                  <a:pt x="42679" y="1262063"/>
                  <a:pt x="0" y="1219383"/>
                  <a:pt x="0" y="1166815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1E293B">
              <a:alpha val="40000"/>
            </a:srgbClr>
          </a:solidFill>
          <a:ln cap="flat" cmpd="sng" w="12700">
            <a:solidFill>
              <a:srgbClr val="F1F5F9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6"/>
          <p:cNvSpPr/>
          <p:nvPr/>
        </p:nvSpPr>
        <p:spPr>
          <a:xfrm>
            <a:off x="452438" y="4139406"/>
            <a:ext cx="550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Penjelasan untuk Pemula</a:t>
            </a:r>
            <a:endParaRPr b="0" i="0" sz="1600" u="none" cap="none" strike="noStrike"/>
          </a:p>
        </p:txBody>
      </p:sp>
      <p:sp>
        <p:nvSpPr>
          <p:cNvPr id="317" name="Google Shape;317;p6"/>
          <p:cNvSpPr/>
          <p:nvPr/>
        </p:nvSpPr>
        <p:spPr>
          <a:xfrm>
            <a:off x="475258" y="4425156"/>
            <a:ext cx="97234" cy="111125"/>
          </a:xfrm>
          <a:custGeom>
            <a:rect b="b" l="l" r="r" t="t"/>
            <a:pathLst>
              <a:path extrusionOk="0" h="111125" w="97234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6"/>
          <p:cNvSpPr/>
          <p:nvPr/>
        </p:nvSpPr>
        <p:spPr>
          <a:xfrm>
            <a:off x="654844" y="4393406"/>
            <a:ext cx="2262188" cy="16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10B981"/>
                </a:solidFill>
                <a:highlight>
                  <a:srgbClr val="10B981"/>
                </a:highlight>
                <a:latin typeface="Arial"/>
                <a:ea typeface="Arial"/>
                <a:cs typeface="Arial"/>
                <a:sym typeface="Arial"/>
              </a:rPr>
              <a:t>Transaksi::all() </a:t>
            </a: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= Ambil semua baris</a:t>
            </a:r>
            <a:endParaRPr b="0" i="0" sz="1600" u="none" cap="none" strike="noStrike"/>
          </a:p>
        </p:txBody>
      </p:sp>
      <p:sp>
        <p:nvSpPr>
          <p:cNvPr id="319" name="Google Shape;319;p6"/>
          <p:cNvSpPr/>
          <p:nvPr/>
        </p:nvSpPr>
        <p:spPr>
          <a:xfrm>
            <a:off x="475258" y="4619625"/>
            <a:ext cx="97234" cy="111125"/>
          </a:xfrm>
          <a:custGeom>
            <a:rect b="b" l="l" r="r" t="t"/>
            <a:pathLst>
              <a:path extrusionOk="0" h="111125" w="97234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6"/>
          <p:cNvSpPr/>
          <p:nvPr/>
        </p:nvSpPr>
        <p:spPr>
          <a:xfrm>
            <a:off x="654844" y="4587875"/>
            <a:ext cx="2659063" cy="16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10B981"/>
                </a:solidFill>
                <a:highlight>
                  <a:srgbClr val="10B981"/>
                </a:highlight>
                <a:latin typeface="Arial"/>
                <a:ea typeface="Arial"/>
                <a:cs typeface="Arial"/>
                <a:sym typeface="Arial"/>
              </a:rPr>
              <a:t>Transaksi::create([...]) </a:t>
            </a: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= Insert data baru</a:t>
            </a:r>
            <a:endParaRPr b="0" i="0" sz="1600" u="none" cap="none" strike="noStrike"/>
          </a:p>
        </p:txBody>
      </p:sp>
      <p:sp>
        <p:nvSpPr>
          <p:cNvPr id="321" name="Google Shape;321;p6"/>
          <p:cNvSpPr/>
          <p:nvPr/>
        </p:nvSpPr>
        <p:spPr>
          <a:xfrm>
            <a:off x="475258" y="4814094"/>
            <a:ext cx="97234" cy="111125"/>
          </a:xfrm>
          <a:custGeom>
            <a:rect b="b" l="l" r="r" t="t"/>
            <a:pathLst>
              <a:path extrusionOk="0" h="111125" w="97234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6"/>
          <p:cNvSpPr/>
          <p:nvPr/>
        </p:nvSpPr>
        <p:spPr>
          <a:xfrm>
            <a:off x="654844" y="4782344"/>
            <a:ext cx="2071688" cy="16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10B981"/>
                </a:solidFill>
                <a:highlight>
                  <a:srgbClr val="10B981"/>
                </a:highlight>
                <a:latin typeface="Arial"/>
                <a:ea typeface="Arial"/>
                <a:cs typeface="Arial"/>
                <a:sym typeface="Arial"/>
              </a:rPr>
              <a:t>where()-&gt;sum() </a:t>
            </a: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= Jumlahkan kolom</a:t>
            </a:r>
            <a:endParaRPr b="0" i="0" sz="1600" u="none" cap="none" strike="noStrike"/>
          </a:p>
        </p:txBody>
      </p:sp>
      <p:sp>
        <p:nvSpPr>
          <p:cNvPr id="323" name="Google Shape;323;p6"/>
          <p:cNvSpPr/>
          <p:nvPr/>
        </p:nvSpPr>
        <p:spPr>
          <a:xfrm>
            <a:off x="475258" y="5008563"/>
            <a:ext cx="97234" cy="111125"/>
          </a:xfrm>
          <a:custGeom>
            <a:rect b="b" l="l" r="r" t="t"/>
            <a:pathLst>
              <a:path extrusionOk="0" h="111125" w="97234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6"/>
          <p:cNvSpPr/>
          <p:nvPr/>
        </p:nvSpPr>
        <p:spPr>
          <a:xfrm>
            <a:off x="654844" y="4976813"/>
            <a:ext cx="2373313" cy="16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10B981"/>
                </a:solidFill>
                <a:highlight>
                  <a:srgbClr val="10B981"/>
                </a:highlight>
                <a:latin typeface="Arial"/>
                <a:ea typeface="Arial"/>
                <a:cs typeface="Arial"/>
                <a:sym typeface="Arial"/>
              </a:rPr>
              <a:t>response()-&gt;json() </a:t>
            </a: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= Kemas data JSON</a:t>
            </a:r>
            <a:endParaRPr b="0" i="0" sz="1600" u="none" cap="none" strike="noStrike"/>
          </a:p>
        </p:txBody>
      </p:sp>
      <p:sp>
        <p:nvSpPr>
          <p:cNvPr id="325" name="Google Shape;325;p6"/>
          <p:cNvSpPr/>
          <p:nvPr/>
        </p:nvSpPr>
        <p:spPr>
          <a:xfrm>
            <a:off x="6163469" y="270669"/>
            <a:ext cx="5707063" cy="6556375"/>
          </a:xfrm>
          <a:custGeom>
            <a:rect b="b" l="l" r="r" t="t"/>
            <a:pathLst>
              <a:path extrusionOk="0" h="6556375" w="5707063">
                <a:moveTo>
                  <a:pt x="126982" y="0"/>
                </a:moveTo>
                <a:lnTo>
                  <a:pt x="5580080" y="0"/>
                </a:lnTo>
                <a:cubicBezTo>
                  <a:pt x="5650211" y="0"/>
                  <a:pt x="5707062" y="56852"/>
                  <a:pt x="5707062" y="126982"/>
                </a:cubicBezTo>
                <a:lnTo>
                  <a:pt x="5707063" y="6429393"/>
                </a:lnTo>
                <a:cubicBezTo>
                  <a:pt x="5707062" y="6499523"/>
                  <a:pt x="5650211" y="6556375"/>
                  <a:pt x="5580080" y="6556375"/>
                </a:cubicBezTo>
                <a:lnTo>
                  <a:pt x="126982" y="6556375"/>
                </a:lnTo>
                <a:cubicBezTo>
                  <a:pt x="56852" y="6556375"/>
                  <a:pt x="0" y="6499523"/>
                  <a:pt x="0" y="6429393"/>
                </a:cubicBezTo>
                <a:lnTo>
                  <a:pt x="0" y="126982"/>
                </a:lnTo>
                <a:cubicBezTo>
                  <a:pt x="0" y="56899"/>
                  <a:pt x="56899" y="0"/>
                  <a:pt x="126982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6"/>
          <p:cNvSpPr/>
          <p:nvPr/>
        </p:nvSpPr>
        <p:spPr>
          <a:xfrm>
            <a:off x="6296422" y="441325"/>
            <a:ext cx="178594" cy="142875"/>
          </a:xfrm>
          <a:custGeom>
            <a:rect b="b" l="l" r="r" t="t"/>
            <a:pathLst>
              <a:path extrusionOk="0" h="142875" w="178594">
                <a:moveTo>
                  <a:pt x="116058" y="58741"/>
                </a:moveTo>
                <a:cubicBezTo>
                  <a:pt x="119462" y="57820"/>
                  <a:pt x="123034" y="59438"/>
                  <a:pt x="124569" y="62592"/>
                </a:cubicBezTo>
                <a:lnTo>
                  <a:pt x="129760" y="73084"/>
                </a:lnTo>
                <a:cubicBezTo>
                  <a:pt x="132634" y="73475"/>
                  <a:pt x="135452" y="74256"/>
                  <a:pt x="138103" y="75344"/>
                </a:cubicBezTo>
                <a:lnTo>
                  <a:pt x="147870" y="68842"/>
                </a:lnTo>
                <a:cubicBezTo>
                  <a:pt x="150800" y="66889"/>
                  <a:pt x="154679" y="67280"/>
                  <a:pt x="157162" y="69763"/>
                </a:cubicBezTo>
                <a:lnTo>
                  <a:pt x="162520" y="75121"/>
                </a:lnTo>
                <a:cubicBezTo>
                  <a:pt x="165004" y="77605"/>
                  <a:pt x="165395" y="81511"/>
                  <a:pt x="163441" y="84413"/>
                </a:cubicBezTo>
                <a:lnTo>
                  <a:pt x="156939" y="94152"/>
                </a:lnTo>
                <a:cubicBezTo>
                  <a:pt x="157469" y="95464"/>
                  <a:pt x="157944" y="96831"/>
                  <a:pt x="158335" y="98254"/>
                </a:cubicBezTo>
                <a:cubicBezTo>
                  <a:pt x="158725" y="99678"/>
                  <a:pt x="158976" y="101073"/>
                  <a:pt x="159172" y="102496"/>
                </a:cubicBezTo>
                <a:lnTo>
                  <a:pt x="169692" y="107686"/>
                </a:lnTo>
                <a:cubicBezTo>
                  <a:pt x="172845" y="109249"/>
                  <a:pt x="174464" y="112821"/>
                  <a:pt x="173543" y="116198"/>
                </a:cubicBezTo>
                <a:lnTo>
                  <a:pt x="171590" y="123509"/>
                </a:lnTo>
                <a:cubicBezTo>
                  <a:pt x="170669" y="126885"/>
                  <a:pt x="167515" y="129174"/>
                  <a:pt x="163999" y="128950"/>
                </a:cubicBezTo>
                <a:lnTo>
                  <a:pt x="152279" y="128197"/>
                </a:lnTo>
                <a:cubicBezTo>
                  <a:pt x="150521" y="130457"/>
                  <a:pt x="148484" y="132550"/>
                  <a:pt x="146168" y="134336"/>
                </a:cubicBezTo>
                <a:lnTo>
                  <a:pt x="146921" y="146028"/>
                </a:lnTo>
                <a:cubicBezTo>
                  <a:pt x="147145" y="149544"/>
                  <a:pt x="144856" y="152726"/>
                  <a:pt x="141480" y="153619"/>
                </a:cubicBezTo>
                <a:lnTo>
                  <a:pt x="134169" y="155572"/>
                </a:lnTo>
                <a:cubicBezTo>
                  <a:pt x="130764" y="156493"/>
                  <a:pt x="127220" y="154874"/>
                  <a:pt x="125657" y="151721"/>
                </a:cubicBezTo>
                <a:lnTo>
                  <a:pt x="120467" y="141229"/>
                </a:lnTo>
                <a:cubicBezTo>
                  <a:pt x="117593" y="140838"/>
                  <a:pt x="114774" y="140057"/>
                  <a:pt x="112123" y="138968"/>
                </a:cubicBezTo>
                <a:lnTo>
                  <a:pt x="102357" y="145470"/>
                </a:lnTo>
                <a:cubicBezTo>
                  <a:pt x="99426" y="147424"/>
                  <a:pt x="95548" y="147033"/>
                  <a:pt x="93064" y="144549"/>
                </a:cubicBezTo>
                <a:lnTo>
                  <a:pt x="87706" y="139192"/>
                </a:lnTo>
                <a:cubicBezTo>
                  <a:pt x="85223" y="136708"/>
                  <a:pt x="84832" y="132829"/>
                  <a:pt x="86785" y="129899"/>
                </a:cubicBezTo>
                <a:lnTo>
                  <a:pt x="93287" y="120132"/>
                </a:lnTo>
                <a:cubicBezTo>
                  <a:pt x="92757" y="118821"/>
                  <a:pt x="92283" y="117453"/>
                  <a:pt x="91892" y="116030"/>
                </a:cubicBezTo>
                <a:cubicBezTo>
                  <a:pt x="91501" y="114607"/>
                  <a:pt x="91250" y="113184"/>
                  <a:pt x="91055" y="111789"/>
                </a:cubicBezTo>
                <a:lnTo>
                  <a:pt x="80535" y="106598"/>
                </a:lnTo>
                <a:cubicBezTo>
                  <a:pt x="77381" y="105035"/>
                  <a:pt x="75791" y="101464"/>
                  <a:pt x="76684" y="98087"/>
                </a:cubicBezTo>
                <a:lnTo>
                  <a:pt x="78637" y="90776"/>
                </a:lnTo>
                <a:cubicBezTo>
                  <a:pt x="79558" y="87399"/>
                  <a:pt x="82711" y="85111"/>
                  <a:pt x="86227" y="85334"/>
                </a:cubicBezTo>
                <a:lnTo>
                  <a:pt x="97920" y="86088"/>
                </a:lnTo>
                <a:cubicBezTo>
                  <a:pt x="99678" y="83827"/>
                  <a:pt x="101715" y="81735"/>
                  <a:pt x="104031" y="79949"/>
                </a:cubicBezTo>
                <a:lnTo>
                  <a:pt x="103277" y="68284"/>
                </a:lnTo>
                <a:cubicBezTo>
                  <a:pt x="103054" y="64768"/>
                  <a:pt x="105342" y="61587"/>
                  <a:pt x="108719" y="60694"/>
                </a:cubicBezTo>
                <a:lnTo>
                  <a:pt x="116030" y="58741"/>
                </a:lnTo>
                <a:close/>
                <a:moveTo>
                  <a:pt x="125127" y="94878"/>
                </a:moveTo>
                <a:cubicBezTo>
                  <a:pt x="118351" y="94886"/>
                  <a:pt x="112855" y="100394"/>
                  <a:pt x="112863" y="107170"/>
                </a:cubicBezTo>
                <a:cubicBezTo>
                  <a:pt x="112871" y="113947"/>
                  <a:pt x="118379" y="119442"/>
                  <a:pt x="125155" y="119435"/>
                </a:cubicBezTo>
                <a:cubicBezTo>
                  <a:pt x="131932" y="119427"/>
                  <a:pt x="137427" y="113919"/>
                  <a:pt x="137420" y="107142"/>
                </a:cubicBezTo>
                <a:cubicBezTo>
                  <a:pt x="137412" y="100366"/>
                  <a:pt x="131904" y="94870"/>
                  <a:pt x="125127" y="94878"/>
                </a:cubicBezTo>
                <a:close/>
                <a:moveTo>
                  <a:pt x="62759" y="-12697"/>
                </a:moveTo>
                <a:lnTo>
                  <a:pt x="70070" y="-10744"/>
                </a:lnTo>
                <a:cubicBezTo>
                  <a:pt x="73447" y="-9823"/>
                  <a:pt x="75735" y="-6641"/>
                  <a:pt x="75512" y="-3153"/>
                </a:cubicBezTo>
                <a:lnTo>
                  <a:pt x="74758" y="8511"/>
                </a:lnTo>
                <a:cubicBezTo>
                  <a:pt x="77074" y="10297"/>
                  <a:pt x="79111" y="12362"/>
                  <a:pt x="80869" y="14650"/>
                </a:cubicBezTo>
                <a:lnTo>
                  <a:pt x="92590" y="13897"/>
                </a:lnTo>
                <a:cubicBezTo>
                  <a:pt x="96078" y="13674"/>
                  <a:pt x="99259" y="15962"/>
                  <a:pt x="100180" y="19338"/>
                </a:cubicBezTo>
                <a:lnTo>
                  <a:pt x="102133" y="26650"/>
                </a:lnTo>
                <a:cubicBezTo>
                  <a:pt x="103026" y="30026"/>
                  <a:pt x="101436" y="33598"/>
                  <a:pt x="98282" y="35161"/>
                </a:cubicBezTo>
                <a:lnTo>
                  <a:pt x="87762" y="40351"/>
                </a:lnTo>
                <a:cubicBezTo>
                  <a:pt x="87567" y="41774"/>
                  <a:pt x="87288" y="43197"/>
                  <a:pt x="86925" y="44593"/>
                </a:cubicBezTo>
                <a:cubicBezTo>
                  <a:pt x="86562" y="45988"/>
                  <a:pt x="86060" y="47383"/>
                  <a:pt x="85530" y="48695"/>
                </a:cubicBezTo>
                <a:lnTo>
                  <a:pt x="92032" y="58462"/>
                </a:lnTo>
                <a:cubicBezTo>
                  <a:pt x="93985" y="61392"/>
                  <a:pt x="93594" y="65270"/>
                  <a:pt x="91111" y="67754"/>
                </a:cubicBezTo>
                <a:lnTo>
                  <a:pt x="85753" y="73112"/>
                </a:lnTo>
                <a:cubicBezTo>
                  <a:pt x="83269" y="75595"/>
                  <a:pt x="79391" y="75986"/>
                  <a:pt x="76460" y="74033"/>
                </a:cubicBezTo>
                <a:lnTo>
                  <a:pt x="66694" y="67531"/>
                </a:lnTo>
                <a:cubicBezTo>
                  <a:pt x="64043" y="68619"/>
                  <a:pt x="61224" y="69400"/>
                  <a:pt x="58350" y="69791"/>
                </a:cubicBezTo>
                <a:lnTo>
                  <a:pt x="53160" y="80283"/>
                </a:lnTo>
                <a:cubicBezTo>
                  <a:pt x="51597" y="83437"/>
                  <a:pt x="48025" y="85027"/>
                  <a:pt x="44648" y="84134"/>
                </a:cubicBezTo>
                <a:lnTo>
                  <a:pt x="37337" y="82181"/>
                </a:lnTo>
                <a:cubicBezTo>
                  <a:pt x="33933" y="81260"/>
                  <a:pt x="31672" y="78079"/>
                  <a:pt x="31896" y="74591"/>
                </a:cubicBezTo>
                <a:lnTo>
                  <a:pt x="32649" y="62898"/>
                </a:lnTo>
                <a:cubicBezTo>
                  <a:pt x="30333" y="61113"/>
                  <a:pt x="28296" y="59048"/>
                  <a:pt x="26538" y="56759"/>
                </a:cubicBezTo>
                <a:lnTo>
                  <a:pt x="14818" y="57513"/>
                </a:lnTo>
                <a:cubicBezTo>
                  <a:pt x="11330" y="57736"/>
                  <a:pt x="8148" y="55448"/>
                  <a:pt x="7227" y="52071"/>
                </a:cubicBezTo>
                <a:lnTo>
                  <a:pt x="5274" y="44760"/>
                </a:lnTo>
                <a:cubicBezTo>
                  <a:pt x="4381" y="41384"/>
                  <a:pt x="5972" y="37812"/>
                  <a:pt x="9125" y="36249"/>
                </a:cubicBezTo>
                <a:lnTo>
                  <a:pt x="19645" y="31059"/>
                </a:lnTo>
                <a:cubicBezTo>
                  <a:pt x="19841" y="29635"/>
                  <a:pt x="20120" y="28240"/>
                  <a:pt x="20482" y="26817"/>
                </a:cubicBezTo>
                <a:cubicBezTo>
                  <a:pt x="20873" y="25394"/>
                  <a:pt x="21320" y="24026"/>
                  <a:pt x="21878" y="22715"/>
                </a:cubicBezTo>
                <a:lnTo>
                  <a:pt x="15376" y="12976"/>
                </a:lnTo>
                <a:cubicBezTo>
                  <a:pt x="13422" y="10046"/>
                  <a:pt x="13813" y="6167"/>
                  <a:pt x="16297" y="3683"/>
                </a:cubicBezTo>
                <a:lnTo>
                  <a:pt x="21654" y="-1674"/>
                </a:lnTo>
                <a:cubicBezTo>
                  <a:pt x="24138" y="-4158"/>
                  <a:pt x="28017" y="-4549"/>
                  <a:pt x="30947" y="-2595"/>
                </a:cubicBezTo>
                <a:lnTo>
                  <a:pt x="40714" y="3907"/>
                </a:lnTo>
                <a:cubicBezTo>
                  <a:pt x="43365" y="2818"/>
                  <a:pt x="46183" y="2037"/>
                  <a:pt x="49057" y="1646"/>
                </a:cubicBezTo>
                <a:lnTo>
                  <a:pt x="54248" y="-8846"/>
                </a:lnTo>
                <a:cubicBezTo>
                  <a:pt x="55811" y="-11999"/>
                  <a:pt x="59355" y="-13590"/>
                  <a:pt x="62759" y="-12697"/>
                </a:cubicBezTo>
                <a:close/>
                <a:moveTo>
                  <a:pt x="53690" y="23440"/>
                </a:moveTo>
                <a:cubicBezTo>
                  <a:pt x="46913" y="23440"/>
                  <a:pt x="41411" y="28942"/>
                  <a:pt x="41411" y="35719"/>
                </a:cubicBezTo>
                <a:cubicBezTo>
                  <a:pt x="41411" y="42495"/>
                  <a:pt x="46913" y="47997"/>
                  <a:pt x="53690" y="47997"/>
                </a:cubicBezTo>
                <a:cubicBezTo>
                  <a:pt x="60466" y="47997"/>
                  <a:pt x="65968" y="42495"/>
                  <a:pt x="65968" y="35719"/>
                </a:cubicBezTo>
                <a:cubicBezTo>
                  <a:pt x="65968" y="28942"/>
                  <a:pt x="60466" y="23440"/>
                  <a:pt x="53690" y="2344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6"/>
          <p:cNvSpPr/>
          <p:nvPr/>
        </p:nvSpPr>
        <p:spPr>
          <a:xfrm>
            <a:off x="6477000" y="401638"/>
            <a:ext cx="53340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B. Controller (Otaknya)</a:t>
            </a:r>
            <a:endParaRPr b="0" i="0" sz="1600" u="none" cap="none" strike="noStrike"/>
          </a:p>
        </p:txBody>
      </p:sp>
      <p:sp>
        <p:nvSpPr>
          <p:cNvPr id="328" name="Google Shape;328;p6"/>
          <p:cNvSpPr/>
          <p:nvPr/>
        </p:nvSpPr>
        <p:spPr>
          <a:xfrm>
            <a:off x="6294438" y="719138"/>
            <a:ext cx="5445125" cy="5691188"/>
          </a:xfrm>
          <a:custGeom>
            <a:rect b="b" l="l" r="r" t="t"/>
            <a:pathLst>
              <a:path extrusionOk="0" h="5691188" w="5445125">
                <a:moveTo>
                  <a:pt x="63490" y="0"/>
                </a:moveTo>
                <a:lnTo>
                  <a:pt x="5381635" y="0"/>
                </a:lnTo>
                <a:cubicBezTo>
                  <a:pt x="5416699" y="0"/>
                  <a:pt x="5445125" y="28426"/>
                  <a:pt x="5445125" y="63490"/>
                </a:cubicBezTo>
                <a:lnTo>
                  <a:pt x="5445125" y="5627697"/>
                </a:lnTo>
                <a:cubicBezTo>
                  <a:pt x="5445125" y="5662762"/>
                  <a:pt x="5416699" y="5691187"/>
                  <a:pt x="5381635" y="5691188"/>
                </a:cubicBezTo>
                <a:lnTo>
                  <a:pt x="63490" y="5691188"/>
                </a:lnTo>
                <a:cubicBezTo>
                  <a:pt x="28426" y="5691188"/>
                  <a:pt x="0" y="5662762"/>
                  <a:pt x="0" y="5627697"/>
                </a:cubicBezTo>
                <a:lnTo>
                  <a:pt x="0" y="63490"/>
                </a:lnTo>
                <a:cubicBezTo>
                  <a:pt x="0" y="28449"/>
                  <a:pt x="28449" y="0"/>
                  <a:pt x="63490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6"/>
          <p:cNvSpPr/>
          <p:nvPr/>
        </p:nvSpPr>
        <p:spPr>
          <a:xfrm>
            <a:off x="6389688" y="814388"/>
            <a:ext cx="53022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File: app/Http/Controllers/TransaksiController.php</a:t>
            </a:r>
            <a:endParaRPr b="0" i="0" sz="1600" u="none" cap="none" strike="noStrike"/>
          </a:p>
        </p:txBody>
      </p:sp>
      <p:sp>
        <p:nvSpPr>
          <p:cNvPr id="330" name="Google Shape;330;p6"/>
          <p:cNvSpPr/>
          <p:nvPr/>
        </p:nvSpPr>
        <p:spPr>
          <a:xfrm>
            <a:off x="6389688" y="1004888"/>
            <a:ext cx="5254625" cy="5310188"/>
          </a:xfrm>
          <a:custGeom>
            <a:rect b="b" l="l" r="r" t="t"/>
            <a:pathLst>
              <a:path extrusionOk="0" h="5310188" w="5254625">
                <a:moveTo>
                  <a:pt x="63476" y="0"/>
                </a:moveTo>
                <a:lnTo>
                  <a:pt x="5191149" y="0"/>
                </a:lnTo>
                <a:cubicBezTo>
                  <a:pt x="5226206" y="0"/>
                  <a:pt x="5254625" y="28419"/>
                  <a:pt x="5254625" y="63476"/>
                </a:cubicBezTo>
                <a:lnTo>
                  <a:pt x="5254625" y="5246712"/>
                </a:lnTo>
                <a:cubicBezTo>
                  <a:pt x="5254625" y="5281768"/>
                  <a:pt x="5226206" y="5310188"/>
                  <a:pt x="5191149" y="5310188"/>
                </a:cubicBezTo>
                <a:lnTo>
                  <a:pt x="63476" y="5310188"/>
                </a:lnTo>
                <a:cubicBezTo>
                  <a:pt x="28419" y="5310188"/>
                  <a:pt x="0" y="5281768"/>
                  <a:pt x="0" y="5246712"/>
                </a:cubicBezTo>
                <a:lnTo>
                  <a:pt x="0" y="63476"/>
                </a:lnTo>
                <a:cubicBezTo>
                  <a:pt x="0" y="28443"/>
                  <a:pt x="28443" y="0"/>
                  <a:pt x="63476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6"/>
          <p:cNvSpPr/>
          <p:nvPr/>
        </p:nvSpPr>
        <p:spPr>
          <a:xfrm>
            <a:off x="6516688" y="1147763"/>
            <a:ext cx="3624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332" name="Google Shape;332;p6"/>
          <p:cNvSpPr/>
          <p:nvPr/>
        </p:nvSpPr>
        <p:spPr>
          <a:xfrm>
            <a:off x="6516688" y="1318419"/>
            <a:ext cx="5052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namespace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\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Http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\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Controllers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600" u="none" cap="none" strike="noStrike"/>
          </a:p>
        </p:txBody>
      </p:sp>
      <p:sp>
        <p:nvSpPr>
          <p:cNvPr id="333" name="Google Shape;333;p6"/>
          <p:cNvSpPr/>
          <p:nvPr/>
        </p:nvSpPr>
        <p:spPr>
          <a:xfrm>
            <a:off x="6516688" y="1504950"/>
            <a:ext cx="5052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use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\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\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Transaksi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600" u="none" cap="none" strike="noStrike"/>
          </a:p>
        </p:txBody>
      </p:sp>
      <p:sp>
        <p:nvSpPr>
          <p:cNvPr id="334" name="Google Shape;334;p6"/>
          <p:cNvSpPr/>
          <p:nvPr/>
        </p:nvSpPr>
        <p:spPr>
          <a:xfrm>
            <a:off x="6516688" y="1659731"/>
            <a:ext cx="5052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use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Illuminate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\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Http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\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Request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600" u="none" cap="none" strike="noStrike"/>
          </a:p>
        </p:txBody>
      </p:sp>
      <p:sp>
        <p:nvSpPr>
          <p:cNvPr id="335" name="Google Shape;335;p6"/>
          <p:cNvSpPr/>
          <p:nvPr/>
        </p:nvSpPr>
        <p:spPr>
          <a:xfrm>
            <a:off x="6516688" y="1893888"/>
            <a:ext cx="3624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 b="0" i="0" sz="1600" u="none" cap="none" strike="noStrike"/>
          </a:p>
        </p:txBody>
      </p:sp>
      <p:sp>
        <p:nvSpPr>
          <p:cNvPr id="336" name="Google Shape;336;p6"/>
          <p:cNvSpPr/>
          <p:nvPr/>
        </p:nvSpPr>
        <p:spPr>
          <a:xfrm>
            <a:off x="6889502" y="1893888"/>
            <a:ext cx="12321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TransaksiController</a:t>
            </a:r>
            <a:endParaRPr b="0" i="0" sz="1600" u="none" cap="none" strike="noStrike"/>
          </a:p>
        </p:txBody>
      </p:sp>
      <p:sp>
        <p:nvSpPr>
          <p:cNvPr id="337" name="Google Shape;337;p6"/>
          <p:cNvSpPr/>
          <p:nvPr/>
        </p:nvSpPr>
        <p:spPr>
          <a:xfrm>
            <a:off x="8132031" y="1893888"/>
            <a:ext cx="4866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extends</a:t>
            </a:r>
            <a:endParaRPr b="0" i="0" sz="1600" u="none" cap="none" strike="noStrike"/>
          </a:p>
        </p:txBody>
      </p:sp>
      <p:sp>
        <p:nvSpPr>
          <p:cNvPr id="338" name="Google Shape;338;p6"/>
          <p:cNvSpPr/>
          <p:nvPr/>
        </p:nvSpPr>
        <p:spPr>
          <a:xfrm>
            <a:off x="8629055" y="1893888"/>
            <a:ext cx="6729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 b="0" i="0" sz="1600" u="none" cap="none" strike="noStrike"/>
          </a:p>
        </p:txBody>
      </p:sp>
      <p:sp>
        <p:nvSpPr>
          <p:cNvPr id="339" name="Google Shape;339;p6"/>
          <p:cNvSpPr/>
          <p:nvPr/>
        </p:nvSpPr>
        <p:spPr>
          <a:xfrm>
            <a:off x="6516688" y="2032794"/>
            <a:ext cx="5052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/>
          </a:p>
        </p:txBody>
      </p:sp>
      <p:sp>
        <p:nvSpPr>
          <p:cNvPr id="340" name="Google Shape;340;p6"/>
          <p:cNvSpPr/>
          <p:nvPr/>
        </p:nvSpPr>
        <p:spPr>
          <a:xfrm>
            <a:off x="6580188" y="2203450"/>
            <a:ext cx="16047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// AMBIL SEMUA DATA (GET)</a:t>
            </a:r>
            <a:endParaRPr b="0" i="0" sz="1600" u="none" cap="none" strike="noStrike"/>
          </a:p>
        </p:txBody>
      </p:sp>
      <p:sp>
        <p:nvSpPr>
          <p:cNvPr id="341" name="Google Shape;341;p6"/>
          <p:cNvSpPr/>
          <p:nvPr/>
        </p:nvSpPr>
        <p:spPr>
          <a:xfrm>
            <a:off x="6580188" y="2342356"/>
            <a:ext cx="4988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public function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600" u="none" cap="none" strike="noStrike"/>
          </a:p>
        </p:txBody>
      </p:sp>
      <p:sp>
        <p:nvSpPr>
          <p:cNvPr id="342" name="Google Shape;342;p6"/>
          <p:cNvSpPr/>
          <p:nvPr/>
        </p:nvSpPr>
        <p:spPr>
          <a:xfrm>
            <a:off x="6580188" y="2497138"/>
            <a:ext cx="4988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/>
          </a:p>
        </p:txBody>
      </p:sp>
      <p:sp>
        <p:nvSpPr>
          <p:cNvPr id="343" name="Google Shape;343;p6"/>
          <p:cNvSpPr/>
          <p:nvPr/>
        </p:nvSpPr>
        <p:spPr>
          <a:xfrm>
            <a:off x="6643688" y="2651919"/>
            <a:ext cx="49251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$data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Transaksi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();</a:t>
            </a:r>
            <a:endParaRPr b="0" i="0" sz="1600" u="none" cap="none" strike="noStrike"/>
          </a:p>
        </p:txBody>
      </p:sp>
      <p:sp>
        <p:nvSpPr>
          <p:cNvPr id="344" name="Google Shape;344;p6"/>
          <p:cNvSpPr/>
          <p:nvPr/>
        </p:nvSpPr>
        <p:spPr>
          <a:xfrm>
            <a:off x="6643688" y="2806700"/>
            <a:ext cx="49251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()-&gt;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json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([</a:t>
            </a:r>
            <a:endParaRPr b="0" i="0" sz="1600" u="none" cap="none" strike="noStrike"/>
          </a:p>
        </p:txBody>
      </p:sp>
      <p:sp>
        <p:nvSpPr>
          <p:cNvPr id="345" name="Google Shape;345;p6"/>
          <p:cNvSpPr/>
          <p:nvPr/>
        </p:nvSpPr>
        <p:spPr>
          <a:xfrm>
            <a:off x="6707188" y="2961481"/>
            <a:ext cx="48618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'success'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=&gt; </a:t>
            </a: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600" u="none" cap="none" strike="noStrike"/>
          </a:p>
        </p:txBody>
      </p:sp>
      <p:sp>
        <p:nvSpPr>
          <p:cNvPr id="346" name="Google Shape;346;p6"/>
          <p:cNvSpPr/>
          <p:nvPr/>
        </p:nvSpPr>
        <p:spPr>
          <a:xfrm>
            <a:off x="6707188" y="3116262"/>
            <a:ext cx="48618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'data'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=&gt; 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$data</a:t>
            </a:r>
            <a:endParaRPr b="0" i="0" sz="1600" u="none" cap="none" strike="noStrike"/>
          </a:p>
        </p:txBody>
      </p:sp>
      <p:sp>
        <p:nvSpPr>
          <p:cNvPr id="347" name="Google Shape;347;p6"/>
          <p:cNvSpPr/>
          <p:nvPr/>
        </p:nvSpPr>
        <p:spPr>
          <a:xfrm>
            <a:off x="6643688" y="3271044"/>
            <a:ext cx="49251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]);</a:t>
            </a:r>
            <a:endParaRPr b="0" i="0" sz="1600" u="none" cap="none" strike="noStrike"/>
          </a:p>
        </p:txBody>
      </p:sp>
      <p:sp>
        <p:nvSpPr>
          <p:cNvPr id="348" name="Google Shape;348;p6"/>
          <p:cNvSpPr/>
          <p:nvPr/>
        </p:nvSpPr>
        <p:spPr>
          <a:xfrm>
            <a:off x="6580188" y="3425825"/>
            <a:ext cx="4988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/>
          </a:p>
        </p:txBody>
      </p:sp>
      <p:sp>
        <p:nvSpPr>
          <p:cNvPr id="349" name="Google Shape;349;p6"/>
          <p:cNvSpPr/>
          <p:nvPr/>
        </p:nvSpPr>
        <p:spPr>
          <a:xfrm>
            <a:off x="6580188" y="3659981"/>
            <a:ext cx="16668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// SIMPAN DATA BARU (POST)</a:t>
            </a:r>
            <a:endParaRPr b="0" i="0" sz="1600" u="none" cap="none" strike="noStrike"/>
          </a:p>
        </p:txBody>
      </p:sp>
      <p:sp>
        <p:nvSpPr>
          <p:cNvPr id="350" name="Google Shape;350;p6"/>
          <p:cNvSpPr/>
          <p:nvPr/>
        </p:nvSpPr>
        <p:spPr>
          <a:xfrm>
            <a:off x="6580188" y="3798888"/>
            <a:ext cx="4988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public function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store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Request$request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600" u="none" cap="none" strike="noStrike"/>
          </a:p>
        </p:txBody>
      </p:sp>
      <p:sp>
        <p:nvSpPr>
          <p:cNvPr id="351" name="Google Shape;351;p6"/>
          <p:cNvSpPr/>
          <p:nvPr/>
        </p:nvSpPr>
        <p:spPr>
          <a:xfrm>
            <a:off x="6580188" y="3953669"/>
            <a:ext cx="4988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/>
          </a:p>
        </p:txBody>
      </p:sp>
      <p:sp>
        <p:nvSpPr>
          <p:cNvPr id="352" name="Google Shape;352;p6"/>
          <p:cNvSpPr/>
          <p:nvPr/>
        </p:nvSpPr>
        <p:spPr>
          <a:xfrm>
            <a:off x="6643688" y="4108450"/>
            <a:ext cx="49251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$request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([...]);</a:t>
            </a:r>
            <a:endParaRPr b="0" i="0" sz="1600" u="none" cap="none" strike="noStrike"/>
          </a:p>
        </p:txBody>
      </p:sp>
      <p:sp>
        <p:nvSpPr>
          <p:cNvPr id="353" name="Google Shape;353;p6"/>
          <p:cNvSpPr/>
          <p:nvPr/>
        </p:nvSpPr>
        <p:spPr>
          <a:xfrm>
            <a:off x="6643688" y="4263231"/>
            <a:ext cx="49251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$transaksi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Transaksi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([...]);</a:t>
            </a:r>
            <a:endParaRPr b="0" i="0" sz="1600" u="none" cap="none" strike="noStrike"/>
          </a:p>
        </p:txBody>
      </p:sp>
      <p:sp>
        <p:nvSpPr>
          <p:cNvPr id="354" name="Google Shape;354;p6"/>
          <p:cNvSpPr/>
          <p:nvPr/>
        </p:nvSpPr>
        <p:spPr>
          <a:xfrm>
            <a:off x="6643688" y="4418013"/>
            <a:ext cx="49251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()-&gt;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json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([...], </a:t>
            </a:r>
            <a:r>
              <a:rPr b="0" i="0" lang="en-US" sz="813" u="none" cap="none" strike="noStrike">
                <a:solidFill>
                  <a:srgbClr val="D19A66"/>
                </a:solidFill>
                <a:latin typeface="Arial"/>
                <a:ea typeface="Arial"/>
                <a:cs typeface="Arial"/>
                <a:sym typeface="Arial"/>
              </a:rPr>
              <a:t>201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600" u="none" cap="none" strike="noStrike"/>
          </a:p>
        </p:txBody>
      </p:sp>
      <p:sp>
        <p:nvSpPr>
          <p:cNvPr id="355" name="Google Shape;355;p6"/>
          <p:cNvSpPr/>
          <p:nvPr/>
        </p:nvSpPr>
        <p:spPr>
          <a:xfrm>
            <a:off x="6580188" y="4572794"/>
            <a:ext cx="4988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/>
          </a:p>
        </p:txBody>
      </p:sp>
      <p:sp>
        <p:nvSpPr>
          <p:cNvPr id="356" name="Google Shape;356;p6"/>
          <p:cNvSpPr/>
          <p:nvPr/>
        </p:nvSpPr>
        <p:spPr>
          <a:xfrm>
            <a:off x="6580188" y="4806950"/>
            <a:ext cx="11076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// BUSINESS LOGIC</a:t>
            </a:r>
            <a:endParaRPr b="0" i="0" sz="1600" u="none" cap="none" strike="noStrike"/>
          </a:p>
        </p:txBody>
      </p:sp>
      <p:sp>
        <p:nvSpPr>
          <p:cNvPr id="357" name="Google Shape;357;p6"/>
          <p:cNvSpPr/>
          <p:nvPr/>
        </p:nvSpPr>
        <p:spPr>
          <a:xfrm>
            <a:off x="6580188" y="4945856"/>
            <a:ext cx="4988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public function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hitungSaldo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600" u="none" cap="none" strike="noStrike"/>
          </a:p>
        </p:txBody>
      </p:sp>
      <p:sp>
        <p:nvSpPr>
          <p:cNvPr id="358" name="Google Shape;358;p6"/>
          <p:cNvSpPr/>
          <p:nvPr/>
        </p:nvSpPr>
        <p:spPr>
          <a:xfrm>
            <a:off x="6580188" y="5100638"/>
            <a:ext cx="4988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/>
          </a:p>
        </p:txBody>
      </p:sp>
      <p:sp>
        <p:nvSpPr>
          <p:cNvPr id="359" name="Google Shape;359;p6"/>
          <p:cNvSpPr/>
          <p:nvPr/>
        </p:nvSpPr>
        <p:spPr>
          <a:xfrm>
            <a:off x="6643688" y="5255419"/>
            <a:ext cx="49251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$pemasukan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Transaksi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'tipe'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'pemasukan'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)-&gt;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sum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'nominal'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600" u="none" cap="none" strike="noStrike"/>
          </a:p>
        </p:txBody>
      </p:sp>
      <p:sp>
        <p:nvSpPr>
          <p:cNvPr id="360" name="Google Shape;360;p6"/>
          <p:cNvSpPr/>
          <p:nvPr/>
        </p:nvSpPr>
        <p:spPr>
          <a:xfrm>
            <a:off x="6643688" y="5410200"/>
            <a:ext cx="49251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$pengeluaran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Transaksi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'tipe'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'pengeluaran'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)-&gt;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sum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'nominal'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600" u="none" cap="none" strike="noStrike"/>
          </a:p>
        </p:txBody>
      </p:sp>
      <p:sp>
        <p:nvSpPr>
          <p:cNvPr id="361" name="Google Shape;361;p6"/>
          <p:cNvSpPr/>
          <p:nvPr/>
        </p:nvSpPr>
        <p:spPr>
          <a:xfrm>
            <a:off x="6643688" y="5564981"/>
            <a:ext cx="49251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$saldo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$pemasukan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$pengeluaran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600" u="none" cap="none" strike="noStrike"/>
          </a:p>
        </p:txBody>
      </p:sp>
      <p:sp>
        <p:nvSpPr>
          <p:cNvPr id="362" name="Google Shape;362;p6"/>
          <p:cNvSpPr/>
          <p:nvPr/>
        </p:nvSpPr>
        <p:spPr>
          <a:xfrm>
            <a:off x="6643688" y="5719763"/>
            <a:ext cx="49251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()-&gt;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json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([</a:t>
            </a: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'saldo_akhir'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=&gt; 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$saldo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]);</a:t>
            </a:r>
            <a:endParaRPr b="0" i="0" sz="1600" u="none" cap="none" strike="noStrike"/>
          </a:p>
        </p:txBody>
      </p:sp>
      <p:sp>
        <p:nvSpPr>
          <p:cNvPr id="363" name="Google Shape;363;p6"/>
          <p:cNvSpPr/>
          <p:nvPr/>
        </p:nvSpPr>
        <p:spPr>
          <a:xfrm>
            <a:off x="6580188" y="5874544"/>
            <a:ext cx="4988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/>
          </a:p>
        </p:txBody>
      </p:sp>
      <p:sp>
        <p:nvSpPr>
          <p:cNvPr id="364" name="Google Shape;364;p6"/>
          <p:cNvSpPr/>
          <p:nvPr/>
        </p:nvSpPr>
        <p:spPr>
          <a:xfrm>
            <a:off x="6516688" y="6029325"/>
            <a:ext cx="5052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/>
          </a:p>
        </p:txBody>
      </p:sp>
      <p:sp>
        <p:nvSpPr>
          <p:cNvPr id="365" name="Google Shape;365;p6"/>
          <p:cNvSpPr/>
          <p:nvPr/>
        </p:nvSpPr>
        <p:spPr>
          <a:xfrm>
            <a:off x="6294438" y="6501606"/>
            <a:ext cx="714375" cy="190500"/>
          </a:xfrm>
          <a:custGeom>
            <a:rect b="b" l="l" r="r" t="t"/>
            <a:pathLst>
              <a:path extrusionOk="0" h="190500" w="714375">
                <a:moveTo>
                  <a:pt x="31751" y="0"/>
                </a:moveTo>
                <a:lnTo>
                  <a:pt x="682624" y="0"/>
                </a:lnTo>
                <a:cubicBezTo>
                  <a:pt x="700160" y="0"/>
                  <a:pt x="714375" y="14215"/>
                  <a:pt x="714375" y="31751"/>
                </a:cubicBezTo>
                <a:lnTo>
                  <a:pt x="714375" y="158749"/>
                </a:lnTo>
                <a:cubicBezTo>
                  <a:pt x="714375" y="176285"/>
                  <a:pt x="700160" y="190500"/>
                  <a:pt x="682624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6"/>
          <p:cNvSpPr/>
          <p:nvPr/>
        </p:nvSpPr>
        <p:spPr>
          <a:xfrm>
            <a:off x="6294438" y="6501606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750" lIns="95250" spcFirstLastPara="1" rIns="95250" wrap="square" tIns="3175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201 Created</a:t>
            </a:r>
            <a:endParaRPr b="0" i="0" sz="1600" u="none" cap="none" strike="noStrike"/>
          </a:p>
        </p:txBody>
      </p:sp>
      <p:sp>
        <p:nvSpPr>
          <p:cNvPr id="367" name="Google Shape;367;p6"/>
          <p:cNvSpPr/>
          <p:nvPr/>
        </p:nvSpPr>
        <p:spPr>
          <a:xfrm>
            <a:off x="7076033" y="6533356"/>
            <a:ext cx="201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HTTP Status Code untuk data berhasil dibuat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7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FULLSTACK INTEGRATION</a:t>
            </a:r>
            <a:endParaRPr b="0" i="0" sz="1600" u="none" cap="none" strike="noStrike"/>
          </a:p>
        </p:txBody>
      </p:sp>
      <p:sp>
        <p:nvSpPr>
          <p:cNvPr id="374" name="Google Shape;374;p7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Integrasi React ←→ Laravel</a:t>
            </a:r>
            <a:endParaRPr b="0" i="0" sz="1600" u="none" cap="none" strike="noStrike"/>
          </a:p>
        </p:txBody>
      </p:sp>
      <p:sp>
        <p:nvSpPr>
          <p:cNvPr id="375" name="Google Shape;375;p7"/>
          <p:cNvSpPr/>
          <p:nvPr/>
        </p:nvSpPr>
        <p:spPr>
          <a:xfrm>
            <a:off x="321469" y="924719"/>
            <a:ext cx="5707063" cy="2111375"/>
          </a:xfrm>
          <a:custGeom>
            <a:rect b="b" l="l" r="r" t="t"/>
            <a:pathLst>
              <a:path extrusionOk="0" h="2111375" w="5707063">
                <a:moveTo>
                  <a:pt x="126999" y="0"/>
                </a:moveTo>
                <a:lnTo>
                  <a:pt x="5580063" y="0"/>
                </a:lnTo>
                <a:cubicBezTo>
                  <a:pt x="5650203" y="0"/>
                  <a:pt x="5707063" y="56859"/>
                  <a:pt x="5707063" y="126999"/>
                </a:cubicBezTo>
                <a:lnTo>
                  <a:pt x="5707063" y="1984376"/>
                </a:lnTo>
                <a:cubicBezTo>
                  <a:pt x="5707063" y="2054516"/>
                  <a:pt x="5650203" y="2111375"/>
                  <a:pt x="5580063" y="2111375"/>
                </a:cubicBezTo>
                <a:lnTo>
                  <a:pt x="126999" y="2111375"/>
                </a:lnTo>
                <a:cubicBezTo>
                  <a:pt x="56859" y="2111375"/>
                  <a:pt x="0" y="2054516"/>
                  <a:pt x="0" y="1984376"/>
                </a:cubicBezTo>
                <a:lnTo>
                  <a:pt x="0" y="126999"/>
                </a:lnTo>
                <a:cubicBezTo>
                  <a:pt x="0" y="56906"/>
                  <a:pt x="56906" y="0"/>
                  <a:pt x="126999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3B82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7"/>
          <p:cNvSpPr/>
          <p:nvPr/>
        </p:nvSpPr>
        <p:spPr>
          <a:xfrm>
            <a:off x="468313" y="1087438"/>
            <a:ext cx="127000" cy="127000"/>
          </a:xfrm>
          <a:custGeom>
            <a:rect b="b" l="l" r="r" t="t"/>
            <a:pathLst>
              <a:path extrusionOk="0" h="127000" w="127000">
                <a:moveTo>
                  <a:pt x="2332" y="29418"/>
                </a:moveTo>
                <a:cubicBezTo>
                  <a:pt x="-769" y="26318"/>
                  <a:pt x="-769" y="21282"/>
                  <a:pt x="2332" y="18182"/>
                </a:cubicBezTo>
                <a:cubicBezTo>
                  <a:pt x="5432" y="15081"/>
                  <a:pt x="10468" y="15081"/>
                  <a:pt x="13568" y="18182"/>
                </a:cubicBezTo>
                <a:lnTo>
                  <a:pt x="53256" y="57869"/>
                </a:lnTo>
                <a:cubicBezTo>
                  <a:pt x="56356" y="60970"/>
                  <a:pt x="56356" y="66005"/>
                  <a:pt x="53256" y="69106"/>
                </a:cubicBezTo>
                <a:lnTo>
                  <a:pt x="13568" y="108793"/>
                </a:lnTo>
                <a:cubicBezTo>
                  <a:pt x="10468" y="111894"/>
                  <a:pt x="5432" y="111894"/>
                  <a:pt x="2332" y="108793"/>
                </a:cubicBezTo>
                <a:cubicBezTo>
                  <a:pt x="-769" y="105693"/>
                  <a:pt x="-769" y="100657"/>
                  <a:pt x="2332" y="97557"/>
                </a:cubicBezTo>
                <a:lnTo>
                  <a:pt x="36388" y="63500"/>
                </a:lnTo>
                <a:lnTo>
                  <a:pt x="2332" y="29418"/>
                </a:lnTo>
                <a:close/>
                <a:moveTo>
                  <a:pt x="55563" y="95250"/>
                </a:moveTo>
                <a:lnTo>
                  <a:pt x="119063" y="95250"/>
                </a:lnTo>
                <a:cubicBezTo>
                  <a:pt x="123453" y="95250"/>
                  <a:pt x="127000" y="98797"/>
                  <a:pt x="127000" y="103188"/>
                </a:cubicBezTo>
                <a:cubicBezTo>
                  <a:pt x="127000" y="107578"/>
                  <a:pt x="123453" y="111125"/>
                  <a:pt x="119063" y="111125"/>
                </a:cubicBezTo>
                <a:lnTo>
                  <a:pt x="55563" y="111125"/>
                </a:lnTo>
                <a:cubicBezTo>
                  <a:pt x="51172" y="111125"/>
                  <a:pt x="47625" y="107578"/>
                  <a:pt x="47625" y="103188"/>
                </a:cubicBezTo>
                <a:cubicBezTo>
                  <a:pt x="47625" y="98797"/>
                  <a:pt x="51172" y="95250"/>
                  <a:pt x="55563" y="9525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7"/>
          <p:cNvSpPr/>
          <p:nvPr/>
        </p:nvSpPr>
        <p:spPr>
          <a:xfrm>
            <a:off x="611188" y="1055688"/>
            <a:ext cx="5349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Setup Axios</a:t>
            </a:r>
            <a:endParaRPr b="0" i="0" sz="1600" u="none" cap="none" strike="noStrike"/>
          </a:p>
        </p:txBody>
      </p:sp>
      <p:sp>
        <p:nvSpPr>
          <p:cNvPr id="378" name="Google Shape;378;p7"/>
          <p:cNvSpPr/>
          <p:nvPr/>
        </p:nvSpPr>
        <p:spPr>
          <a:xfrm>
            <a:off x="452438" y="1341438"/>
            <a:ext cx="5445125" cy="563563"/>
          </a:xfrm>
          <a:custGeom>
            <a:rect b="b" l="l" r="r" t="t"/>
            <a:pathLst>
              <a:path extrusionOk="0" h="563563" w="5445125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500060"/>
                </a:lnTo>
                <a:cubicBezTo>
                  <a:pt x="5445125" y="535132"/>
                  <a:pt x="5416694" y="563563"/>
                  <a:pt x="5381623" y="563563"/>
                </a:cubicBezTo>
                <a:lnTo>
                  <a:pt x="63502" y="563563"/>
                </a:lnTo>
                <a:cubicBezTo>
                  <a:pt x="28431" y="563563"/>
                  <a:pt x="0" y="535132"/>
                  <a:pt x="0" y="500060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7"/>
          <p:cNvSpPr/>
          <p:nvPr/>
        </p:nvSpPr>
        <p:spPr>
          <a:xfrm>
            <a:off x="579438" y="1484313"/>
            <a:ext cx="1542604" cy="119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# Install di CodeSandbox</a:t>
            </a:r>
            <a:endParaRPr b="0" i="0" sz="1600" u="none" cap="none" strike="noStrike"/>
          </a:p>
        </p:txBody>
      </p:sp>
      <p:sp>
        <p:nvSpPr>
          <p:cNvPr id="380" name="Google Shape;380;p7"/>
          <p:cNvSpPr/>
          <p:nvPr/>
        </p:nvSpPr>
        <p:spPr>
          <a:xfrm>
            <a:off x="579438" y="1639094"/>
            <a:ext cx="238001" cy="119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npm</a:t>
            </a:r>
            <a:endParaRPr b="0" i="0" sz="1600" u="none" cap="none" strike="noStrike"/>
          </a:p>
        </p:txBody>
      </p:sp>
      <p:sp>
        <p:nvSpPr>
          <p:cNvPr id="381" name="Google Shape;381;p7"/>
          <p:cNvSpPr/>
          <p:nvPr/>
        </p:nvSpPr>
        <p:spPr>
          <a:xfrm>
            <a:off x="827980" y="1639094"/>
            <a:ext cx="486482" cy="119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install</a:t>
            </a:r>
            <a:endParaRPr b="0" i="0" sz="1600" u="none" cap="none" strike="noStrike"/>
          </a:p>
        </p:txBody>
      </p:sp>
      <p:sp>
        <p:nvSpPr>
          <p:cNvPr id="382" name="Google Shape;382;p7"/>
          <p:cNvSpPr/>
          <p:nvPr/>
        </p:nvSpPr>
        <p:spPr>
          <a:xfrm>
            <a:off x="1325004" y="1639094"/>
            <a:ext cx="362272" cy="119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axios</a:t>
            </a:r>
            <a:endParaRPr b="0" i="0" sz="1600" u="none" cap="none" strike="noStrike"/>
          </a:p>
        </p:txBody>
      </p:sp>
      <p:sp>
        <p:nvSpPr>
          <p:cNvPr id="383" name="Google Shape;383;p7"/>
          <p:cNvSpPr/>
          <p:nvPr/>
        </p:nvSpPr>
        <p:spPr>
          <a:xfrm>
            <a:off x="452438" y="2000250"/>
            <a:ext cx="5445125" cy="904875"/>
          </a:xfrm>
          <a:custGeom>
            <a:rect b="b" l="l" r="r" t="t"/>
            <a:pathLst>
              <a:path extrusionOk="0" h="904875" w="5445125">
                <a:moveTo>
                  <a:pt x="63504" y="0"/>
                </a:moveTo>
                <a:lnTo>
                  <a:pt x="5381621" y="0"/>
                </a:lnTo>
                <a:cubicBezTo>
                  <a:pt x="5416693" y="0"/>
                  <a:pt x="5445125" y="28432"/>
                  <a:pt x="5445125" y="63504"/>
                </a:cubicBezTo>
                <a:lnTo>
                  <a:pt x="5445125" y="841371"/>
                </a:lnTo>
                <a:cubicBezTo>
                  <a:pt x="5445125" y="876443"/>
                  <a:pt x="5416693" y="904875"/>
                  <a:pt x="5381621" y="904875"/>
                </a:cubicBezTo>
                <a:lnTo>
                  <a:pt x="63504" y="904875"/>
                </a:lnTo>
                <a:cubicBezTo>
                  <a:pt x="28432" y="904875"/>
                  <a:pt x="0" y="876443"/>
                  <a:pt x="0" y="841371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7"/>
          <p:cNvSpPr/>
          <p:nvPr/>
        </p:nvSpPr>
        <p:spPr>
          <a:xfrm>
            <a:off x="579438" y="2143125"/>
            <a:ext cx="1231987" cy="119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// Import di App.js</a:t>
            </a:r>
            <a:endParaRPr b="0" i="0" sz="1600" u="none" cap="none" strike="noStrike"/>
          </a:p>
        </p:txBody>
      </p:sp>
      <p:sp>
        <p:nvSpPr>
          <p:cNvPr id="385" name="Google Shape;385;p7"/>
          <p:cNvSpPr/>
          <p:nvPr/>
        </p:nvSpPr>
        <p:spPr>
          <a:xfrm>
            <a:off x="579438" y="2282031"/>
            <a:ext cx="52427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import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axios</a:t>
            </a: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"axios"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600" u="none" cap="none" strike="noStrike"/>
          </a:p>
        </p:txBody>
      </p:sp>
      <p:sp>
        <p:nvSpPr>
          <p:cNvPr id="386" name="Google Shape;386;p7"/>
          <p:cNvSpPr/>
          <p:nvPr/>
        </p:nvSpPr>
        <p:spPr>
          <a:xfrm>
            <a:off x="579438" y="2484438"/>
            <a:ext cx="921370" cy="119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// URL Backend</a:t>
            </a:r>
            <a:endParaRPr b="0" i="0" sz="1600" u="none" cap="none" strike="noStrike"/>
          </a:p>
        </p:txBody>
      </p:sp>
      <p:sp>
        <p:nvSpPr>
          <p:cNvPr id="387" name="Google Shape;387;p7"/>
          <p:cNvSpPr/>
          <p:nvPr/>
        </p:nvSpPr>
        <p:spPr>
          <a:xfrm>
            <a:off x="579438" y="2623344"/>
            <a:ext cx="52427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API_URL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"https://api-finance-tracker.com/api"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600" u="none" cap="none" strike="noStrike"/>
          </a:p>
        </p:txBody>
      </p:sp>
      <p:sp>
        <p:nvSpPr>
          <p:cNvPr id="388" name="Google Shape;388;p7"/>
          <p:cNvSpPr/>
          <p:nvPr/>
        </p:nvSpPr>
        <p:spPr>
          <a:xfrm>
            <a:off x="321469" y="3139281"/>
            <a:ext cx="5707063" cy="3381375"/>
          </a:xfrm>
          <a:custGeom>
            <a:rect b="b" l="l" r="r" t="t"/>
            <a:pathLst>
              <a:path extrusionOk="0" h="3381375" w="5707063">
                <a:moveTo>
                  <a:pt x="127004" y="0"/>
                </a:moveTo>
                <a:lnTo>
                  <a:pt x="5580058" y="0"/>
                </a:lnTo>
                <a:cubicBezTo>
                  <a:pt x="5650201" y="0"/>
                  <a:pt x="5707063" y="56862"/>
                  <a:pt x="5707063" y="127004"/>
                </a:cubicBezTo>
                <a:lnTo>
                  <a:pt x="5707063" y="3254371"/>
                </a:lnTo>
                <a:cubicBezTo>
                  <a:pt x="5707063" y="3324513"/>
                  <a:pt x="5650201" y="3381375"/>
                  <a:pt x="5580058" y="3381375"/>
                </a:cubicBezTo>
                <a:lnTo>
                  <a:pt x="127004" y="3381375"/>
                </a:lnTo>
                <a:cubicBezTo>
                  <a:pt x="56862" y="3381375"/>
                  <a:pt x="0" y="3324513"/>
                  <a:pt x="0" y="3254371"/>
                </a:cubicBezTo>
                <a:lnTo>
                  <a:pt x="0" y="127004"/>
                </a:lnTo>
                <a:cubicBezTo>
                  <a:pt x="0" y="56909"/>
                  <a:pt x="56909" y="0"/>
                  <a:pt x="127004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7"/>
          <p:cNvSpPr/>
          <p:nvPr/>
        </p:nvSpPr>
        <p:spPr>
          <a:xfrm>
            <a:off x="476250" y="3302000"/>
            <a:ext cx="111125" cy="127000"/>
          </a:xfrm>
          <a:custGeom>
            <a:rect b="b" l="l" r="r" t="t"/>
            <a:pathLst>
              <a:path extrusionOk="0" h="127000" w="111125">
                <a:moveTo>
                  <a:pt x="63500" y="7938"/>
                </a:moveTo>
                <a:cubicBezTo>
                  <a:pt x="63500" y="3547"/>
                  <a:pt x="59953" y="0"/>
                  <a:pt x="55563" y="0"/>
                </a:cubicBezTo>
                <a:cubicBezTo>
                  <a:pt x="51172" y="0"/>
                  <a:pt x="47625" y="3547"/>
                  <a:pt x="47625" y="7938"/>
                </a:cubicBezTo>
                <a:lnTo>
                  <a:pt x="47625" y="60201"/>
                </a:lnTo>
                <a:lnTo>
                  <a:pt x="37356" y="49932"/>
                </a:lnTo>
                <a:cubicBezTo>
                  <a:pt x="34255" y="46831"/>
                  <a:pt x="29220" y="46831"/>
                  <a:pt x="26119" y="49932"/>
                </a:cubicBezTo>
                <a:cubicBezTo>
                  <a:pt x="23019" y="53032"/>
                  <a:pt x="23019" y="58068"/>
                  <a:pt x="26119" y="61168"/>
                </a:cubicBezTo>
                <a:lnTo>
                  <a:pt x="49932" y="84981"/>
                </a:lnTo>
                <a:cubicBezTo>
                  <a:pt x="53032" y="88081"/>
                  <a:pt x="58068" y="88081"/>
                  <a:pt x="61168" y="84981"/>
                </a:cubicBezTo>
                <a:lnTo>
                  <a:pt x="84981" y="61168"/>
                </a:lnTo>
                <a:cubicBezTo>
                  <a:pt x="88081" y="58068"/>
                  <a:pt x="88081" y="53032"/>
                  <a:pt x="84981" y="49932"/>
                </a:cubicBezTo>
                <a:cubicBezTo>
                  <a:pt x="81880" y="46831"/>
                  <a:pt x="76845" y="46831"/>
                  <a:pt x="73744" y="49932"/>
                </a:cubicBezTo>
                <a:lnTo>
                  <a:pt x="63500" y="60201"/>
                </a:lnTo>
                <a:lnTo>
                  <a:pt x="63500" y="7938"/>
                </a:lnTo>
                <a:close/>
                <a:moveTo>
                  <a:pt x="15875" y="79375"/>
                </a:moveTo>
                <a:cubicBezTo>
                  <a:pt x="7119" y="79375"/>
                  <a:pt x="0" y="86494"/>
                  <a:pt x="0" y="95250"/>
                </a:cubicBezTo>
                <a:lnTo>
                  <a:pt x="0" y="103188"/>
                </a:lnTo>
                <a:cubicBezTo>
                  <a:pt x="0" y="111944"/>
                  <a:pt x="7119" y="119063"/>
                  <a:pt x="15875" y="119063"/>
                </a:cubicBezTo>
                <a:lnTo>
                  <a:pt x="95250" y="119063"/>
                </a:lnTo>
                <a:cubicBezTo>
                  <a:pt x="104006" y="119063"/>
                  <a:pt x="111125" y="111944"/>
                  <a:pt x="111125" y="103188"/>
                </a:cubicBezTo>
                <a:lnTo>
                  <a:pt x="111125" y="95250"/>
                </a:lnTo>
                <a:cubicBezTo>
                  <a:pt x="111125" y="86494"/>
                  <a:pt x="104006" y="79375"/>
                  <a:pt x="95250" y="79375"/>
                </a:cubicBezTo>
                <a:lnTo>
                  <a:pt x="83617" y="79375"/>
                </a:lnTo>
                <a:lnTo>
                  <a:pt x="69577" y="93414"/>
                </a:lnTo>
                <a:cubicBezTo>
                  <a:pt x="61838" y="101154"/>
                  <a:pt x="49262" y="101154"/>
                  <a:pt x="41523" y="93414"/>
                </a:cubicBezTo>
                <a:lnTo>
                  <a:pt x="27508" y="79375"/>
                </a:lnTo>
                <a:lnTo>
                  <a:pt x="15875" y="79375"/>
                </a:lnTo>
                <a:close/>
                <a:moveTo>
                  <a:pt x="91281" y="93266"/>
                </a:moveTo>
                <a:cubicBezTo>
                  <a:pt x="94567" y="93266"/>
                  <a:pt x="97234" y="95933"/>
                  <a:pt x="97234" y="99219"/>
                </a:cubicBezTo>
                <a:cubicBezTo>
                  <a:pt x="97234" y="102504"/>
                  <a:pt x="94567" y="105172"/>
                  <a:pt x="91281" y="105172"/>
                </a:cubicBezTo>
                <a:cubicBezTo>
                  <a:pt x="87996" y="105172"/>
                  <a:pt x="85328" y="102504"/>
                  <a:pt x="85328" y="99219"/>
                </a:cubicBezTo>
                <a:cubicBezTo>
                  <a:pt x="85328" y="95933"/>
                  <a:pt x="87996" y="93266"/>
                  <a:pt x="91281" y="93266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7"/>
          <p:cNvSpPr/>
          <p:nvPr/>
        </p:nvSpPr>
        <p:spPr>
          <a:xfrm>
            <a:off x="611188" y="3270250"/>
            <a:ext cx="5349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Fetch Data (GET)</a:t>
            </a:r>
            <a:endParaRPr b="0" i="0" sz="1600" u="none" cap="none" strike="noStrike"/>
          </a:p>
        </p:txBody>
      </p:sp>
      <p:sp>
        <p:nvSpPr>
          <p:cNvPr id="391" name="Google Shape;391;p7"/>
          <p:cNvSpPr/>
          <p:nvPr/>
        </p:nvSpPr>
        <p:spPr>
          <a:xfrm>
            <a:off x="452438" y="3556000"/>
            <a:ext cx="5445125" cy="2643188"/>
          </a:xfrm>
          <a:custGeom>
            <a:rect b="b" l="l" r="r" t="t"/>
            <a:pathLst>
              <a:path extrusionOk="0" h="2643188" w="5445125">
                <a:moveTo>
                  <a:pt x="63489" y="0"/>
                </a:moveTo>
                <a:lnTo>
                  <a:pt x="5381636" y="0"/>
                </a:lnTo>
                <a:cubicBezTo>
                  <a:pt x="5416700" y="0"/>
                  <a:pt x="5445125" y="28425"/>
                  <a:pt x="5445125" y="63489"/>
                </a:cubicBezTo>
                <a:lnTo>
                  <a:pt x="5445125" y="2579698"/>
                </a:lnTo>
                <a:cubicBezTo>
                  <a:pt x="5445125" y="2614762"/>
                  <a:pt x="5416700" y="2643187"/>
                  <a:pt x="5381636" y="2643188"/>
                </a:cubicBezTo>
                <a:lnTo>
                  <a:pt x="63489" y="2643188"/>
                </a:lnTo>
                <a:cubicBezTo>
                  <a:pt x="28425" y="2643188"/>
                  <a:pt x="0" y="2614762"/>
                  <a:pt x="0" y="2579698"/>
                </a:cubicBezTo>
                <a:lnTo>
                  <a:pt x="0" y="63489"/>
                </a:lnTo>
                <a:cubicBezTo>
                  <a:pt x="0" y="28449"/>
                  <a:pt x="28449" y="0"/>
                  <a:pt x="63489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7"/>
          <p:cNvSpPr/>
          <p:nvPr/>
        </p:nvSpPr>
        <p:spPr>
          <a:xfrm>
            <a:off x="579438" y="3698875"/>
            <a:ext cx="2163837" cy="119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// Ambil data saat aplikasi dibuka</a:t>
            </a:r>
            <a:endParaRPr b="0" i="0" sz="1600" u="none" cap="none" strike="noStrike"/>
          </a:p>
        </p:txBody>
      </p:sp>
      <p:sp>
        <p:nvSpPr>
          <p:cNvPr id="393" name="Google Shape;393;p7"/>
          <p:cNvSpPr/>
          <p:nvPr/>
        </p:nvSpPr>
        <p:spPr>
          <a:xfrm>
            <a:off x="579438" y="3837781"/>
            <a:ext cx="52427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useEffect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(() =&gt; {</a:t>
            </a:r>
            <a:endParaRPr b="0" i="0" sz="1600" u="none" cap="none" strike="noStrike"/>
          </a:p>
        </p:txBody>
      </p:sp>
      <p:sp>
        <p:nvSpPr>
          <p:cNvPr id="394" name="Google Shape;394;p7"/>
          <p:cNvSpPr/>
          <p:nvPr/>
        </p:nvSpPr>
        <p:spPr>
          <a:xfrm>
            <a:off x="642938" y="3992563"/>
            <a:ext cx="51792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fetchData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();</a:t>
            </a:r>
            <a:endParaRPr b="0" i="0" sz="1600" u="none" cap="none" strike="noStrike"/>
          </a:p>
        </p:txBody>
      </p:sp>
      <p:sp>
        <p:nvSpPr>
          <p:cNvPr id="395" name="Google Shape;395;p7"/>
          <p:cNvSpPr/>
          <p:nvPr/>
        </p:nvSpPr>
        <p:spPr>
          <a:xfrm>
            <a:off x="642938" y="4147344"/>
            <a:ext cx="51792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fetchSaldo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();</a:t>
            </a:r>
            <a:endParaRPr b="0" i="0" sz="1600" u="none" cap="none" strike="noStrike"/>
          </a:p>
        </p:txBody>
      </p:sp>
      <p:sp>
        <p:nvSpPr>
          <p:cNvPr id="396" name="Google Shape;396;p7"/>
          <p:cNvSpPr/>
          <p:nvPr/>
        </p:nvSpPr>
        <p:spPr>
          <a:xfrm>
            <a:off x="579438" y="4302125"/>
            <a:ext cx="52427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}, []); </a:t>
            </a:r>
            <a:r>
              <a:rPr b="0" i="0" lang="en-US" sz="813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// [] = hanya sekali</a:t>
            </a:r>
            <a:endParaRPr b="0" i="0" sz="1600" u="none" cap="none" strike="noStrike"/>
          </a:p>
        </p:txBody>
      </p:sp>
      <p:sp>
        <p:nvSpPr>
          <p:cNvPr id="397" name="Google Shape;397;p7"/>
          <p:cNvSpPr/>
          <p:nvPr/>
        </p:nvSpPr>
        <p:spPr>
          <a:xfrm>
            <a:off x="579438" y="4520406"/>
            <a:ext cx="52427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fetchData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async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() =&gt; {</a:t>
            </a:r>
            <a:endParaRPr b="0" i="0" sz="1600" u="none" cap="none" strike="noStrike"/>
          </a:p>
        </p:txBody>
      </p:sp>
      <p:sp>
        <p:nvSpPr>
          <p:cNvPr id="398" name="Google Shape;398;p7"/>
          <p:cNvSpPr/>
          <p:nvPr/>
        </p:nvSpPr>
        <p:spPr>
          <a:xfrm>
            <a:off x="642938" y="4675188"/>
            <a:ext cx="51792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try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 b="0" i="0" sz="1600" u="none" cap="none" strike="noStrike"/>
          </a:p>
        </p:txBody>
      </p:sp>
      <p:sp>
        <p:nvSpPr>
          <p:cNvPr id="399" name="Google Shape;399;p7"/>
          <p:cNvSpPr/>
          <p:nvPr/>
        </p:nvSpPr>
        <p:spPr>
          <a:xfrm>
            <a:off x="706438" y="4829969"/>
            <a:ext cx="51157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await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axios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 b="0" i="0" sz="1600" u="none" cap="none" strike="noStrike"/>
          </a:p>
        </p:txBody>
      </p:sp>
      <p:sp>
        <p:nvSpPr>
          <p:cNvPr id="400" name="Google Shape;400;p7"/>
          <p:cNvSpPr/>
          <p:nvPr/>
        </p:nvSpPr>
        <p:spPr>
          <a:xfrm>
            <a:off x="769938" y="4984750"/>
            <a:ext cx="50522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`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${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API_URL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/transaksi`</a:t>
            </a:r>
            <a:endParaRPr b="0" i="0" sz="1600" u="none" cap="none" strike="noStrike"/>
          </a:p>
        </p:txBody>
      </p:sp>
      <p:sp>
        <p:nvSpPr>
          <p:cNvPr id="401" name="Google Shape;401;p7"/>
          <p:cNvSpPr/>
          <p:nvPr/>
        </p:nvSpPr>
        <p:spPr>
          <a:xfrm>
            <a:off x="706438" y="5139531"/>
            <a:ext cx="51157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600" u="none" cap="none" strike="noStrike"/>
          </a:p>
        </p:txBody>
      </p:sp>
      <p:sp>
        <p:nvSpPr>
          <p:cNvPr id="402" name="Google Shape;402;p7"/>
          <p:cNvSpPr/>
          <p:nvPr/>
        </p:nvSpPr>
        <p:spPr>
          <a:xfrm>
            <a:off x="706438" y="5294313"/>
            <a:ext cx="51157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setTransaksiList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600" u="none" cap="none" strike="noStrike"/>
          </a:p>
        </p:txBody>
      </p:sp>
      <p:sp>
        <p:nvSpPr>
          <p:cNvPr id="403" name="Google Shape;403;p7"/>
          <p:cNvSpPr/>
          <p:nvPr/>
        </p:nvSpPr>
        <p:spPr>
          <a:xfrm>
            <a:off x="642938" y="5449094"/>
            <a:ext cx="51792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catch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error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b="0" i="0" sz="1600" u="none" cap="none" strike="noStrike"/>
          </a:p>
        </p:txBody>
      </p:sp>
      <p:sp>
        <p:nvSpPr>
          <p:cNvPr id="404" name="Google Shape;404;p7"/>
          <p:cNvSpPr/>
          <p:nvPr/>
        </p:nvSpPr>
        <p:spPr>
          <a:xfrm>
            <a:off x="706438" y="5603875"/>
            <a:ext cx="51157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console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error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"Gagal ambil data:"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error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600" u="none" cap="none" strike="noStrike"/>
          </a:p>
        </p:txBody>
      </p:sp>
      <p:sp>
        <p:nvSpPr>
          <p:cNvPr id="405" name="Google Shape;405;p7"/>
          <p:cNvSpPr/>
          <p:nvPr/>
        </p:nvSpPr>
        <p:spPr>
          <a:xfrm>
            <a:off x="642938" y="5758656"/>
            <a:ext cx="51792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/>
          </a:p>
        </p:txBody>
      </p:sp>
      <p:sp>
        <p:nvSpPr>
          <p:cNvPr id="406" name="Google Shape;406;p7"/>
          <p:cNvSpPr/>
          <p:nvPr/>
        </p:nvSpPr>
        <p:spPr>
          <a:xfrm>
            <a:off x="579438" y="5913438"/>
            <a:ext cx="52427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 b="0" i="0" sz="1600" u="none" cap="none" strike="noStrike"/>
          </a:p>
        </p:txBody>
      </p:sp>
      <p:sp>
        <p:nvSpPr>
          <p:cNvPr id="407" name="Google Shape;407;p7"/>
          <p:cNvSpPr/>
          <p:nvPr/>
        </p:nvSpPr>
        <p:spPr>
          <a:xfrm>
            <a:off x="6163469" y="924719"/>
            <a:ext cx="5707063" cy="4056063"/>
          </a:xfrm>
          <a:custGeom>
            <a:rect b="b" l="l" r="r" t="t"/>
            <a:pathLst>
              <a:path extrusionOk="0" h="4056063" w="5707063">
                <a:moveTo>
                  <a:pt x="126995" y="0"/>
                </a:moveTo>
                <a:lnTo>
                  <a:pt x="5580067" y="0"/>
                </a:lnTo>
                <a:cubicBezTo>
                  <a:pt x="5650205" y="0"/>
                  <a:pt x="5707063" y="56858"/>
                  <a:pt x="5707063" y="126995"/>
                </a:cubicBezTo>
                <a:lnTo>
                  <a:pt x="5707063" y="3929067"/>
                </a:lnTo>
                <a:cubicBezTo>
                  <a:pt x="5707063" y="3999205"/>
                  <a:pt x="5650205" y="4056063"/>
                  <a:pt x="5580067" y="4056063"/>
                </a:cubicBezTo>
                <a:lnTo>
                  <a:pt x="126995" y="4056063"/>
                </a:lnTo>
                <a:cubicBezTo>
                  <a:pt x="56858" y="4056063"/>
                  <a:pt x="0" y="3999205"/>
                  <a:pt x="0" y="3929067"/>
                </a:cubicBezTo>
                <a:lnTo>
                  <a:pt x="0" y="126995"/>
                </a:lnTo>
                <a:cubicBezTo>
                  <a:pt x="0" y="56905"/>
                  <a:pt x="56905" y="0"/>
                  <a:pt x="12699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F59E0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7"/>
          <p:cNvSpPr/>
          <p:nvPr/>
        </p:nvSpPr>
        <p:spPr>
          <a:xfrm>
            <a:off x="6318250" y="1087438"/>
            <a:ext cx="111125" cy="127000"/>
          </a:xfrm>
          <a:custGeom>
            <a:rect b="b" l="l" r="r" t="t"/>
            <a:pathLst>
              <a:path extrusionOk="0" h="127000" w="111125">
                <a:moveTo>
                  <a:pt x="63500" y="27112"/>
                </a:moveTo>
                <a:lnTo>
                  <a:pt x="63500" y="79375"/>
                </a:lnTo>
                <a:cubicBezTo>
                  <a:pt x="63500" y="83765"/>
                  <a:pt x="59953" y="87313"/>
                  <a:pt x="55563" y="87313"/>
                </a:cubicBezTo>
                <a:cubicBezTo>
                  <a:pt x="51172" y="87313"/>
                  <a:pt x="47625" y="83765"/>
                  <a:pt x="47625" y="79375"/>
                </a:cubicBezTo>
                <a:lnTo>
                  <a:pt x="47625" y="27112"/>
                </a:lnTo>
                <a:lnTo>
                  <a:pt x="37356" y="37381"/>
                </a:lnTo>
                <a:cubicBezTo>
                  <a:pt x="34255" y="40481"/>
                  <a:pt x="29220" y="40481"/>
                  <a:pt x="26119" y="37381"/>
                </a:cubicBezTo>
                <a:cubicBezTo>
                  <a:pt x="23019" y="34280"/>
                  <a:pt x="23019" y="29245"/>
                  <a:pt x="26119" y="26144"/>
                </a:cubicBezTo>
                <a:lnTo>
                  <a:pt x="49932" y="2332"/>
                </a:lnTo>
                <a:cubicBezTo>
                  <a:pt x="53032" y="-769"/>
                  <a:pt x="58068" y="-769"/>
                  <a:pt x="61168" y="2332"/>
                </a:cubicBezTo>
                <a:lnTo>
                  <a:pt x="84981" y="26144"/>
                </a:lnTo>
                <a:cubicBezTo>
                  <a:pt x="88081" y="29245"/>
                  <a:pt x="88081" y="34280"/>
                  <a:pt x="84981" y="37381"/>
                </a:cubicBezTo>
                <a:cubicBezTo>
                  <a:pt x="81880" y="40481"/>
                  <a:pt x="76845" y="40481"/>
                  <a:pt x="73744" y="37381"/>
                </a:cubicBezTo>
                <a:lnTo>
                  <a:pt x="63500" y="27112"/>
                </a:lnTo>
                <a:close/>
                <a:moveTo>
                  <a:pt x="55563" y="99219"/>
                </a:moveTo>
                <a:cubicBezTo>
                  <a:pt x="66526" y="99219"/>
                  <a:pt x="75406" y="90339"/>
                  <a:pt x="75406" y="79375"/>
                </a:cubicBezTo>
                <a:lnTo>
                  <a:pt x="95250" y="79375"/>
                </a:lnTo>
                <a:cubicBezTo>
                  <a:pt x="104006" y="79375"/>
                  <a:pt x="111125" y="86494"/>
                  <a:pt x="111125" y="95250"/>
                </a:cubicBezTo>
                <a:lnTo>
                  <a:pt x="111125" y="103188"/>
                </a:lnTo>
                <a:cubicBezTo>
                  <a:pt x="111125" y="111944"/>
                  <a:pt x="104006" y="119063"/>
                  <a:pt x="95250" y="119063"/>
                </a:cubicBezTo>
                <a:lnTo>
                  <a:pt x="15875" y="119063"/>
                </a:lnTo>
                <a:cubicBezTo>
                  <a:pt x="7119" y="119063"/>
                  <a:pt x="0" y="111944"/>
                  <a:pt x="0" y="103188"/>
                </a:cubicBezTo>
                <a:lnTo>
                  <a:pt x="0" y="95250"/>
                </a:lnTo>
                <a:cubicBezTo>
                  <a:pt x="0" y="86494"/>
                  <a:pt x="7119" y="79375"/>
                  <a:pt x="15875" y="79375"/>
                </a:cubicBezTo>
                <a:lnTo>
                  <a:pt x="35719" y="79375"/>
                </a:lnTo>
                <a:cubicBezTo>
                  <a:pt x="35719" y="90339"/>
                  <a:pt x="44599" y="99219"/>
                  <a:pt x="55563" y="99219"/>
                </a:cubicBezTo>
                <a:close/>
                <a:moveTo>
                  <a:pt x="91281" y="105172"/>
                </a:moveTo>
                <a:cubicBezTo>
                  <a:pt x="94567" y="105172"/>
                  <a:pt x="97234" y="102504"/>
                  <a:pt x="97234" y="99219"/>
                </a:cubicBezTo>
                <a:cubicBezTo>
                  <a:pt x="97234" y="95933"/>
                  <a:pt x="94567" y="93266"/>
                  <a:pt x="91281" y="93266"/>
                </a:cubicBezTo>
                <a:cubicBezTo>
                  <a:pt x="87996" y="93266"/>
                  <a:pt x="85328" y="95933"/>
                  <a:pt x="85328" y="99219"/>
                </a:cubicBezTo>
                <a:cubicBezTo>
                  <a:pt x="85328" y="102504"/>
                  <a:pt x="87996" y="105172"/>
                  <a:pt x="91281" y="105172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7"/>
          <p:cNvSpPr/>
          <p:nvPr/>
        </p:nvSpPr>
        <p:spPr>
          <a:xfrm>
            <a:off x="6453188" y="1055688"/>
            <a:ext cx="5349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Submit Data (POST)</a:t>
            </a:r>
            <a:endParaRPr b="0" i="0" sz="1600" u="none" cap="none" strike="noStrike"/>
          </a:p>
        </p:txBody>
      </p:sp>
      <p:sp>
        <p:nvSpPr>
          <p:cNvPr id="410" name="Google Shape;410;p7"/>
          <p:cNvSpPr/>
          <p:nvPr/>
        </p:nvSpPr>
        <p:spPr>
          <a:xfrm>
            <a:off x="6294438" y="1341438"/>
            <a:ext cx="5445125" cy="3508375"/>
          </a:xfrm>
          <a:custGeom>
            <a:rect b="b" l="l" r="r" t="t"/>
            <a:pathLst>
              <a:path extrusionOk="0" h="3508375" w="5445125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3444873"/>
                </a:lnTo>
                <a:cubicBezTo>
                  <a:pt x="5445125" y="3479944"/>
                  <a:pt x="5416694" y="3508375"/>
                  <a:pt x="5381623" y="3508375"/>
                </a:cubicBezTo>
                <a:lnTo>
                  <a:pt x="63502" y="3508375"/>
                </a:lnTo>
                <a:cubicBezTo>
                  <a:pt x="28431" y="3508375"/>
                  <a:pt x="0" y="3479944"/>
                  <a:pt x="0" y="3444873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7"/>
          <p:cNvSpPr/>
          <p:nvPr/>
        </p:nvSpPr>
        <p:spPr>
          <a:xfrm>
            <a:off x="6421438" y="1468438"/>
            <a:ext cx="52427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handleSubmit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async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) =&gt; {</a:t>
            </a:r>
            <a:endParaRPr b="0" i="0" sz="1600" u="none" cap="none" strike="noStrike"/>
          </a:p>
        </p:txBody>
      </p:sp>
      <p:sp>
        <p:nvSpPr>
          <p:cNvPr id="412" name="Google Shape;412;p7"/>
          <p:cNvSpPr/>
          <p:nvPr/>
        </p:nvSpPr>
        <p:spPr>
          <a:xfrm>
            <a:off x="6484938" y="1623219"/>
            <a:ext cx="51792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preventDefault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();</a:t>
            </a:r>
            <a:endParaRPr b="0" i="0" sz="1600" u="none" cap="none" strike="noStrike"/>
          </a:p>
        </p:txBody>
      </p:sp>
      <p:sp>
        <p:nvSpPr>
          <p:cNvPr id="413" name="Google Shape;413;p7"/>
          <p:cNvSpPr/>
          <p:nvPr/>
        </p:nvSpPr>
        <p:spPr>
          <a:xfrm>
            <a:off x="6484938" y="1778000"/>
            <a:ext cx="51792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setLoading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600" u="none" cap="none" strike="noStrike"/>
          </a:p>
        </p:txBody>
      </p:sp>
      <p:sp>
        <p:nvSpPr>
          <p:cNvPr id="414" name="Google Shape;414;p7"/>
          <p:cNvSpPr/>
          <p:nvPr/>
        </p:nvSpPr>
        <p:spPr>
          <a:xfrm>
            <a:off x="6484938" y="1932781"/>
            <a:ext cx="51792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nominal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parseInt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inputData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jumlah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600" u="none" cap="none" strike="noStrike"/>
          </a:p>
        </p:txBody>
      </p:sp>
      <p:sp>
        <p:nvSpPr>
          <p:cNvPr id="415" name="Google Shape;415;p7"/>
          <p:cNvSpPr/>
          <p:nvPr/>
        </p:nvSpPr>
        <p:spPr>
          <a:xfrm>
            <a:off x="6484938" y="2087563"/>
            <a:ext cx="51792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try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 b="0" i="0" sz="1600" u="none" cap="none" strike="noStrike"/>
          </a:p>
        </p:txBody>
      </p:sp>
      <p:sp>
        <p:nvSpPr>
          <p:cNvPr id="416" name="Google Shape;416;p7"/>
          <p:cNvSpPr/>
          <p:nvPr/>
        </p:nvSpPr>
        <p:spPr>
          <a:xfrm>
            <a:off x="6548438" y="2258219"/>
            <a:ext cx="1542604" cy="119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// KIRIM DATA KE LARAVEL</a:t>
            </a:r>
            <a:endParaRPr b="0" i="0" sz="1600" u="none" cap="none" strike="noStrike"/>
          </a:p>
        </p:txBody>
      </p:sp>
      <p:sp>
        <p:nvSpPr>
          <p:cNvPr id="417" name="Google Shape;417;p7"/>
          <p:cNvSpPr/>
          <p:nvPr/>
        </p:nvSpPr>
        <p:spPr>
          <a:xfrm>
            <a:off x="6548438" y="2397125"/>
            <a:ext cx="51157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await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axios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`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${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API_URL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/transaksi`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, {</a:t>
            </a:r>
            <a:endParaRPr b="0" i="0" sz="1600" u="none" cap="none" strike="noStrike"/>
          </a:p>
        </p:txBody>
      </p:sp>
      <p:sp>
        <p:nvSpPr>
          <p:cNvPr id="418" name="Google Shape;418;p7"/>
          <p:cNvSpPr/>
          <p:nvPr/>
        </p:nvSpPr>
        <p:spPr>
          <a:xfrm>
            <a:off x="6611938" y="2551906"/>
            <a:ext cx="50522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deskripsi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inputData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deskripsi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600" u="none" cap="none" strike="noStrike"/>
          </a:p>
        </p:txBody>
      </p:sp>
      <p:sp>
        <p:nvSpPr>
          <p:cNvPr id="419" name="Google Shape;419;p7"/>
          <p:cNvSpPr/>
          <p:nvPr/>
        </p:nvSpPr>
        <p:spPr>
          <a:xfrm>
            <a:off x="6611938" y="2706688"/>
            <a:ext cx="50522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nominal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nominal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600" u="none" cap="none" strike="noStrike"/>
          </a:p>
        </p:txBody>
      </p:sp>
      <p:sp>
        <p:nvSpPr>
          <p:cNvPr id="420" name="Google Shape;420;p7"/>
          <p:cNvSpPr/>
          <p:nvPr/>
        </p:nvSpPr>
        <p:spPr>
          <a:xfrm>
            <a:off x="6611938" y="2861469"/>
            <a:ext cx="50522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tipe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inputData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tipe</a:t>
            </a:r>
            <a:endParaRPr b="0" i="0" sz="1600" u="none" cap="none" strike="noStrike"/>
          </a:p>
        </p:txBody>
      </p:sp>
      <p:sp>
        <p:nvSpPr>
          <p:cNvPr id="421" name="Google Shape;421;p7"/>
          <p:cNvSpPr/>
          <p:nvPr/>
        </p:nvSpPr>
        <p:spPr>
          <a:xfrm>
            <a:off x="6548438" y="3016250"/>
            <a:ext cx="51157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});</a:t>
            </a:r>
            <a:endParaRPr b="0" i="0" sz="1600" u="none" cap="none" strike="noStrike"/>
          </a:p>
        </p:txBody>
      </p:sp>
      <p:sp>
        <p:nvSpPr>
          <p:cNvPr id="422" name="Google Shape;422;p7"/>
          <p:cNvSpPr/>
          <p:nvPr/>
        </p:nvSpPr>
        <p:spPr>
          <a:xfrm>
            <a:off x="6548438" y="3186906"/>
            <a:ext cx="1728949" cy="119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// Refresh data dari server</a:t>
            </a:r>
            <a:endParaRPr b="0" i="0" sz="1600" u="none" cap="none" strike="noStrike"/>
          </a:p>
        </p:txBody>
      </p:sp>
      <p:sp>
        <p:nvSpPr>
          <p:cNvPr id="423" name="Google Shape;423;p7"/>
          <p:cNvSpPr/>
          <p:nvPr/>
        </p:nvSpPr>
        <p:spPr>
          <a:xfrm>
            <a:off x="6548438" y="3325813"/>
            <a:ext cx="51157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await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fetchData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();</a:t>
            </a:r>
            <a:endParaRPr b="0" i="0" sz="1600" u="none" cap="none" strike="noStrike"/>
          </a:p>
        </p:txBody>
      </p:sp>
      <p:sp>
        <p:nvSpPr>
          <p:cNvPr id="424" name="Google Shape;424;p7"/>
          <p:cNvSpPr/>
          <p:nvPr/>
        </p:nvSpPr>
        <p:spPr>
          <a:xfrm>
            <a:off x="6548438" y="3480594"/>
            <a:ext cx="51157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await</a:t>
            </a: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fetchSaldo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();</a:t>
            </a:r>
            <a:endParaRPr b="0" i="0" sz="1600" u="none" cap="none" strike="noStrike"/>
          </a:p>
        </p:txBody>
      </p:sp>
      <p:sp>
        <p:nvSpPr>
          <p:cNvPr id="425" name="Google Shape;425;p7"/>
          <p:cNvSpPr/>
          <p:nvPr/>
        </p:nvSpPr>
        <p:spPr>
          <a:xfrm>
            <a:off x="6548438" y="3635375"/>
            <a:ext cx="51157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alert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"✅ Tersimpan ke Database!"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600" u="none" cap="none" strike="noStrike"/>
          </a:p>
        </p:txBody>
      </p:sp>
      <p:sp>
        <p:nvSpPr>
          <p:cNvPr id="426" name="Google Shape;426;p7"/>
          <p:cNvSpPr/>
          <p:nvPr/>
        </p:nvSpPr>
        <p:spPr>
          <a:xfrm>
            <a:off x="6484938" y="3790156"/>
            <a:ext cx="51792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catch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813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error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b="0" i="0" sz="1600" u="none" cap="none" strike="noStrike"/>
          </a:p>
        </p:txBody>
      </p:sp>
      <p:sp>
        <p:nvSpPr>
          <p:cNvPr id="427" name="Google Shape;427;p7"/>
          <p:cNvSpPr/>
          <p:nvPr/>
        </p:nvSpPr>
        <p:spPr>
          <a:xfrm>
            <a:off x="6548438" y="3944937"/>
            <a:ext cx="51157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alert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813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"❌ Gagal menyimpan!"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600" u="none" cap="none" strike="noStrike"/>
          </a:p>
        </p:txBody>
      </p:sp>
      <p:sp>
        <p:nvSpPr>
          <p:cNvPr id="428" name="Google Shape;428;p7"/>
          <p:cNvSpPr/>
          <p:nvPr/>
        </p:nvSpPr>
        <p:spPr>
          <a:xfrm>
            <a:off x="6484938" y="4099719"/>
            <a:ext cx="51792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finally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 b="0" i="0" sz="1600" u="none" cap="none" strike="noStrike"/>
          </a:p>
        </p:txBody>
      </p:sp>
      <p:sp>
        <p:nvSpPr>
          <p:cNvPr id="429" name="Google Shape;429;p7"/>
          <p:cNvSpPr/>
          <p:nvPr/>
        </p:nvSpPr>
        <p:spPr>
          <a:xfrm>
            <a:off x="6548438" y="4254500"/>
            <a:ext cx="51157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setLoading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813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600" u="none" cap="none" strike="noStrike"/>
          </a:p>
        </p:txBody>
      </p:sp>
      <p:sp>
        <p:nvSpPr>
          <p:cNvPr id="430" name="Google Shape;430;p7"/>
          <p:cNvSpPr/>
          <p:nvPr/>
        </p:nvSpPr>
        <p:spPr>
          <a:xfrm>
            <a:off x="6484938" y="4409281"/>
            <a:ext cx="51792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/>
          </a:p>
        </p:txBody>
      </p:sp>
      <p:sp>
        <p:nvSpPr>
          <p:cNvPr id="431" name="Google Shape;431;p7"/>
          <p:cNvSpPr/>
          <p:nvPr/>
        </p:nvSpPr>
        <p:spPr>
          <a:xfrm>
            <a:off x="6421438" y="4564063"/>
            <a:ext cx="5242719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3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 b="0" i="0" sz="1600" u="none" cap="none" strike="noStrike"/>
          </a:p>
        </p:txBody>
      </p:sp>
      <p:sp>
        <p:nvSpPr>
          <p:cNvPr id="432" name="Google Shape;432;p7"/>
          <p:cNvSpPr/>
          <p:nvPr/>
        </p:nvSpPr>
        <p:spPr>
          <a:xfrm>
            <a:off x="6163469" y="5080000"/>
            <a:ext cx="5707063" cy="1436688"/>
          </a:xfrm>
          <a:custGeom>
            <a:rect b="b" l="l" r="r" t="t"/>
            <a:pathLst>
              <a:path extrusionOk="0" h="1436688" w="5707063">
                <a:moveTo>
                  <a:pt x="95252" y="0"/>
                </a:moveTo>
                <a:lnTo>
                  <a:pt x="5611810" y="0"/>
                </a:lnTo>
                <a:cubicBezTo>
                  <a:pt x="5664417" y="0"/>
                  <a:pt x="5707062" y="42646"/>
                  <a:pt x="5707062" y="95252"/>
                </a:cubicBezTo>
                <a:lnTo>
                  <a:pt x="5707063" y="1341435"/>
                </a:lnTo>
                <a:cubicBezTo>
                  <a:pt x="5707062" y="1394042"/>
                  <a:pt x="5664417" y="1436687"/>
                  <a:pt x="5611810" y="1436688"/>
                </a:cubicBezTo>
                <a:lnTo>
                  <a:pt x="95252" y="1436688"/>
                </a:lnTo>
                <a:cubicBezTo>
                  <a:pt x="42646" y="1436688"/>
                  <a:pt x="0" y="1394042"/>
                  <a:pt x="0" y="1341435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1E293B">
              <a:alpha val="40000"/>
            </a:srgbClr>
          </a:solidFill>
          <a:ln cap="flat" cmpd="sng" w="12700">
            <a:solidFill>
              <a:srgbClr val="F1F5F9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7"/>
          <p:cNvSpPr/>
          <p:nvPr/>
        </p:nvSpPr>
        <p:spPr>
          <a:xfrm>
            <a:off x="6294438" y="5210969"/>
            <a:ext cx="550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Penjelasan Integrasi</a:t>
            </a:r>
            <a:endParaRPr b="0" i="0" sz="1600" u="none" cap="none" strike="noStrike"/>
          </a:p>
        </p:txBody>
      </p:sp>
      <p:sp>
        <p:nvSpPr>
          <p:cNvPr id="434" name="Google Shape;434;p7"/>
          <p:cNvSpPr/>
          <p:nvPr/>
        </p:nvSpPr>
        <p:spPr>
          <a:xfrm>
            <a:off x="6294438" y="5496719"/>
            <a:ext cx="2690813" cy="412750"/>
          </a:xfrm>
          <a:custGeom>
            <a:rect b="b" l="l" r="r" t="t"/>
            <a:pathLst>
              <a:path extrusionOk="0" h="412750" w="2690813">
                <a:moveTo>
                  <a:pt x="63502" y="0"/>
                </a:moveTo>
                <a:lnTo>
                  <a:pt x="2627311" y="0"/>
                </a:lnTo>
                <a:cubicBezTo>
                  <a:pt x="2662382" y="0"/>
                  <a:pt x="2690812" y="28431"/>
                  <a:pt x="2690812" y="63502"/>
                </a:cubicBezTo>
                <a:lnTo>
                  <a:pt x="2690813" y="349248"/>
                </a:lnTo>
                <a:cubicBezTo>
                  <a:pt x="2690813" y="384319"/>
                  <a:pt x="2662382" y="412750"/>
                  <a:pt x="2627311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7"/>
          <p:cNvSpPr/>
          <p:nvPr/>
        </p:nvSpPr>
        <p:spPr>
          <a:xfrm>
            <a:off x="6357938" y="5560219"/>
            <a:ext cx="2611438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1. useEffect</a:t>
            </a:r>
            <a:endParaRPr b="0" i="0" sz="1600" u="none" cap="none" strike="noStrike"/>
          </a:p>
        </p:txBody>
      </p:sp>
      <p:sp>
        <p:nvSpPr>
          <p:cNvPr id="436" name="Google Shape;436;p7"/>
          <p:cNvSpPr/>
          <p:nvPr/>
        </p:nvSpPr>
        <p:spPr>
          <a:xfrm>
            <a:off x="6357938" y="5718969"/>
            <a:ext cx="2611438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Jalankan sekali saat aplikasi dibuka</a:t>
            </a:r>
            <a:endParaRPr b="0" i="0" sz="1600" u="none" cap="none" strike="noStrike"/>
          </a:p>
        </p:txBody>
      </p:sp>
      <p:sp>
        <p:nvSpPr>
          <p:cNvPr id="437" name="Google Shape;437;p7"/>
          <p:cNvSpPr/>
          <p:nvPr/>
        </p:nvSpPr>
        <p:spPr>
          <a:xfrm>
            <a:off x="9048750" y="5496719"/>
            <a:ext cx="2690813" cy="412750"/>
          </a:xfrm>
          <a:custGeom>
            <a:rect b="b" l="l" r="r" t="t"/>
            <a:pathLst>
              <a:path extrusionOk="0" h="412750" w="2690813">
                <a:moveTo>
                  <a:pt x="63502" y="0"/>
                </a:moveTo>
                <a:lnTo>
                  <a:pt x="2627311" y="0"/>
                </a:lnTo>
                <a:cubicBezTo>
                  <a:pt x="2662382" y="0"/>
                  <a:pt x="2690812" y="28431"/>
                  <a:pt x="2690812" y="63502"/>
                </a:cubicBezTo>
                <a:lnTo>
                  <a:pt x="2690813" y="349248"/>
                </a:lnTo>
                <a:cubicBezTo>
                  <a:pt x="2690813" y="384319"/>
                  <a:pt x="2662382" y="412750"/>
                  <a:pt x="2627311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7"/>
          <p:cNvSpPr/>
          <p:nvPr/>
        </p:nvSpPr>
        <p:spPr>
          <a:xfrm>
            <a:off x="9112250" y="5560219"/>
            <a:ext cx="2611438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2. axios.get()</a:t>
            </a:r>
            <a:endParaRPr b="0" i="0" sz="1600" u="none" cap="none" strike="noStrike"/>
          </a:p>
        </p:txBody>
      </p:sp>
      <p:sp>
        <p:nvSpPr>
          <p:cNvPr id="439" name="Google Shape;439;p7"/>
          <p:cNvSpPr/>
          <p:nvPr/>
        </p:nvSpPr>
        <p:spPr>
          <a:xfrm>
            <a:off x="9112250" y="5718969"/>
            <a:ext cx="2611438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Minta data (HTTP GET)</a:t>
            </a:r>
            <a:endParaRPr b="0" i="0" sz="1600" u="none" cap="none" strike="noStrike"/>
          </a:p>
        </p:txBody>
      </p:sp>
      <p:sp>
        <p:nvSpPr>
          <p:cNvPr id="440" name="Google Shape;440;p7"/>
          <p:cNvSpPr/>
          <p:nvPr/>
        </p:nvSpPr>
        <p:spPr>
          <a:xfrm>
            <a:off x="6294438" y="5972969"/>
            <a:ext cx="2690813" cy="412750"/>
          </a:xfrm>
          <a:custGeom>
            <a:rect b="b" l="l" r="r" t="t"/>
            <a:pathLst>
              <a:path extrusionOk="0" h="412750" w="2690813">
                <a:moveTo>
                  <a:pt x="63502" y="0"/>
                </a:moveTo>
                <a:lnTo>
                  <a:pt x="2627311" y="0"/>
                </a:lnTo>
                <a:cubicBezTo>
                  <a:pt x="2662382" y="0"/>
                  <a:pt x="2690812" y="28431"/>
                  <a:pt x="2690812" y="63502"/>
                </a:cubicBezTo>
                <a:lnTo>
                  <a:pt x="2690813" y="349248"/>
                </a:lnTo>
                <a:cubicBezTo>
                  <a:pt x="2690813" y="384319"/>
                  <a:pt x="2662382" y="412750"/>
                  <a:pt x="2627311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7"/>
          <p:cNvSpPr/>
          <p:nvPr/>
        </p:nvSpPr>
        <p:spPr>
          <a:xfrm>
            <a:off x="6357938" y="6036469"/>
            <a:ext cx="2611438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3. axios.post()</a:t>
            </a:r>
            <a:endParaRPr b="0" i="0" sz="1600" u="none" cap="none" strike="noStrike"/>
          </a:p>
        </p:txBody>
      </p:sp>
      <p:sp>
        <p:nvSpPr>
          <p:cNvPr id="442" name="Google Shape;442;p7"/>
          <p:cNvSpPr/>
          <p:nvPr/>
        </p:nvSpPr>
        <p:spPr>
          <a:xfrm>
            <a:off x="6357938" y="6195219"/>
            <a:ext cx="2611438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Kirim data baru (HTTP POST)</a:t>
            </a:r>
            <a:endParaRPr b="0" i="0" sz="1600" u="none" cap="none" strike="noStrike"/>
          </a:p>
        </p:txBody>
      </p:sp>
      <p:sp>
        <p:nvSpPr>
          <p:cNvPr id="443" name="Google Shape;443;p7"/>
          <p:cNvSpPr/>
          <p:nvPr/>
        </p:nvSpPr>
        <p:spPr>
          <a:xfrm>
            <a:off x="9048750" y="5972969"/>
            <a:ext cx="2690813" cy="412750"/>
          </a:xfrm>
          <a:custGeom>
            <a:rect b="b" l="l" r="r" t="t"/>
            <a:pathLst>
              <a:path extrusionOk="0" h="412750" w="2690813">
                <a:moveTo>
                  <a:pt x="63502" y="0"/>
                </a:moveTo>
                <a:lnTo>
                  <a:pt x="2627311" y="0"/>
                </a:lnTo>
                <a:cubicBezTo>
                  <a:pt x="2662382" y="0"/>
                  <a:pt x="2690812" y="28431"/>
                  <a:pt x="2690812" y="63502"/>
                </a:cubicBezTo>
                <a:lnTo>
                  <a:pt x="2690813" y="349248"/>
                </a:lnTo>
                <a:cubicBezTo>
                  <a:pt x="2690813" y="384319"/>
                  <a:pt x="2662382" y="412750"/>
                  <a:pt x="2627311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7"/>
          <p:cNvSpPr/>
          <p:nvPr/>
        </p:nvSpPr>
        <p:spPr>
          <a:xfrm>
            <a:off x="9112250" y="6036469"/>
            <a:ext cx="2611438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C27AFF"/>
                </a:solidFill>
                <a:latin typeface="Arial"/>
                <a:ea typeface="Arial"/>
                <a:cs typeface="Arial"/>
                <a:sym typeface="Arial"/>
              </a:rPr>
              <a:t>4. await/async</a:t>
            </a:r>
            <a:endParaRPr b="0" i="0" sz="1600" u="none" cap="none" strike="noStrike"/>
          </a:p>
        </p:txBody>
      </p:sp>
      <p:sp>
        <p:nvSpPr>
          <p:cNvPr id="445" name="Google Shape;445;p7"/>
          <p:cNvSpPr/>
          <p:nvPr/>
        </p:nvSpPr>
        <p:spPr>
          <a:xfrm>
            <a:off x="9112250" y="6195219"/>
            <a:ext cx="2611438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Tunggu proses selesai</a:t>
            </a:r>
            <a:endParaRPr b="0" i="0" sz="1600" u="none" cap="none" strike="noStrike"/>
          </a:p>
        </p:txBody>
      </p:sp>
      <p:sp>
        <p:nvSpPr>
          <p:cNvPr id="446" name="Google Shape;446;p7"/>
          <p:cNvSpPr/>
          <p:nvPr/>
        </p:nvSpPr>
        <p:spPr>
          <a:xfrm>
            <a:off x="321469" y="6588125"/>
            <a:ext cx="11549063" cy="357188"/>
          </a:xfrm>
          <a:custGeom>
            <a:rect b="b" l="l" r="r" t="t"/>
            <a:pathLst>
              <a:path extrusionOk="0" h="357188" w="11549063">
                <a:moveTo>
                  <a:pt x="95251" y="0"/>
                </a:moveTo>
                <a:lnTo>
                  <a:pt x="11453811" y="0"/>
                </a:lnTo>
                <a:cubicBezTo>
                  <a:pt x="11506417" y="0"/>
                  <a:pt x="11549063" y="42645"/>
                  <a:pt x="11549063" y="95251"/>
                </a:cubicBezTo>
                <a:lnTo>
                  <a:pt x="11549063" y="261936"/>
                </a:lnTo>
                <a:cubicBezTo>
                  <a:pt x="11549062" y="314542"/>
                  <a:pt x="11506417" y="357188"/>
                  <a:pt x="11453811" y="357188"/>
                </a:cubicBezTo>
                <a:lnTo>
                  <a:pt x="95251" y="357188"/>
                </a:lnTo>
                <a:cubicBezTo>
                  <a:pt x="42645" y="357188"/>
                  <a:pt x="0" y="314542"/>
                  <a:pt x="0" y="261936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gradFill>
            <a:gsLst>
              <a:gs pos="0">
                <a:srgbClr val="3B82F6">
                  <a:alpha val="10196"/>
                </a:srgbClr>
              </a:gs>
              <a:gs pos="50000">
                <a:srgbClr val="10B981">
                  <a:alpha val="10196"/>
                </a:srgbClr>
              </a:gs>
              <a:gs pos="100000">
                <a:srgbClr val="F59E0B">
                  <a:alpha val="10196"/>
                </a:srgbClr>
              </a:gs>
            </a:gsLst>
            <a:lin ang="0" scaled="0"/>
          </a:gradFill>
          <a:ln cap="flat" cmpd="sng" w="12700">
            <a:solidFill>
              <a:srgbClr val="3B82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7"/>
          <p:cNvSpPr/>
          <p:nvPr/>
        </p:nvSpPr>
        <p:spPr>
          <a:xfrm>
            <a:off x="3810620" y="6715125"/>
            <a:ext cx="83344" cy="111125"/>
          </a:xfrm>
          <a:custGeom>
            <a:rect b="b" l="l" r="r" t="t"/>
            <a:pathLst>
              <a:path extrusionOk="0" h="111125" w="83344">
                <a:moveTo>
                  <a:pt x="63571" y="83344"/>
                </a:moveTo>
                <a:cubicBezTo>
                  <a:pt x="65156" y="78504"/>
                  <a:pt x="68325" y="74120"/>
                  <a:pt x="71906" y="70343"/>
                </a:cubicBezTo>
                <a:cubicBezTo>
                  <a:pt x="79003" y="62877"/>
                  <a:pt x="83344" y="52784"/>
                  <a:pt x="83344" y="41672"/>
                </a:cubicBezTo>
                <a:cubicBezTo>
                  <a:pt x="83344" y="18666"/>
                  <a:pt x="64678" y="0"/>
                  <a:pt x="41672" y="0"/>
                </a:cubicBezTo>
                <a:cubicBezTo>
                  <a:pt x="18666" y="0"/>
                  <a:pt x="0" y="18666"/>
                  <a:pt x="0" y="41672"/>
                </a:cubicBezTo>
                <a:cubicBezTo>
                  <a:pt x="0" y="52784"/>
                  <a:pt x="4341" y="62877"/>
                  <a:pt x="11438" y="70343"/>
                </a:cubicBezTo>
                <a:cubicBezTo>
                  <a:pt x="15019" y="74120"/>
                  <a:pt x="18210" y="78504"/>
                  <a:pt x="19772" y="83344"/>
                </a:cubicBezTo>
                <a:lnTo>
                  <a:pt x="63550" y="83344"/>
                </a:lnTo>
                <a:close/>
                <a:moveTo>
                  <a:pt x="62508" y="93762"/>
                </a:moveTo>
                <a:lnTo>
                  <a:pt x="20836" y="93762"/>
                </a:lnTo>
                <a:lnTo>
                  <a:pt x="20836" y="97234"/>
                </a:lnTo>
                <a:cubicBezTo>
                  <a:pt x="20836" y="106828"/>
                  <a:pt x="28606" y="114598"/>
                  <a:pt x="38199" y="114598"/>
                </a:cubicBezTo>
                <a:lnTo>
                  <a:pt x="45145" y="114598"/>
                </a:lnTo>
                <a:cubicBezTo>
                  <a:pt x="54738" y="114598"/>
                  <a:pt x="62508" y="106828"/>
                  <a:pt x="62508" y="97234"/>
                </a:cubicBezTo>
                <a:lnTo>
                  <a:pt x="62508" y="93762"/>
                </a:lnTo>
                <a:close/>
                <a:moveTo>
                  <a:pt x="39936" y="24309"/>
                </a:moveTo>
                <a:cubicBezTo>
                  <a:pt x="31297" y="24309"/>
                  <a:pt x="24309" y="31297"/>
                  <a:pt x="24309" y="39936"/>
                </a:cubicBezTo>
                <a:cubicBezTo>
                  <a:pt x="24309" y="42822"/>
                  <a:pt x="21986" y="45145"/>
                  <a:pt x="19100" y="45145"/>
                </a:cubicBezTo>
                <a:cubicBezTo>
                  <a:pt x="16213" y="45145"/>
                  <a:pt x="13891" y="42822"/>
                  <a:pt x="13891" y="39936"/>
                </a:cubicBezTo>
                <a:cubicBezTo>
                  <a:pt x="13891" y="25546"/>
                  <a:pt x="25546" y="13891"/>
                  <a:pt x="39936" y="13891"/>
                </a:cubicBezTo>
                <a:cubicBezTo>
                  <a:pt x="42822" y="13891"/>
                  <a:pt x="45145" y="16213"/>
                  <a:pt x="45145" y="19100"/>
                </a:cubicBezTo>
                <a:cubicBezTo>
                  <a:pt x="45145" y="21986"/>
                  <a:pt x="42822" y="24309"/>
                  <a:pt x="39936" y="24309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7"/>
          <p:cNvSpPr/>
          <p:nvPr/>
        </p:nvSpPr>
        <p:spPr>
          <a:xfrm>
            <a:off x="575469" y="6687344"/>
            <a:ext cx="11223625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Magic Moment:</a:t>
            </a: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Data yang tersimpan di MySQL akan </a:t>
            </a:r>
            <a:r>
              <a:rPr b="1" i="0" lang="en-US" sz="875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tetap ada</a:t>
            </a: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meski browser ditutup!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8"/>
          <p:cNvSpPr/>
          <p:nvPr/>
        </p:nvSpPr>
        <p:spPr>
          <a:xfrm>
            <a:off x="363398" y="363398"/>
            <a:ext cx="11528799" cy="181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1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SECURITY &amp; LOGIC</a:t>
            </a:r>
            <a:endParaRPr b="0" i="0" sz="1600" u="none" cap="none" strike="noStrike"/>
          </a:p>
        </p:txBody>
      </p:sp>
      <p:sp>
        <p:nvSpPr>
          <p:cNvPr id="455" name="Google Shape;455;p8"/>
          <p:cNvSpPr/>
          <p:nvPr/>
        </p:nvSpPr>
        <p:spPr>
          <a:xfrm>
            <a:off x="363398" y="617776"/>
            <a:ext cx="11628733" cy="363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5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Business Logic &amp; Validasi</a:t>
            </a:r>
            <a:endParaRPr b="0" i="0" sz="1600" u="none" cap="none" strike="noStrike"/>
          </a:p>
        </p:txBody>
      </p:sp>
      <p:sp>
        <p:nvSpPr>
          <p:cNvPr id="456" name="Google Shape;456;p8"/>
          <p:cNvSpPr/>
          <p:nvPr/>
        </p:nvSpPr>
        <p:spPr>
          <a:xfrm>
            <a:off x="367940" y="1131076"/>
            <a:ext cx="5614498" cy="4142736"/>
          </a:xfrm>
          <a:custGeom>
            <a:rect b="b" l="l" r="r" t="t"/>
            <a:pathLst>
              <a:path extrusionOk="0" h="4142736" w="5614498">
                <a:moveTo>
                  <a:pt x="145369" y="0"/>
                </a:moveTo>
                <a:lnTo>
                  <a:pt x="5469129" y="0"/>
                </a:lnTo>
                <a:cubicBezTo>
                  <a:pt x="5549414" y="0"/>
                  <a:pt x="5614498" y="65084"/>
                  <a:pt x="5614498" y="145369"/>
                </a:cubicBezTo>
                <a:lnTo>
                  <a:pt x="5614498" y="3997368"/>
                </a:lnTo>
                <a:cubicBezTo>
                  <a:pt x="5614498" y="4077652"/>
                  <a:pt x="5549414" y="4142736"/>
                  <a:pt x="5469129" y="4142736"/>
                </a:cubicBezTo>
                <a:lnTo>
                  <a:pt x="145369" y="4142736"/>
                </a:lnTo>
                <a:cubicBezTo>
                  <a:pt x="65084" y="4142736"/>
                  <a:pt x="0" y="4077652"/>
                  <a:pt x="0" y="3997368"/>
                </a:cubicBezTo>
                <a:lnTo>
                  <a:pt x="0" y="145369"/>
                </a:lnTo>
                <a:cubicBezTo>
                  <a:pt x="0" y="65137"/>
                  <a:pt x="65137" y="0"/>
                  <a:pt x="145369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FB2C3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8"/>
          <p:cNvSpPr/>
          <p:nvPr/>
        </p:nvSpPr>
        <p:spPr>
          <a:xfrm>
            <a:off x="576894" y="1362742"/>
            <a:ext cx="163529" cy="163529"/>
          </a:xfrm>
          <a:custGeom>
            <a:rect b="b" l="l" r="r" t="t"/>
            <a:pathLst>
              <a:path extrusionOk="0" h="163529" w="163529">
                <a:moveTo>
                  <a:pt x="81765" y="0"/>
                </a:moveTo>
                <a:cubicBezTo>
                  <a:pt x="83234" y="0"/>
                  <a:pt x="84703" y="319"/>
                  <a:pt x="86044" y="926"/>
                </a:cubicBezTo>
                <a:lnTo>
                  <a:pt x="146218" y="26446"/>
                </a:lnTo>
                <a:cubicBezTo>
                  <a:pt x="153245" y="29416"/>
                  <a:pt x="158483" y="36347"/>
                  <a:pt x="158451" y="44715"/>
                </a:cubicBezTo>
                <a:cubicBezTo>
                  <a:pt x="158291" y="76399"/>
                  <a:pt x="145260" y="134369"/>
                  <a:pt x="90228" y="160718"/>
                </a:cubicBezTo>
                <a:cubicBezTo>
                  <a:pt x="84895" y="163274"/>
                  <a:pt x="78698" y="163274"/>
                  <a:pt x="73365" y="160718"/>
                </a:cubicBezTo>
                <a:cubicBezTo>
                  <a:pt x="18301" y="134369"/>
                  <a:pt x="5302" y="76399"/>
                  <a:pt x="5142" y="44715"/>
                </a:cubicBezTo>
                <a:cubicBezTo>
                  <a:pt x="5110" y="36347"/>
                  <a:pt x="10348" y="29416"/>
                  <a:pt x="17375" y="26446"/>
                </a:cubicBezTo>
                <a:lnTo>
                  <a:pt x="77517" y="926"/>
                </a:lnTo>
                <a:cubicBezTo>
                  <a:pt x="78858" y="319"/>
                  <a:pt x="80295" y="0"/>
                  <a:pt x="81765" y="0"/>
                </a:cubicBezTo>
                <a:close/>
                <a:moveTo>
                  <a:pt x="81765" y="21335"/>
                </a:moveTo>
                <a:lnTo>
                  <a:pt x="81765" y="142098"/>
                </a:lnTo>
                <a:cubicBezTo>
                  <a:pt x="125841" y="120762"/>
                  <a:pt x="137690" y="73492"/>
                  <a:pt x="137978" y="45194"/>
                </a:cubicBezTo>
                <a:lnTo>
                  <a:pt x="81765" y="21367"/>
                </a:lnTo>
                <a:lnTo>
                  <a:pt x="81765" y="21367"/>
                </a:ln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8"/>
          <p:cNvSpPr/>
          <p:nvPr/>
        </p:nvSpPr>
        <p:spPr>
          <a:xfrm>
            <a:off x="763136" y="1317317"/>
            <a:ext cx="5114826" cy="254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8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Kenapa Validasi di Backend?</a:t>
            </a:r>
            <a:endParaRPr b="0" i="0" sz="1600" u="none" cap="none" strike="noStrike"/>
          </a:p>
        </p:txBody>
      </p:sp>
      <p:sp>
        <p:nvSpPr>
          <p:cNvPr id="459" name="Google Shape;459;p8"/>
          <p:cNvSpPr/>
          <p:nvPr/>
        </p:nvSpPr>
        <p:spPr>
          <a:xfrm>
            <a:off x="554182" y="1680715"/>
            <a:ext cx="5242015" cy="1526271"/>
          </a:xfrm>
          <a:custGeom>
            <a:rect b="b" l="l" r="r" t="t"/>
            <a:pathLst>
              <a:path extrusionOk="0" h="1526271" w="5242015">
                <a:moveTo>
                  <a:pt x="109022" y="0"/>
                </a:moveTo>
                <a:lnTo>
                  <a:pt x="5132993" y="0"/>
                </a:lnTo>
                <a:cubicBezTo>
                  <a:pt x="5193204" y="0"/>
                  <a:pt x="5242015" y="48811"/>
                  <a:pt x="5242015" y="109022"/>
                </a:cubicBezTo>
                <a:lnTo>
                  <a:pt x="5242015" y="1417250"/>
                </a:lnTo>
                <a:cubicBezTo>
                  <a:pt x="5242015" y="1477461"/>
                  <a:pt x="5193204" y="1526271"/>
                  <a:pt x="5132993" y="1526271"/>
                </a:cubicBezTo>
                <a:lnTo>
                  <a:pt x="109022" y="1526271"/>
                </a:lnTo>
                <a:cubicBezTo>
                  <a:pt x="48811" y="1526271"/>
                  <a:pt x="0" y="1477461"/>
                  <a:pt x="0" y="1417250"/>
                </a:cubicBezTo>
                <a:lnTo>
                  <a:pt x="0" y="109022"/>
                </a:lnTo>
                <a:cubicBezTo>
                  <a:pt x="0" y="48811"/>
                  <a:pt x="48811" y="0"/>
                  <a:pt x="109022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8"/>
          <p:cNvSpPr/>
          <p:nvPr/>
        </p:nvSpPr>
        <p:spPr>
          <a:xfrm>
            <a:off x="717711" y="1862414"/>
            <a:ext cx="145359" cy="145359"/>
          </a:xfrm>
          <a:custGeom>
            <a:rect b="b" l="l" r="r" t="t"/>
            <a:pathLst>
              <a:path extrusionOk="0" h="145359" w="145359">
                <a:moveTo>
                  <a:pt x="72680" y="0"/>
                </a:moveTo>
                <a:cubicBezTo>
                  <a:pt x="76853" y="0"/>
                  <a:pt x="80686" y="2300"/>
                  <a:pt x="82673" y="5962"/>
                </a:cubicBezTo>
                <a:lnTo>
                  <a:pt x="143996" y="119524"/>
                </a:lnTo>
                <a:cubicBezTo>
                  <a:pt x="145899" y="123044"/>
                  <a:pt x="145813" y="127303"/>
                  <a:pt x="143769" y="130738"/>
                </a:cubicBezTo>
                <a:cubicBezTo>
                  <a:pt x="141725" y="134173"/>
                  <a:pt x="138006" y="136274"/>
                  <a:pt x="134003" y="136274"/>
                </a:cubicBezTo>
                <a:lnTo>
                  <a:pt x="11356" y="136274"/>
                </a:lnTo>
                <a:cubicBezTo>
                  <a:pt x="7353" y="136274"/>
                  <a:pt x="3662" y="134173"/>
                  <a:pt x="1590" y="130738"/>
                </a:cubicBezTo>
                <a:cubicBezTo>
                  <a:pt x="-483" y="127303"/>
                  <a:pt x="-539" y="123044"/>
                  <a:pt x="1363" y="119524"/>
                </a:cubicBezTo>
                <a:lnTo>
                  <a:pt x="62686" y="5962"/>
                </a:lnTo>
                <a:cubicBezTo>
                  <a:pt x="64673" y="2300"/>
                  <a:pt x="68506" y="0"/>
                  <a:pt x="72680" y="0"/>
                </a:cubicBezTo>
                <a:close/>
                <a:moveTo>
                  <a:pt x="72680" y="47696"/>
                </a:moveTo>
                <a:cubicBezTo>
                  <a:pt x="68904" y="47696"/>
                  <a:pt x="65866" y="50734"/>
                  <a:pt x="65866" y="54510"/>
                </a:cubicBezTo>
                <a:lnTo>
                  <a:pt x="65866" y="86307"/>
                </a:lnTo>
                <a:cubicBezTo>
                  <a:pt x="65866" y="90083"/>
                  <a:pt x="68904" y="93121"/>
                  <a:pt x="72680" y="93121"/>
                </a:cubicBezTo>
                <a:cubicBezTo>
                  <a:pt x="76456" y="93121"/>
                  <a:pt x="79493" y="90083"/>
                  <a:pt x="79493" y="86307"/>
                </a:cubicBezTo>
                <a:lnTo>
                  <a:pt x="79493" y="54510"/>
                </a:lnTo>
                <a:cubicBezTo>
                  <a:pt x="79493" y="50734"/>
                  <a:pt x="76456" y="47696"/>
                  <a:pt x="72680" y="47696"/>
                </a:cubicBezTo>
                <a:close/>
                <a:moveTo>
                  <a:pt x="80260" y="109019"/>
                </a:moveTo>
                <a:cubicBezTo>
                  <a:pt x="80432" y="106206"/>
                  <a:pt x="79029" y="103529"/>
                  <a:pt x="76617" y="102070"/>
                </a:cubicBezTo>
                <a:cubicBezTo>
                  <a:pt x="74205" y="100611"/>
                  <a:pt x="71183" y="100611"/>
                  <a:pt x="68771" y="102070"/>
                </a:cubicBezTo>
                <a:cubicBezTo>
                  <a:pt x="66358" y="103529"/>
                  <a:pt x="64955" y="106206"/>
                  <a:pt x="65128" y="109019"/>
                </a:cubicBezTo>
                <a:cubicBezTo>
                  <a:pt x="64955" y="111833"/>
                  <a:pt x="66358" y="114510"/>
                  <a:pt x="68771" y="115969"/>
                </a:cubicBezTo>
                <a:cubicBezTo>
                  <a:pt x="71183" y="117428"/>
                  <a:pt x="74205" y="117428"/>
                  <a:pt x="76617" y="115969"/>
                </a:cubicBezTo>
                <a:cubicBezTo>
                  <a:pt x="79029" y="114510"/>
                  <a:pt x="80432" y="111833"/>
                  <a:pt x="80260" y="109019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8"/>
          <p:cNvSpPr/>
          <p:nvPr/>
        </p:nvSpPr>
        <p:spPr>
          <a:xfrm>
            <a:off x="881240" y="1826075"/>
            <a:ext cx="4842277" cy="218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5" u="none" cap="none" strike="noStrike">
                <a:solidFill>
                  <a:srgbClr val="FF6467"/>
                </a:solidFill>
                <a:latin typeface="Arial"/>
                <a:ea typeface="Arial"/>
                <a:cs typeface="Arial"/>
                <a:sym typeface="Arial"/>
              </a:rPr>
              <a:t>Skenario Jahat</a:t>
            </a:r>
            <a:endParaRPr b="0" i="0" sz="1600" u="none" cap="none" strike="noStrike"/>
          </a:p>
        </p:txBody>
      </p:sp>
      <p:sp>
        <p:nvSpPr>
          <p:cNvPr id="462" name="Google Shape;462;p8"/>
          <p:cNvSpPr/>
          <p:nvPr/>
        </p:nvSpPr>
        <p:spPr>
          <a:xfrm>
            <a:off x="699541" y="2116793"/>
            <a:ext cx="5014891" cy="417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1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Seorang user iseng membuka </a:t>
            </a:r>
            <a:r>
              <a:rPr b="1" i="0" lang="en-US" sz="1001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Inspector Browser</a:t>
            </a:r>
            <a:r>
              <a:rPr b="0" i="0" lang="en-US" sz="1001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, mengubah nominal dari </a:t>
            </a:r>
            <a:r>
              <a:rPr b="0" i="0" lang="en-US" sz="1001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50000</a:t>
            </a:r>
            <a:r>
              <a:rPr b="0" i="0" lang="en-US" sz="1001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jadi </a:t>
            </a:r>
            <a:r>
              <a:rPr b="0" i="0" lang="en-US" sz="1001" u="none" cap="none" strike="noStrike">
                <a:solidFill>
                  <a:srgbClr val="FF6467"/>
                </a:solidFill>
                <a:latin typeface="Arial"/>
                <a:ea typeface="Arial"/>
                <a:cs typeface="Arial"/>
                <a:sym typeface="Arial"/>
              </a:rPr>
              <a:t>-1000000</a:t>
            </a:r>
            <a:r>
              <a:rPr b="0" i="0" lang="en-US" sz="1001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, lalu submit.</a:t>
            </a:r>
            <a:endParaRPr b="0" i="0" sz="1600" u="none" cap="none" strike="noStrike"/>
          </a:p>
        </p:txBody>
      </p:sp>
      <p:sp>
        <p:nvSpPr>
          <p:cNvPr id="463" name="Google Shape;463;p8"/>
          <p:cNvSpPr/>
          <p:nvPr/>
        </p:nvSpPr>
        <p:spPr>
          <a:xfrm>
            <a:off x="704083" y="2643720"/>
            <a:ext cx="4942212" cy="408823"/>
          </a:xfrm>
          <a:custGeom>
            <a:rect b="b" l="l" r="r" t="t"/>
            <a:pathLst>
              <a:path extrusionOk="0" h="408823" w="4942212">
                <a:moveTo>
                  <a:pt x="72680" y="0"/>
                </a:moveTo>
                <a:lnTo>
                  <a:pt x="4869531" y="0"/>
                </a:lnTo>
                <a:cubicBezTo>
                  <a:pt x="4909671" y="0"/>
                  <a:pt x="4942212" y="32540"/>
                  <a:pt x="4942212" y="72680"/>
                </a:cubicBezTo>
                <a:lnTo>
                  <a:pt x="4942212" y="336142"/>
                </a:lnTo>
                <a:cubicBezTo>
                  <a:pt x="4942212" y="376282"/>
                  <a:pt x="4909671" y="408823"/>
                  <a:pt x="4869531" y="408823"/>
                </a:cubicBezTo>
                <a:lnTo>
                  <a:pt x="72680" y="408823"/>
                </a:lnTo>
                <a:cubicBezTo>
                  <a:pt x="32540" y="408823"/>
                  <a:pt x="0" y="376282"/>
                  <a:pt x="0" y="336142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cap="flat" cmpd="sng" w="12700">
            <a:solidFill>
              <a:srgbClr val="FB2C3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8"/>
          <p:cNvSpPr/>
          <p:nvPr/>
        </p:nvSpPr>
        <p:spPr>
          <a:xfrm>
            <a:off x="1892792" y="2789079"/>
            <a:ext cx="127189" cy="127189"/>
          </a:xfrm>
          <a:custGeom>
            <a:rect b="b" l="l" r="r" t="t"/>
            <a:pathLst>
              <a:path extrusionOk="0" h="127189" w="127189">
                <a:moveTo>
                  <a:pt x="63595" y="127189"/>
                </a:moveTo>
                <a:cubicBezTo>
                  <a:pt x="98693" y="127189"/>
                  <a:pt x="127189" y="98693"/>
                  <a:pt x="127189" y="63595"/>
                </a:cubicBezTo>
                <a:cubicBezTo>
                  <a:pt x="127189" y="28496"/>
                  <a:pt x="98693" y="0"/>
                  <a:pt x="63595" y="0"/>
                </a:cubicBezTo>
                <a:cubicBezTo>
                  <a:pt x="28496" y="0"/>
                  <a:pt x="0" y="28496"/>
                  <a:pt x="0" y="63595"/>
                </a:cubicBezTo>
                <a:cubicBezTo>
                  <a:pt x="0" y="98693"/>
                  <a:pt x="28496" y="127189"/>
                  <a:pt x="63595" y="127189"/>
                </a:cubicBezTo>
                <a:close/>
                <a:moveTo>
                  <a:pt x="41486" y="41486"/>
                </a:moveTo>
                <a:cubicBezTo>
                  <a:pt x="43821" y="39150"/>
                  <a:pt x="47597" y="39150"/>
                  <a:pt x="49907" y="41486"/>
                </a:cubicBezTo>
                <a:lnTo>
                  <a:pt x="63570" y="55148"/>
                </a:lnTo>
                <a:lnTo>
                  <a:pt x="77233" y="41486"/>
                </a:lnTo>
                <a:cubicBezTo>
                  <a:pt x="79568" y="39150"/>
                  <a:pt x="83344" y="39150"/>
                  <a:pt x="85654" y="41486"/>
                </a:cubicBezTo>
                <a:cubicBezTo>
                  <a:pt x="87964" y="43821"/>
                  <a:pt x="87989" y="47597"/>
                  <a:pt x="85654" y="49907"/>
                </a:cubicBezTo>
                <a:lnTo>
                  <a:pt x="71991" y="63570"/>
                </a:lnTo>
                <a:lnTo>
                  <a:pt x="85654" y="77233"/>
                </a:lnTo>
                <a:cubicBezTo>
                  <a:pt x="87989" y="79568"/>
                  <a:pt x="87989" y="83344"/>
                  <a:pt x="85654" y="85654"/>
                </a:cubicBezTo>
                <a:cubicBezTo>
                  <a:pt x="83319" y="87964"/>
                  <a:pt x="79543" y="87989"/>
                  <a:pt x="77233" y="85654"/>
                </a:cubicBezTo>
                <a:lnTo>
                  <a:pt x="63570" y="71991"/>
                </a:lnTo>
                <a:lnTo>
                  <a:pt x="49907" y="85654"/>
                </a:lnTo>
                <a:cubicBezTo>
                  <a:pt x="47572" y="87989"/>
                  <a:pt x="43796" y="87989"/>
                  <a:pt x="41486" y="85654"/>
                </a:cubicBezTo>
                <a:cubicBezTo>
                  <a:pt x="39175" y="83319"/>
                  <a:pt x="39150" y="79543"/>
                  <a:pt x="41486" y="77233"/>
                </a:cubicBezTo>
                <a:lnTo>
                  <a:pt x="55148" y="63570"/>
                </a:lnTo>
                <a:lnTo>
                  <a:pt x="41486" y="49907"/>
                </a:lnTo>
                <a:cubicBezTo>
                  <a:pt x="39150" y="47572"/>
                  <a:pt x="39150" y="43796"/>
                  <a:pt x="41486" y="41486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8"/>
          <p:cNvSpPr/>
          <p:nvPr/>
        </p:nvSpPr>
        <p:spPr>
          <a:xfrm>
            <a:off x="1001368" y="2757282"/>
            <a:ext cx="4563162" cy="181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1" u="none" cap="none" strike="noStrike">
                <a:solidFill>
                  <a:srgbClr val="FF6467"/>
                </a:solidFill>
                <a:latin typeface="Arial"/>
                <a:ea typeface="Arial"/>
                <a:cs typeface="Arial"/>
                <a:sym typeface="Arial"/>
              </a:rPr>
              <a:t>Kalau Backend percaya saja, data rusak!</a:t>
            </a:r>
            <a:endParaRPr b="0" i="0" sz="1600" u="none" cap="none" strike="noStrike"/>
          </a:p>
        </p:txBody>
      </p:sp>
      <p:sp>
        <p:nvSpPr>
          <p:cNvPr id="466" name="Google Shape;466;p8"/>
          <p:cNvSpPr/>
          <p:nvPr/>
        </p:nvSpPr>
        <p:spPr>
          <a:xfrm>
            <a:off x="558724" y="3316006"/>
            <a:ext cx="5232930" cy="1771565"/>
          </a:xfrm>
          <a:custGeom>
            <a:rect b="b" l="l" r="r" t="t"/>
            <a:pathLst>
              <a:path extrusionOk="0" h="1771565" w="5232930">
                <a:moveTo>
                  <a:pt x="109022" y="0"/>
                </a:moveTo>
                <a:lnTo>
                  <a:pt x="5123908" y="0"/>
                </a:lnTo>
                <a:cubicBezTo>
                  <a:pt x="5184079" y="0"/>
                  <a:pt x="5232930" y="48851"/>
                  <a:pt x="5232930" y="109022"/>
                </a:cubicBezTo>
                <a:lnTo>
                  <a:pt x="5232930" y="1662543"/>
                </a:lnTo>
                <a:cubicBezTo>
                  <a:pt x="5232930" y="1722714"/>
                  <a:pt x="5184079" y="1771565"/>
                  <a:pt x="5123908" y="1771565"/>
                </a:cubicBezTo>
                <a:lnTo>
                  <a:pt x="109022" y="1771565"/>
                </a:lnTo>
                <a:cubicBezTo>
                  <a:pt x="48851" y="1771565"/>
                  <a:pt x="0" y="1722714"/>
                  <a:pt x="0" y="1662543"/>
                </a:cubicBezTo>
                <a:lnTo>
                  <a:pt x="0" y="109022"/>
                </a:lnTo>
                <a:cubicBezTo>
                  <a:pt x="0" y="48851"/>
                  <a:pt x="48851" y="0"/>
                  <a:pt x="109022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cap="flat" cmpd="sng" w="12700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8"/>
          <p:cNvSpPr/>
          <p:nvPr/>
        </p:nvSpPr>
        <p:spPr>
          <a:xfrm>
            <a:off x="726796" y="3502247"/>
            <a:ext cx="145359" cy="145359"/>
          </a:xfrm>
          <a:custGeom>
            <a:rect b="b" l="l" r="r" t="t"/>
            <a:pathLst>
              <a:path extrusionOk="0" h="145359" w="145359">
                <a:moveTo>
                  <a:pt x="72680" y="145359"/>
                </a:moveTo>
                <a:cubicBezTo>
                  <a:pt x="112793" y="145359"/>
                  <a:pt x="145359" y="112793"/>
                  <a:pt x="145359" y="72680"/>
                </a:cubicBezTo>
                <a:cubicBezTo>
                  <a:pt x="145359" y="32567"/>
                  <a:pt x="112793" y="0"/>
                  <a:pt x="72680" y="0"/>
                </a:cubicBezTo>
                <a:cubicBezTo>
                  <a:pt x="32567" y="0"/>
                  <a:pt x="0" y="32567"/>
                  <a:pt x="0" y="72680"/>
                </a:cubicBezTo>
                <a:cubicBezTo>
                  <a:pt x="0" y="112793"/>
                  <a:pt x="32567" y="145359"/>
                  <a:pt x="72680" y="145359"/>
                </a:cubicBezTo>
                <a:close/>
                <a:moveTo>
                  <a:pt x="96641" y="60387"/>
                </a:moveTo>
                <a:lnTo>
                  <a:pt x="73929" y="96726"/>
                </a:lnTo>
                <a:cubicBezTo>
                  <a:pt x="72736" y="98628"/>
                  <a:pt x="70692" y="99821"/>
                  <a:pt x="68449" y="99934"/>
                </a:cubicBezTo>
                <a:cubicBezTo>
                  <a:pt x="66207" y="100048"/>
                  <a:pt x="64049" y="99026"/>
                  <a:pt x="62715" y="97209"/>
                </a:cubicBezTo>
                <a:lnTo>
                  <a:pt x="49087" y="79039"/>
                </a:lnTo>
                <a:cubicBezTo>
                  <a:pt x="46816" y="76030"/>
                  <a:pt x="47440" y="71771"/>
                  <a:pt x="50450" y="69500"/>
                </a:cubicBezTo>
                <a:cubicBezTo>
                  <a:pt x="53459" y="67229"/>
                  <a:pt x="57718" y="67853"/>
                  <a:pt x="59989" y="70863"/>
                </a:cubicBezTo>
                <a:lnTo>
                  <a:pt x="67654" y="81083"/>
                </a:lnTo>
                <a:lnTo>
                  <a:pt x="85086" y="53175"/>
                </a:lnTo>
                <a:cubicBezTo>
                  <a:pt x="87074" y="49996"/>
                  <a:pt x="91275" y="49002"/>
                  <a:pt x="94483" y="51018"/>
                </a:cubicBezTo>
                <a:cubicBezTo>
                  <a:pt x="97692" y="53033"/>
                  <a:pt x="98657" y="57207"/>
                  <a:pt x="96641" y="60415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8"/>
          <p:cNvSpPr/>
          <p:nvPr/>
        </p:nvSpPr>
        <p:spPr>
          <a:xfrm>
            <a:off x="890325" y="3465908"/>
            <a:ext cx="4824107" cy="218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5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Solusi Laravel</a:t>
            </a:r>
            <a:endParaRPr b="0" i="0" sz="1600" u="none" cap="none" strike="noStrike"/>
          </a:p>
        </p:txBody>
      </p:sp>
      <p:sp>
        <p:nvSpPr>
          <p:cNvPr id="469" name="Google Shape;469;p8"/>
          <p:cNvSpPr/>
          <p:nvPr/>
        </p:nvSpPr>
        <p:spPr>
          <a:xfrm>
            <a:off x="708626" y="3756626"/>
            <a:ext cx="4933127" cy="1181043"/>
          </a:xfrm>
          <a:custGeom>
            <a:rect b="b" l="l" r="r" t="t"/>
            <a:pathLst>
              <a:path extrusionOk="0" h="1181043" w="4933127">
                <a:moveTo>
                  <a:pt x="72681" y="0"/>
                </a:moveTo>
                <a:lnTo>
                  <a:pt x="4860445" y="0"/>
                </a:lnTo>
                <a:cubicBezTo>
                  <a:pt x="4900586" y="0"/>
                  <a:pt x="4933127" y="32541"/>
                  <a:pt x="4933127" y="72681"/>
                </a:cubicBezTo>
                <a:lnTo>
                  <a:pt x="4933127" y="1108362"/>
                </a:lnTo>
                <a:cubicBezTo>
                  <a:pt x="4933127" y="1148503"/>
                  <a:pt x="4900586" y="1181043"/>
                  <a:pt x="4860445" y="1181043"/>
                </a:cubicBezTo>
                <a:lnTo>
                  <a:pt x="72681" y="1181043"/>
                </a:lnTo>
                <a:cubicBezTo>
                  <a:pt x="32541" y="1181043"/>
                  <a:pt x="0" y="1148503"/>
                  <a:pt x="0" y="1108362"/>
                </a:cubicBezTo>
                <a:lnTo>
                  <a:pt x="0" y="72681"/>
                </a:lnTo>
                <a:cubicBezTo>
                  <a:pt x="0" y="32567"/>
                  <a:pt x="32567" y="0"/>
                  <a:pt x="72681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8"/>
          <p:cNvSpPr/>
          <p:nvPr/>
        </p:nvSpPr>
        <p:spPr>
          <a:xfrm>
            <a:off x="853985" y="3920155"/>
            <a:ext cx="2263359" cy="1362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// Validasi ketat di Controller</a:t>
            </a:r>
            <a:endParaRPr b="0" i="0" sz="1600" u="none" cap="none" strike="noStrike"/>
          </a:p>
        </p:txBody>
      </p:sp>
      <p:sp>
        <p:nvSpPr>
          <p:cNvPr id="471" name="Google Shape;471;p8"/>
          <p:cNvSpPr/>
          <p:nvPr/>
        </p:nvSpPr>
        <p:spPr>
          <a:xfrm>
            <a:off x="853985" y="4079142"/>
            <a:ext cx="4701461" cy="181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$request</a:t>
            </a:r>
            <a:r>
              <a:rPr b="0" i="0" lang="en-US" sz="93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b="0" i="0" lang="en-US" sz="930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r>
              <a:rPr b="0" i="0" lang="en-US" sz="93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([</a:t>
            </a:r>
            <a:endParaRPr b="0" i="0" sz="1600" u="none" cap="none" strike="noStrike"/>
          </a:p>
        </p:txBody>
      </p:sp>
      <p:sp>
        <p:nvSpPr>
          <p:cNvPr id="472" name="Google Shape;472;p8"/>
          <p:cNvSpPr/>
          <p:nvPr/>
        </p:nvSpPr>
        <p:spPr>
          <a:xfrm>
            <a:off x="926665" y="4256298"/>
            <a:ext cx="4628781" cy="181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'nominal'</a:t>
            </a:r>
            <a:r>
              <a:rPr b="0" i="0" lang="en-US" sz="93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=&gt; </a:t>
            </a:r>
            <a:r>
              <a:rPr b="0" i="0" lang="en-US" sz="930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'required|integer|min:0'</a:t>
            </a:r>
            <a:r>
              <a:rPr b="0" i="0" lang="en-US" sz="93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600" u="none" cap="none" strike="noStrike"/>
          </a:p>
        </p:txBody>
      </p:sp>
      <p:sp>
        <p:nvSpPr>
          <p:cNvPr id="473" name="Google Shape;473;p8"/>
          <p:cNvSpPr/>
          <p:nvPr/>
        </p:nvSpPr>
        <p:spPr>
          <a:xfrm>
            <a:off x="926665" y="4433455"/>
            <a:ext cx="4628781" cy="181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'tipe'</a:t>
            </a:r>
            <a:r>
              <a:rPr b="0" i="0" lang="en-US" sz="93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=&gt; </a:t>
            </a:r>
            <a:r>
              <a:rPr b="0" i="0" lang="en-US" sz="930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'required|in:pemasukan,pengeluaran'</a:t>
            </a:r>
            <a:endParaRPr b="0" i="0" sz="1600" u="none" cap="none" strike="noStrike"/>
          </a:p>
        </p:txBody>
      </p:sp>
      <p:sp>
        <p:nvSpPr>
          <p:cNvPr id="474" name="Google Shape;474;p8"/>
          <p:cNvSpPr/>
          <p:nvPr/>
        </p:nvSpPr>
        <p:spPr>
          <a:xfrm>
            <a:off x="853985" y="4610611"/>
            <a:ext cx="4701461" cy="181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]);</a:t>
            </a:r>
            <a:endParaRPr b="0" i="0" sz="1600" u="none" cap="none" strike="noStrike"/>
          </a:p>
        </p:txBody>
      </p:sp>
      <p:sp>
        <p:nvSpPr>
          <p:cNvPr id="475" name="Google Shape;475;p8"/>
          <p:cNvSpPr/>
          <p:nvPr/>
        </p:nvSpPr>
        <p:spPr>
          <a:xfrm>
            <a:off x="367940" y="5428256"/>
            <a:ext cx="5614498" cy="1426337"/>
          </a:xfrm>
          <a:custGeom>
            <a:rect b="b" l="l" r="r" t="t"/>
            <a:pathLst>
              <a:path extrusionOk="0" h="1426337" w="5614498">
                <a:moveTo>
                  <a:pt x="109015" y="0"/>
                </a:moveTo>
                <a:lnTo>
                  <a:pt x="5505483" y="0"/>
                </a:lnTo>
                <a:cubicBezTo>
                  <a:pt x="5565690" y="0"/>
                  <a:pt x="5614498" y="48808"/>
                  <a:pt x="5614498" y="109015"/>
                </a:cubicBezTo>
                <a:lnTo>
                  <a:pt x="5614498" y="1317322"/>
                </a:lnTo>
                <a:cubicBezTo>
                  <a:pt x="5614498" y="1377529"/>
                  <a:pt x="5565690" y="1426337"/>
                  <a:pt x="5505483" y="1426337"/>
                </a:cubicBezTo>
                <a:lnTo>
                  <a:pt x="109015" y="1426337"/>
                </a:lnTo>
                <a:cubicBezTo>
                  <a:pt x="48808" y="1426337"/>
                  <a:pt x="0" y="1377529"/>
                  <a:pt x="0" y="1317322"/>
                </a:cubicBezTo>
                <a:lnTo>
                  <a:pt x="0" y="109015"/>
                </a:lnTo>
                <a:cubicBezTo>
                  <a:pt x="0" y="48808"/>
                  <a:pt x="48808" y="0"/>
                  <a:pt x="109015" y="0"/>
                </a:cubicBezTo>
                <a:close/>
              </a:path>
            </a:pathLst>
          </a:custGeom>
          <a:solidFill>
            <a:srgbClr val="1E293B">
              <a:alpha val="40000"/>
            </a:srgbClr>
          </a:solidFill>
          <a:ln cap="flat" cmpd="sng" w="12700">
            <a:solidFill>
              <a:srgbClr val="F1F5F9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8"/>
          <p:cNvSpPr/>
          <p:nvPr/>
        </p:nvSpPr>
        <p:spPr>
          <a:xfrm>
            <a:off x="517842" y="5578158"/>
            <a:ext cx="5387374" cy="218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5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Aturan Validasi</a:t>
            </a:r>
            <a:endParaRPr b="0" i="0" sz="1600" u="none" cap="none" strike="noStrike"/>
          </a:p>
        </p:txBody>
      </p:sp>
      <p:sp>
        <p:nvSpPr>
          <p:cNvPr id="477" name="Google Shape;477;p8"/>
          <p:cNvSpPr/>
          <p:nvPr/>
        </p:nvSpPr>
        <p:spPr>
          <a:xfrm>
            <a:off x="517842" y="5868876"/>
            <a:ext cx="672286" cy="181699"/>
          </a:xfrm>
          <a:custGeom>
            <a:rect b="b" l="l" r="r" t="t"/>
            <a:pathLst>
              <a:path extrusionOk="0" h="181699" w="672286">
                <a:moveTo>
                  <a:pt x="36340" y="0"/>
                </a:moveTo>
                <a:lnTo>
                  <a:pt x="635946" y="0"/>
                </a:lnTo>
                <a:cubicBezTo>
                  <a:pt x="656016" y="0"/>
                  <a:pt x="672286" y="16270"/>
                  <a:pt x="672286" y="36340"/>
                </a:cubicBezTo>
                <a:lnTo>
                  <a:pt x="672286" y="145359"/>
                </a:lnTo>
                <a:cubicBezTo>
                  <a:pt x="672286" y="165429"/>
                  <a:pt x="656016" y="181699"/>
                  <a:pt x="635946" y="181699"/>
                </a:cubicBezTo>
                <a:lnTo>
                  <a:pt x="36340" y="181699"/>
                </a:lnTo>
                <a:cubicBezTo>
                  <a:pt x="16283" y="181699"/>
                  <a:pt x="0" y="165416"/>
                  <a:pt x="0" y="145359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8"/>
          <p:cNvSpPr/>
          <p:nvPr/>
        </p:nvSpPr>
        <p:spPr>
          <a:xfrm>
            <a:off x="517842" y="5868876"/>
            <a:ext cx="726796" cy="181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18150" lIns="72675" spcFirstLastPara="1" rIns="72675" wrap="square" tIns="1815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8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required</a:t>
            </a:r>
            <a:endParaRPr b="0" i="0" sz="1600" u="none" cap="none" strike="noStrike"/>
          </a:p>
        </p:txBody>
      </p:sp>
      <p:sp>
        <p:nvSpPr>
          <p:cNvPr id="479" name="Google Shape;479;p8"/>
          <p:cNvSpPr/>
          <p:nvPr/>
        </p:nvSpPr>
        <p:spPr>
          <a:xfrm>
            <a:off x="1260962" y="5868876"/>
            <a:ext cx="654116" cy="181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1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Wajib diisi</a:t>
            </a:r>
            <a:endParaRPr b="0" i="0" sz="1600" u="none" cap="none" strike="noStrike"/>
          </a:p>
        </p:txBody>
      </p:sp>
      <p:sp>
        <p:nvSpPr>
          <p:cNvPr id="480" name="Google Shape;480;p8"/>
          <p:cNvSpPr/>
          <p:nvPr/>
        </p:nvSpPr>
        <p:spPr>
          <a:xfrm>
            <a:off x="517842" y="6086915"/>
            <a:ext cx="608692" cy="181699"/>
          </a:xfrm>
          <a:custGeom>
            <a:rect b="b" l="l" r="r" t="t"/>
            <a:pathLst>
              <a:path extrusionOk="0" h="181699" w="608692">
                <a:moveTo>
                  <a:pt x="36340" y="0"/>
                </a:moveTo>
                <a:lnTo>
                  <a:pt x="572352" y="0"/>
                </a:lnTo>
                <a:cubicBezTo>
                  <a:pt x="592422" y="0"/>
                  <a:pt x="608692" y="16270"/>
                  <a:pt x="608692" y="36340"/>
                </a:cubicBezTo>
                <a:lnTo>
                  <a:pt x="608692" y="145359"/>
                </a:lnTo>
                <a:cubicBezTo>
                  <a:pt x="608692" y="165429"/>
                  <a:pt x="592422" y="181699"/>
                  <a:pt x="572352" y="181699"/>
                </a:cubicBezTo>
                <a:lnTo>
                  <a:pt x="36340" y="181699"/>
                </a:lnTo>
                <a:cubicBezTo>
                  <a:pt x="16283" y="181699"/>
                  <a:pt x="0" y="165416"/>
                  <a:pt x="0" y="145359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8"/>
          <p:cNvSpPr/>
          <p:nvPr/>
        </p:nvSpPr>
        <p:spPr>
          <a:xfrm>
            <a:off x="517842" y="6086915"/>
            <a:ext cx="663201" cy="181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18150" lIns="72675" spcFirstLastPara="1" rIns="72675" wrap="square" tIns="1815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8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integer</a:t>
            </a:r>
            <a:endParaRPr b="0" i="0" sz="1600" u="none" cap="none" strike="noStrike"/>
          </a:p>
        </p:txBody>
      </p:sp>
      <p:sp>
        <p:nvSpPr>
          <p:cNvPr id="482" name="Google Shape;482;p8"/>
          <p:cNvSpPr/>
          <p:nvPr/>
        </p:nvSpPr>
        <p:spPr>
          <a:xfrm>
            <a:off x="1195380" y="6086915"/>
            <a:ext cx="790390" cy="181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1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Harus angka</a:t>
            </a:r>
            <a:endParaRPr b="0" i="0" sz="1600" u="none" cap="none" strike="noStrike"/>
          </a:p>
        </p:txBody>
      </p:sp>
      <p:sp>
        <p:nvSpPr>
          <p:cNvPr id="483" name="Google Shape;483;p8"/>
          <p:cNvSpPr/>
          <p:nvPr/>
        </p:nvSpPr>
        <p:spPr>
          <a:xfrm>
            <a:off x="517842" y="6304954"/>
            <a:ext cx="472417" cy="181699"/>
          </a:xfrm>
          <a:custGeom>
            <a:rect b="b" l="l" r="r" t="t"/>
            <a:pathLst>
              <a:path extrusionOk="0" h="181699" w="472417">
                <a:moveTo>
                  <a:pt x="36340" y="0"/>
                </a:moveTo>
                <a:lnTo>
                  <a:pt x="436077" y="0"/>
                </a:lnTo>
                <a:cubicBezTo>
                  <a:pt x="456147" y="0"/>
                  <a:pt x="472417" y="16270"/>
                  <a:pt x="472417" y="36340"/>
                </a:cubicBezTo>
                <a:lnTo>
                  <a:pt x="472417" y="145359"/>
                </a:lnTo>
                <a:cubicBezTo>
                  <a:pt x="472417" y="165429"/>
                  <a:pt x="456147" y="181699"/>
                  <a:pt x="436077" y="181699"/>
                </a:cubicBezTo>
                <a:lnTo>
                  <a:pt x="36340" y="181699"/>
                </a:lnTo>
                <a:cubicBezTo>
                  <a:pt x="16283" y="181699"/>
                  <a:pt x="0" y="165416"/>
                  <a:pt x="0" y="145359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8"/>
          <p:cNvSpPr/>
          <p:nvPr/>
        </p:nvSpPr>
        <p:spPr>
          <a:xfrm>
            <a:off x="517842" y="6304954"/>
            <a:ext cx="526927" cy="181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18150" lIns="72675" spcFirstLastPara="1" rIns="72675" wrap="square" tIns="1815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8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min:0</a:t>
            </a:r>
            <a:endParaRPr b="0" i="0" sz="1600" u="none" cap="none" strike="noStrike"/>
          </a:p>
        </p:txBody>
      </p:sp>
      <p:sp>
        <p:nvSpPr>
          <p:cNvPr id="485" name="Google Shape;485;p8"/>
          <p:cNvSpPr/>
          <p:nvPr/>
        </p:nvSpPr>
        <p:spPr>
          <a:xfrm>
            <a:off x="1064075" y="6304954"/>
            <a:ext cx="1217383" cy="181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1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Tidak boleh negatif!</a:t>
            </a:r>
            <a:endParaRPr b="0" i="0" sz="1600" u="none" cap="none" strike="noStrike"/>
          </a:p>
        </p:txBody>
      </p:sp>
      <p:sp>
        <p:nvSpPr>
          <p:cNvPr id="486" name="Google Shape;486;p8"/>
          <p:cNvSpPr/>
          <p:nvPr/>
        </p:nvSpPr>
        <p:spPr>
          <a:xfrm>
            <a:off x="517842" y="6522993"/>
            <a:ext cx="536012" cy="181699"/>
          </a:xfrm>
          <a:custGeom>
            <a:rect b="b" l="l" r="r" t="t"/>
            <a:pathLst>
              <a:path extrusionOk="0" h="181699" w="536012">
                <a:moveTo>
                  <a:pt x="36340" y="0"/>
                </a:moveTo>
                <a:lnTo>
                  <a:pt x="499672" y="0"/>
                </a:lnTo>
                <a:cubicBezTo>
                  <a:pt x="519742" y="0"/>
                  <a:pt x="536012" y="16270"/>
                  <a:pt x="536012" y="36340"/>
                </a:cubicBezTo>
                <a:lnTo>
                  <a:pt x="536012" y="145359"/>
                </a:lnTo>
                <a:cubicBezTo>
                  <a:pt x="536012" y="165429"/>
                  <a:pt x="519742" y="181699"/>
                  <a:pt x="499672" y="181699"/>
                </a:cubicBezTo>
                <a:lnTo>
                  <a:pt x="36340" y="181699"/>
                </a:lnTo>
                <a:cubicBezTo>
                  <a:pt x="16283" y="181699"/>
                  <a:pt x="0" y="165416"/>
                  <a:pt x="0" y="145359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8"/>
          <p:cNvSpPr/>
          <p:nvPr/>
        </p:nvSpPr>
        <p:spPr>
          <a:xfrm>
            <a:off x="517842" y="6522993"/>
            <a:ext cx="590522" cy="181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18150" lIns="72675" spcFirstLastPara="1" rIns="72675" wrap="square" tIns="1815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8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in:...</a:t>
            </a:r>
            <a:endParaRPr b="0" i="0" sz="1600" u="none" cap="none" strike="noStrike"/>
          </a:p>
        </p:txBody>
      </p:sp>
      <p:sp>
        <p:nvSpPr>
          <p:cNvPr id="488" name="Google Shape;488;p8"/>
          <p:cNvSpPr/>
          <p:nvPr/>
        </p:nvSpPr>
        <p:spPr>
          <a:xfrm>
            <a:off x="1129727" y="6522993"/>
            <a:ext cx="1208298" cy="181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1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Hanya nilai tertentu</a:t>
            </a:r>
            <a:endParaRPr b="0" i="0" sz="1600" u="none" cap="none" strike="noStrike"/>
          </a:p>
        </p:txBody>
      </p:sp>
      <p:sp>
        <p:nvSpPr>
          <p:cNvPr id="489" name="Google Shape;489;p8"/>
          <p:cNvSpPr/>
          <p:nvPr/>
        </p:nvSpPr>
        <p:spPr>
          <a:xfrm>
            <a:off x="6210556" y="1131076"/>
            <a:ext cx="5614498" cy="5723517"/>
          </a:xfrm>
          <a:custGeom>
            <a:rect b="b" l="l" r="r" t="t"/>
            <a:pathLst>
              <a:path extrusionOk="0" h="5723517" w="5614498">
                <a:moveTo>
                  <a:pt x="145359" y="0"/>
                </a:moveTo>
                <a:lnTo>
                  <a:pt x="5469138" y="0"/>
                </a:lnTo>
                <a:cubicBezTo>
                  <a:pt x="5549418" y="0"/>
                  <a:pt x="5614498" y="65080"/>
                  <a:pt x="5614498" y="145359"/>
                </a:cubicBezTo>
                <a:lnTo>
                  <a:pt x="5614498" y="5578158"/>
                </a:lnTo>
                <a:cubicBezTo>
                  <a:pt x="5614498" y="5658438"/>
                  <a:pt x="5549418" y="5723517"/>
                  <a:pt x="5469138" y="5723517"/>
                </a:cubicBezTo>
                <a:lnTo>
                  <a:pt x="145359" y="5723517"/>
                </a:lnTo>
                <a:cubicBezTo>
                  <a:pt x="65080" y="5723517"/>
                  <a:pt x="0" y="5658438"/>
                  <a:pt x="0" y="5578158"/>
                </a:cubicBezTo>
                <a:lnTo>
                  <a:pt x="0" y="145359"/>
                </a:lnTo>
                <a:cubicBezTo>
                  <a:pt x="0" y="65133"/>
                  <a:pt x="65133" y="0"/>
                  <a:pt x="145359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3B82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8"/>
          <p:cNvSpPr/>
          <p:nvPr/>
        </p:nvSpPr>
        <p:spPr>
          <a:xfrm>
            <a:off x="6399068" y="1362742"/>
            <a:ext cx="204411" cy="163529"/>
          </a:xfrm>
          <a:custGeom>
            <a:rect b="b" l="l" r="r" t="t"/>
            <a:pathLst>
              <a:path extrusionOk="0" h="163529" w="204411">
                <a:moveTo>
                  <a:pt x="122647" y="10221"/>
                </a:moveTo>
                <a:lnTo>
                  <a:pt x="163529" y="10221"/>
                </a:lnTo>
                <a:cubicBezTo>
                  <a:pt x="169182" y="10221"/>
                  <a:pt x="173750" y="14788"/>
                  <a:pt x="173750" y="20441"/>
                </a:cubicBezTo>
                <a:cubicBezTo>
                  <a:pt x="173750" y="26094"/>
                  <a:pt x="169182" y="30662"/>
                  <a:pt x="163529" y="30662"/>
                </a:cubicBezTo>
                <a:lnTo>
                  <a:pt x="127246" y="30662"/>
                </a:lnTo>
                <a:cubicBezTo>
                  <a:pt x="125585" y="38902"/>
                  <a:pt x="119932" y="45705"/>
                  <a:pt x="112426" y="48963"/>
                </a:cubicBezTo>
                <a:lnTo>
                  <a:pt x="112426" y="143088"/>
                </a:lnTo>
                <a:lnTo>
                  <a:pt x="163529" y="143088"/>
                </a:lnTo>
                <a:cubicBezTo>
                  <a:pt x="169182" y="143088"/>
                  <a:pt x="173750" y="147655"/>
                  <a:pt x="173750" y="153308"/>
                </a:cubicBezTo>
                <a:cubicBezTo>
                  <a:pt x="173750" y="158962"/>
                  <a:pt x="169182" y="163529"/>
                  <a:pt x="163529" y="163529"/>
                </a:cubicBezTo>
                <a:lnTo>
                  <a:pt x="40882" y="163529"/>
                </a:lnTo>
                <a:cubicBezTo>
                  <a:pt x="35229" y="163529"/>
                  <a:pt x="30662" y="158962"/>
                  <a:pt x="30662" y="153308"/>
                </a:cubicBezTo>
                <a:cubicBezTo>
                  <a:pt x="30662" y="147655"/>
                  <a:pt x="35229" y="143088"/>
                  <a:pt x="40882" y="143088"/>
                </a:cubicBezTo>
                <a:lnTo>
                  <a:pt x="91985" y="143088"/>
                </a:lnTo>
                <a:lnTo>
                  <a:pt x="91985" y="48963"/>
                </a:lnTo>
                <a:cubicBezTo>
                  <a:pt x="84479" y="45673"/>
                  <a:pt x="78826" y="38870"/>
                  <a:pt x="77165" y="30662"/>
                </a:cubicBezTo>
                <a:lnTo>
                  <a:pt x="40882" y="30662"/>
                </a:lnTo>
                <a:cubicBezTo>
                  <a:pt x="35229" y="30662"/>
                  <a:pt x="30662" y="26094"/>
                  <a:pt x="30662" y="20441"/>
                </a:cubicBezTo>
                <a:cubicBezTo>
                  <a:pt x="30662" y="14788"/>
                  <a:pt x="35229" y="10221"/>
                  <a:pt x="40882" y="10221"/>
                </a:cubicBezTo>
                <a:lnTo>
                  <a:pt x="81765" y="10221"/>
                </a:lnTo>
                <a:cubicBezTo>
                  <a:pt x="86428" y="4024"/>
                  <a:pt x="93838" y="0"/>
                  <a:pt x="102206" y="0"/>
                </a:cubicBezTo>
                <a:cubicBezTo>
                  <a:pt x="110574" y="0"/>
                  <a:pt x="117984" y="4024"/>
                  <a:pt x="122647" y="10221"/>
                </a:cubicBezTo>
                <a:close/>
                <a:moveTo>
                  <a:pt x="140405" y="102206"/>
                </a:moveTo>
                <a:lnTo>
                  <a:pt x="186653" y="102206"/>
                </a:lnTo>
                <a:lnTo>
                  <a:pt x="163529" y="62537"/>
                </a:lnTo>
                <a:lnTo>
                  <a:pt x="140405" y="102206"/>
                </a:lnTo>
                <a:close/>
                <a:moveTo>
                  <a:pt x="163529" y="132867"/>
                </a:moveTo>
                <a:cubicBezTo>
                  <a:pt x="143439" y="132867"/>
                  <a:pt x="126735" y="122008"/>
                  <a:pt x="123286" y="107667"/>
                </a:cubicBezTo>
                <a:cubicBezTo>
                  <a:pt x="122455" y="104154"/>
                  <a:pt x="123605" y="100545"/>
                  <a:pt x="125426" y="97415"/>
                </a:cubicBezTo>
                <a:lnTo>
                  <a:pt x="155832" y="45290"/>
                </a:lnTo>
                <a:cubicBezTo>
                  <a:pt x="157429" y="42543"/>
                  <a:pt x="160367" y="40882"/>
                  <a:pt x="163529" y="40882"/>
                </a:cubicBezTo>
                <a:cubicBezTo>
                  <a:pt x="166691" y="40882"/>
                  <a:pt x="169629" y="42575"/>
                  <a:pt x="171226" y="45290"/>
                </a:cubicBezTo>
                <a:lnTo>
                  <a:pt x="201633" y="97415"/>
                </a:lnTo>
                <a:cubicBezTo>
                  <a:pt x="203453" y="100545"/>
                  <a:pt x="204603" y="104154"/>
                  <a:pt x="203773" y="107667"/>
                </a:cubicBezTo>
                <a:cubicBezTo>
                  <a:pt x="200323" y="121976"/>
                  <a:pt x="183619" y="132867"/>
                  <a:pt x="163529" y="132867"/>
                </a:cubicBezTo>
                <a:close/>
                <a:moveTo>
                  <a:pt x="40499" y="62537"/>
                </a:moveTo>
                <a:lnTo>
                  <a:pt x="17375" y="102206"/>
                </a:lnTo>
                <a:lnTo>
                  <a:pt x="63655" y="102206"/>
                </a:lnTo>
                <a:lnTo>
                  <a:pt x="40499" y="62537"/>
                </a:lnTo>
                <a:close/>
                <a:moveTo>
                  <a:pt x="287" y="107667"/>
                </a:moveTo>
                <a:cubicBezTo>
                  <a:pt x="-543" y="104154"/>
                  <a:pt x="607" y="100545"/>
                  <a:pt x="2427" y="97415"/>
                </a:cubicBezTo>
                <a:lnTo>
                  <a:pt x="32834" y="45290"/>
                </a:lnTo>
                <a:cubicBezTo>
                  <a:pt x="34431" y="42543"/>
                  <a:pt x="37369" y="40882"/>
                  <a:pt x="40531" y="40882"/>
                </a:cubicBezTo>
                <a:cubicBezTo>
                  <a:pt x="43693" y="40882"/>
                  <a:pt x="46631" y="42575"/>
                  <a:pt x="48228" y="45290"/>
                </a:cubicBezTo>
                <a:lnTo>
                  <a:pt x="78634" y="97415"/>
                </a:lnTo>
                <a:cubicBezTo>
                  <a:pt x="80455" y="100545"/>
                  <a:pt x="81605" y="104154"/>
                  <a:pt x="80774" y="107667"/>
                </a:cubicBezTo>
                <a:cubicBezTo>
                  <a:pt x="77325" y="121976"/>
                  <a:pt x="60621" y="132867"/>
                  <a:pt x="40531" y="132867"/>
                </a:cubicBezTo>
                <a:cubicBezTo>
                  <a:pt x="20441" y="132867"/>
                  <a:pt x="3737" y="122008"/>
                  <a:pt x="287" y="107667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8"/>
          <p:cNvSpPr/>
          <p:nvPr/>
        </p:nvSpPr>
        <p:spPr>
          <a:xfrm>
            <a:off x="6605751" y="1317317"/>
            <a:ext cx="5114826" cy="254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8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Business Logic: Client vs Server</a:t>
            </a:r>
            <a:endParaRPr b="0" i="0" sz="1600" u="none" cap="none" strike="noStrike"/>
          </a:p>
        </p:txBody>
      </p:sp>
      <p:graphicFrame>
        <p:nvGraphicFramePr>
          <p:cNvPr id="492" name="Google Shape;492;p8"/>
          <p:cNvGraphicFramePr/>
          <p:nvPr/>
        </p:nvGraphicFramePr>
        <p:xfrm>
          <a:off x="6396797" y="17170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{AB502E1A-47ED-45D6-9921-90FFB5DBB2DC}</a:tableStyleId>
              </a:tblPr>
              <a:tblGrid>
                <a:gridCol w="1199225"/>
                <a:gridCol w="1935100"/>
                <a:gridCol w="2107700"/>
              </a:tblGrid>
              <a:tr h="47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Logic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2675" marB="7267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3B82F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Client (React)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2675" marB="7267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10B981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Server (Laravel)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2675" marB="7267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7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Hitung Saldo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09025" marB="1090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Bisa (tapi bisa dihack)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09025" marB="1090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Wajib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(sumber kebenaran)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09025" marB="1090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7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Validasi Input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09025" marB="1090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UX (real-time)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09025" marB="1090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Wajib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(keamanan)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09025" marB="1090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7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Format Tanggal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09025" marB="1090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Tampilan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09025" marB="1090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Penyimpanan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(standar)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09025" marB="1090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7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Autentikasi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09025" marB="1090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Tidak bisa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09025" marB="1090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Wajib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>
                          <a:solidFill>
                            <a:srgbClr val="F1F5F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(token)</a:t>
                      </a:r>
                      <a:endParaRPr sz="10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109025" marB="1090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93" name="Google Shape;493;p8"/>
          <p:cNvSpPr/>
          <p:nvPr/>
        </p:nvSpPr>
        <p:spPr>
          <a:xfrm>
            <a:off x="6401339" y="5950641"/>
            <a:ext cx="5232930" cy="717711"/>
          </a:xfrm>
          <a:custGeom>
            <a:rect b="b" l="l" r="r" t="t"/>
            <a:pathLst>
              <a:path extrusionOk="0" h="717711" w="5232930">
                <a:moveTo>
                  <a:pt x="109020" y="0"/>
                </a:moveTo>
                <a:lnTo>
                  <a:pt x="5123910" y="0"/>
                </a:lnTo>
                <a:cubicBezTo>
                  <a:pt x="5184120" y="0"/>
                  <a:pt x="5232930" y="48810"/>
                  <a:pt x="5232930" y="109020"/>
                </a:cubicBezTo>
                <a:lnTo>
                  <a:pt x="5232930" y="608691"/>
                </a:lnTo>
                <a:cubicBezTo>
                  <a:pt x="5232930" y="668901"/>
                  <a:pt x="5184120" y="717711"/>
                  <a:pt x="5123910" y="717711"/>
                </a:cubicBezTo>
                <a:lnTo>
                  <a:pt x="109020" y="717711"/>
                </a:lnTo>
                <a:cubicBezTo>
                  <a:pt x="48810" y="717711"/>
                  <a:pt x="0" y="668901"/>
                  <a:pt x="0" y="608691"/>
                </a:cubicBezTo>
                <a:lnTo>
                  <a:pt x="0" y="109020"/>
                </a:lnTo>
                <a:cubicBezTo>
                  <a:pt x="0" y="48810"/>
                  <a:pt x="48810" y="0"/>
                  <a:pt x="10902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cap="flat" cmpd="sng" w="12700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8"/>
          <p:cNvSpPr/>
          <p:nvPr/>
        </p:nvSpPr>
        <p:spPr>
          <a:xfrm>
            <a:off x="6585310" y="6145967"/>
            <a:ext cx="95392" cy="127189"/>
          </a:xfrm>
          <a:custGeom>
            <a:rect b="b" l="l" r="r" t="t"/>
            <a:pathLst>
              <a:path extrusionOk="0" h="127189" w="95392">
                <a:moveTo>
                  <a:pt x="72761" y="95392"/>
                </a:moveTo>
                <a:cubicBezTo>
                  <a:pt x="74575" y="89852"/>
                  <a:pt x="78202" y="84834"/>
                  <a:pt x="82300" y="80512"/>
                </a:cubicBezTo>
                <a:cubicBezTo>
                  <a:pt x="90424" y="71966"/>
                  <a:pt x="95392" y="60415"/>
                  <a:pt x="95392" y="47696"/>
                </a:cubicBezTo>
                <a:cubicBezTo>
                  <a:pt x="95392" y="21364"/>
                  <a:pt x="74028" y="0"/>
                  <a:pt x="47696" y="0"/>
                </a:cubicBezTo>
                <a:cubicBezTo>
                  <a:pt x="21364" y="0"/>
                  <a:pt x="0" y="21364"/>
                  <a:pt x="0" y="47696"/>
                </a:cubicBezTo>
                <a:cubicBezTo>
                  <a:pt x="0" y="60415"/>
                  <a:pt x="4968" y="71966"/>
                  <a:pt x="13092" y="80512"/>
                </a:cubicBezTo>
                <a:cubicBezTo>
                  <a:pt x="17190" y="84834"/>
                  <a:pt x="20842" y="89852"/>
                  <a:pt x="22631" y="95392"/>
                </a:cubicBezTo>
                <a:lnTo>
                  <a:pt x="72736" y="95392"/>
                </a:lnTo>
                <a:close/>
                <a:moveTo>
                  <a:pt x="71544" y="107316"/>
                </a:moveTo>
                <a:lnTo>
                  <a:pt x="23848" y="107316"/>
                </a:lnTo>
                <a:lnTo>
                  <a:pt x="23848" y="111291"/>
                </a:lnTo>
                <a:cubicBezTo>
                  <a:pt x="23848" y="122271"/>
                  <a:pt x="32741" y="131164"/>
                  <a:pt x="43721" y="131164"/>
                </a:cubicBezTo>
                <a:lnTo>
                  <a:pt x="51671" y="131164"/>
                </a:lnTo>
                <a:cubicBezTo>
                  <a:pt x="62651" y="131164"/>
                  <a:pt x="71544" y="122271"/>
                  <a:pt x="71544" y="111291"/>
                </a:cubicBezTo>
                <a:lnTo>
                  <a:pt x="71544" y="107316"/>
                </a:lnTo>
                <a:close/>
                <a:moveTo>
                  <a:pt x="45709" y="27823"/>
                </a:moveTo>
                <a:cubicBezTo>
                  <a:pt x="35822" y="27823"/>
                  <a:pt x="27823" y="35822"/>
                  <a:pt x="27823" y="45709"/>
                </a:cubicBezTo>
                <a:cubicBezTo>
                  <a:pt x="27823" y="49013"/>
                  <a:pt x="25165" y="51671"/>
                  <a:pt x="21861" y="51671"/>
                </a:cubicBezTo>
                <a:cubicBezTo>
                  <a:pt x="18557" y="51671"/>
                  <a:pt x="15899" y="49013"/>
                  <a:pt x="15899" y="45709"/>
                </a:cubicBezTo>
                <a:cubicBezTo>
                  <a:pt x="15899" y="29239"/>
                  <a:pt x="29239" y="15899"/>
                  <a:pt x="45709" y="15899"/>
                </a:cubicBezTo>
                <a:cubicBezTo>
                  <a:pt x="49013" y="15899"/>
                  <a:pt x="51671" y="18557"/>
                  <a:pt x="51671" y="21861"/>
                </a:cubicBezTo>
                <a:cubicBezTo>
                  <a:pt x="51671" y="25165"/>
                  <a:pt x="49013" y="27823"/>
                  <a:pt x="45709" y="27823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8"/>
          <p:cNvSpPr/>
          <p:nvPr/>
        </p:nvSpPr>
        <p:spPr>
          <a:xfrm>
            <a:off x="6766761" y="6100542"/>
            <a:ext cx="4781201" cy="417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1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Rule of Thumb:</a:t>
            </a:r>
            <a:r>
              <a:rPr b="0" i="0" lang="en-US" sz="1001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Semua yang berkaitan dengan </a:t>
            </a:r>
            <a:r>
              <a:rPr b="1" i="0" lang="en-US" sz="1001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keamanan</a:t>
            </a:r>
            <a:r>
              <a:rPr b="0" i="0" lang="en-US" sz="1001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dan </a:t>
            </a:r>
            <a:r>
              <a:rPr b="1" i="0" lang="en-US" sz="1001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integritas data</a:t>
            </a:r>
            <a:r>
              <a:rPr b="0" i="0" lang="en-US" sz="1001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harus di </a:t>
            </a:r>
            <a:r>
              <a:rPr b="1" i="0" lang="en-US" sz="1001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r>
              <a:rPr b="0" i="0" lang="en-US" sz="1001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9"/>
          <p:cNvSpPr/>
          <p:nvPr/>
        </p:nvSpPr>
        <p:spPr>
          <a:xfrm>
            <a:off x="365851" y="365851"/>
            <a:ext cx="11524321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8" u="none" cap="none" strike="noStrike">
                <a:solidFill>
                  <a:srgbClr val="FF6467"/>
                </a:solidFill>
                <a:latin typeface="Arial"/>
                <a:ea typeface="Arial"/>
                <a:cs typeface="Arial"/>
                <a:sym typeface="Arial"/>
              </a:rPr>
              <a:t>SECURITY FUNDAMENTALS</a:t>
            </a:r>
            <a:endParaRPr b="0" i="0" sz="1600" u="none" cap="none" strike="noStrike"/>
          </a:p>
        </p:txBody>
      </p:sp>
      <p:sp>
        <p:nvSpPr>
          <p:cNvPr id="502" name="Google Shape;502;p9"/>
          <p:cNvSpPr/>
          <p:nvPr/>
        </p:nvSpPr>
        <p:spPr>
          <a:xfrm>
            <a:off x="365851" y="621947"/>
            <a:ext cx="11624930" cy="365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3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Keamanan Dasar</a:t>
            </a:r>
            <a:endParaRPr b="0" i="0" sz="1600" u="none" cap="none" strike="noStrike"/>
          </a:p>
        </p:txBody>
      </p:sp>
      <p:sp>
        <p:nvSpPr>
          <p:cNvPr id="503" name="Google Shape;503;p9"/>
          <p:cNvSpPr/>
          <p:nvPr/>
        </p:nvSpPr>
        <p:spPr>
          <a:xfrm>
            <a:off x="370425" y="1138713"/>
            <a:ext cx="5615820" cy="2423766"/>
          </a:xfrm>
          <a:custGeom>
            <a:rect b="b" l="l" r="r" t="t"/>
            <a:pathLst>
              <a:path extrusionOk="0" h="2423766" w="5615820">
                <a:moveTo>
                  <a:pt x="146347" y="0"/>
                </a:moveTo>
                <a:lnTo>
                  <a:pt x="5469473" y="0"/>
                </a:lnTo>
                <a:cubicBezTo>
                  <a:pt x="5550298" y="0"/>
                  <a:pt x="5615820" y="65522"/>
                  <a:pt x="5615820" y="146347"/>
                </a:cubicBezTo>
                <a:lnTo>
                  <a:pt x="5615820" y="2277419"/>
                </a:lnTo>
                <a:cubicBezTo>
                  <a:pt x="5615820" y="2358244"/>
                  <a:pt x="5550298" y="2423766"/>
                  <a:pt x="5469473" y="2423766"/>
                </a:cubicBezTo>
                <a:lnTo>
                  <a:pt x="146347" y="2423766"/>
                </a:lnTo>
                <a:cubicBezTo>
                  <a:pt x="65522" y="2423766"/>
                  <a:pt x="0" y="2358244"/>
                  <a:pt x="0" y="2277419"/>
                </a:cubicBezTo>
                <a:lnTo>
                  <a:pt x="0" y="146347"/>
                </a:lnTo>
                <a:cubicBezTo>
                  <a:pt x="0" y="65576"/>
                  <a:pt x="65576" y="0"/>
                  <a:pt x="146347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FB2C3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9"/>
          <p:cNvSpPr/>
          <p:nvPr/>
        </p:nvSpPr>
        <p:spPr>
          <a:xfrm>
            <a:off x="601368" y="1371943"/>
            <a:ext cx="123475" cy="164633"/>
          </a:xfrm>
          <a:custGeom>
            <a:rect b="b" l="l" r="r" t="t"/>
            <a:pathLst>
              <a:path extrusionOk="0" h="164633" w="123475">
                <a:moveTo>
                  <a:pt x="41158" y="30869"/>
                </a:moveTo>
                <a:cubicBezTo>
                  <a:pt x="41158" y="19518"/>
                  <a:pt x="50387" y="10290"/>
                  <a:pt x="61737" y="10290"/>
                </a:cubicBezTo>
                <a:cubicBezTo>
                  <a:pt x="71931" y="10290"/>
                  <a:pt x="80387" y="17685"/>
                  <a:pt x="82027" y="27428"/>
                </a:cubicBezTo>
                <a:cubicBezTo>
                  <a:pt x="82960" y="33023"/>
                  <a:pt x="88265" y="36817"/>
                  <a:pt x="93892" y="35885"/>
                </a:cubicBezTo>
                <a:cubicBezTo>
                  <a:pt x="99519" y="34952"/>
                  <a:pt x="103282" y="29647"/>
                  <a:pt x="102349" y="24020"/>
                </a:cubicBezTo>
                <a:cubicBezTo>
                  <a:pt x="99069" y="4534"/>
                  <a:pt x="82156" y="-10290"/>
                  <a:pt x="61737" y="-10290"/>
                </a:cubicBezTo>
                <a:cubicBezTo>
                  <a:pt x="39004" y="-10290"/>
                  <a:pt x="20579" y="8135"/>
                  <a:pt x="20579" y="30869"/>
                </a:cubicBezTo>
                <a:lnTo>
                  <a:pt x="20579" y="51448"/>
                </a:lnTo>
                <a:cubicBezTo>
                  <a:pt x="9228" y="51448"/>
                  <a:pt x="0" y="60676"/>
                  <a:pt x="0" y="72027"/>
                </a:cubicBezTo>
                <a:lnTo>
                  <a:pt x="0" y="144054"/>
                </a:lnTo>
                <a:cubicBezTo>
                  <a:pt x="0" y="155405"/>
                  <a:pt x="9228" y="164633"/>
                  <a:pt x="20579" y="164633"/>
                </a:cubicBezTo>
                <a:lnTo>
                  <a:pt x="102896" y="164633"/>
                </a:lnTo>
                <a:cubicBezTo>
                  <a:pt x="114246" y="164633"/>
                  <a:pt x="123475" y="155405"/>
                  <a:pt x="123475" y="144054"/>
                </a:cubicBezTo>
                <a:lnTo>
                  <a:pt x="123475" y="72027"/>
                </a:lnTo>
                <a:cubicBezTo>
                  <a:pt x="123475" y="60676"/>
                  <a:pt x="114246" y="51448"/>
                  <a:pt x="102896" y="51448"/>
                </a:cubicBezTo>
                <a:lnTo>
                  <a:pt x="41158" y="51448"/>
                </a:lnTo>
                <a:lnTo>
                  <a:pt x="41158" y="30869"/>
                </a:ln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9"/>
          <p:cNvSpPr/>
          <p:nvPr/>
        </p:nvSpPr>
        <p:spPr>
          <a:xfrm>
            <a:off x="768288" y="1326212"/>
            <a:ext cx="5112774" cy="256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6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Masalah: API Terbuka</a:t>
            </a:r>
            <a:endParaRPr b="0" i="0" sz="1600" u="none" cap="none" strike="noStrike"/>
          </a:p>
        </p:txBody>
      </p:sp>
      <p:sp>
        <p:nvSpPr>
          <p:cNvPr id="506" name="Google Shape;506;p9"/>
          <p:cNvSpPr/>
          <p:nvPr/>
        </p:nvSpPr>
        <p:spPr>
          <a:xfrm>
            <a:off x="557923" y="1692063"/>
            <a:ext cx="5240822" cy="1682917"/>
          </a:xfrm>
          <a:custGeom>
            <a:rect b="b" l="l" r="r" t="t"/>
            <a:pathLst>
              <a:path extrusionOk="0" h="1682917" w="5240822">
                <a:moveTo>
                  <a:pt x="109760" y="0"/>
                </a:moveTo>
                <a:lnTo>
                  <a:pt x="5131062" y="0"/>
                </a:lnTo>
                <a:cubicBezTo>
                  <a:pt x="5191681" y="0"/>
                  <a:pt x="5240822" y="49141"/>
                  <a:pt x="5240822" y="109760"/>
                </a:cubicBezTo>
                <a:lnTo>
                  <a:pt x="5240822" y="1573157"/>
                </a:lnTo>
                <a:cubicBezTo>
                  <a:pt x="5240822" y="1633776"/>
                  <a:pt x="5191681" y="1682917"/>
                  <a:pt x="5131062" y="1682917"/>
                </a:cubicBezTo>
                <a:lnTo>
                  <a:pt x="109760" y="1682917"/>
                </a:lnTo>
                <a:cubicBezTo>
                  <a:pt x="49141" y="1682917"/>
                  <a:pt x="0" y="1633776"/>
                  <a:pt x="0" y="1573157"/>
                </a:cubicBezTo>
                <a:lnTo>
                  <a:pt x="0" y="109760"/>
                </a:lnTo>
                <a:cubicBezTo>
                  <a:pt x="0" y="49141"/>
                  <a:pt x="49141" y="0"/>
                  <a:pt x="109760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9"/>
          <p:cNvSpPr/>
          <p:nvPr/>
        </p:nvSpPr>
        <p:spPr>
          <a:xfrm>
            <a:off x="704264" y="1838404"/>
            <a:ext cx="5012165" cy="420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Kalau API terbuka seperti sekarang, </a:t>
            </a:r>
            <a:r>
              <a:rPr b="1" i="0" lang="en-US" sz="1008" u="none" cap="none" strike="noStrike">
                <a:solidFill>
                  <a:srgbClr val="FF6467"/>
                </a:solidFill>
                <a:latin typeface="Arial"/>
                <a:ea typeface="Arial"/>
                <a:cs typeface="Arial"/>
                <a:sym typeface="Arial"/>
              </a:rPr>
              <a:t>siapa saja</a:t>
            </a:r>
            <a:r>
              <a:rPr b="0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bisa input data meski bukan data mereka!</a:t>
            </a:r>
            <a:endParaRPr b="0" i="0" sz="1600" u="none" cap="none" strike="noStrike"/>
          </a:p>
        </p:txBody>
      </p:sp>
      <p:sp>
        <p:nvSpPr>
          <p:cNvPr id="508" name="Google Shape;508;p9"/>
          <p:cNvSpPr/>
          <p:nvPr/>
        </p:nvSpPr>
        <p:spPr>
          <a:xfrm>
            <a:off x="708837" y="2368888"/>
            <a:ext cx="2259133" cy="850605"/>
          </a:xfrm>
          <a:custGeom>
            <a:rect b="b" l="l" r="r" t="t"/>
            <a:pathLst>
              <a:path extrusionOk="0" h="850605" w="2259133">
                <a:moveTo>
                  <a:pt x="73169" y="0"/>
                </a:moveTo>
                <a:lnTo>
                  <a:pt x="2185964" y="0"/>
                </a:lnTo>
                <a:cubicBezTo>
                  <a:pt x="2226374" y="0"/>
                  <a:pt x="2259133" y="32759"/>
                  <a:pt x="2259133" y="73169"/>
                </a:cubicBezTo>
                <a:lnTo>
                  <a:pt x="2259133" y="777436"/>
                </a:lnTo>
                <a:cubicBezTo>
                  <a:pt x="2259133" y="817819"/>
                  <a:pt x="2226347" y="850605"/>
                  <a:pt x="2185964" y="850605"/>
                </a:cubicBezTo>
                <a:lnTo>
                  <a:pt x="73169" y="850605"/>
                </a:lnTo>
                <a:cubicBezTo>
                  <a:pt x="32759" y="850605"/>
                  <a:pt x="0" y="817846"/>
                  <a:pt x="0" y="777436"/>
                </a:cubicBezTo>
                <a:lnTo>
                  <a:pt x="0" y="73169"/>
                </a:lnTo>
                <a:cubicBezTo>
                  <a:pt x="0" y="32786"/>
                  <a:pt x="32786" y="0"/>
                  <a:pt x="73169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cap="flat" cmpd="sng" w="12700">
            <a:solidFill>
              <a:srgbClr val="FB2C3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9"/>
          <p:cNvSpPr/>
          <p:nvPr/>
        </p:nvSpPr>
        <p:spPr>
          <a:xfrm>
            <a:off x="1743868" y="2483217"/>
            <a:ext cx="192072" cy="219511"/>
          </a:xfrm>
          <a:custGeom>
            <a:rect b="b" l="l" r="r" t="t"/>
            <a:pathLst>
              <a:path extrusionOk="0" h="219511" w="192072">
                <a:moveTo>
                  <a:pt x="73313" y="-6860"/>
                </a:moveTo>
                <a:cubicBezTo>
                  <a:pt x="57707" y="-6860"/>
                  <a:pt x="48532" y="18135"/>
                  <a:pt x="44031" y="41158"/>
                </a:cubicBezTo>
                <a:lnTo>
                  <a:pt x="30869" y="41158"/>
                </a:lnTo>
                <a:cubicBezTo>
                  <a:pt x="25167" y="41158"/>
                  <a:pt x="20579" y="45746"/>
                  <a:pt x="20579" y="51448"/>
                </a:cubicBezTo>
                <a:cubicBezTo>
                  <a:pt x="20579" y="57150"/>
                  <a:pt x="25167" y="61737"/>
                  <a:pt x="30869" y="61737"/>
                </a:cubicBezTo>
                <a:lnTo>
                  <a:pt x="41158" y="61737"/>
                </a:lnTo>
                <a:lnTo>
                  <a:pt x="41158" y="75457"/>
                </a:lnTo>
                <a:cubicBezTo>
                  <a:pt x="41158" y="82745"/>
                  <a:pt x="42573" y="89691"/>
                  <a:pt x="45145" y="96036"/>
                </a:cubicBezTo>
                <a:lnTo>
                  <a:pt x="41158" y="96036"/>
                </a:lnTo>
                <a:lnTo>
                  <a:pt x="41158" y="96036"/>
                </a:lnTo>
                <a:lnTo>
                  <a:pt x="32369" y="96036"/>
                </a:lnTo>
                <a:cubicBezTo>
                  <a:pt x="25853" y="96036"/>
                  <a:pt x="20579" y="101309"/>
                  <a:pt x="20579" y="107826"/>
                </a:cubicBezTo>
                <a:cubicBezTo>
                  <a:pt x="20579" y="109112"/>
                  <a:pt x="20794" y="110356"/>
                  <a:pt x="21179" y="111556"/>
                </a:cubicBezTo>
                <a:lnTo>
                  <a:pt x="33570" y="148684"/>
                </a:lnTo>
                <a:cubicBezTo>
                  <a:pt x="17235" y="162747"/>
                  <a:pt x="6860" y="183540"/>
                  <a:pt x="6860" y="206778"/>
                </a:cubicBezTo>
                <a:cubicBezTo>
                  <a:pt x="6860" y="213809"/>
                  <a:pt x="12562" y="219511"/>
                  <a:pt x="19593" y="219511"/>
                </a:cubicBezTo>
                <a:lnTo>
                  <a:pt x="172479" y="219511"/>
                </a:lnTo>
                <a:cubicBezTo>
                  <a:pt x="179510" y="219511"/>
                  <a:pt x="185212" y="213809"/>
                  <a:pt x="185212" y="206778"/>
                </a:cubicBezTo>
                <a:cubicBezTo>
                  <a:pt x="185212" y="183540"/>
                  <a:pt x="174837" y="162747"/>
                  <a:pt x="158502" y="148727"/>
                </a:cubicBezTo>
                <a:lnTo>
                  <a:pt x="170893" y="111599"/>
                </a:lnTo>
                <a:cubicBezTo>
                  <a:pt x="171279" y="110399"/>
                  <a:pt x="171493" y="109155"/>
                  <a:pt x="171493" y="107869"/>
                </a:cubicBezTo>
                <a:cubicBezTo>
                  <a:pt x="171493" y="101352"/>
                  <a:pt x="166219" y="96079"/>
                  <a:pt x="159703" y="96079"/>
                </a:cubicBezTo>
                <a:lnTo>
                  <a:pt x="150914" y="96079"/>
                </a:lnTo>
                <a:lnTo>
                  <a:pt x="150914" y="96079"/>
                </a:lnTo>
                <a:lnTo>
                  <a:pt x="146927" y="96079"/>
                </a:lnTo>
                <a:cubicBezTo>
                  <a:pt x="149499" y="89734"/>
                  <a:pt x="150914" y="82788"/>
                  <a:pt x="150914" y="75500"/>
                </a:cubicBezTo>
                <a:lnTo>
                  <a:pt x="150914" y="61780"/>
                </a:lnTo>
                <a:lnTo>
                  <a:pt x="161203" y="61780"/>
                </a:lnTo>
                <a:cubicBezTo>
                  <a:pt x="166905" y="61780"/>
                  <a:pt x="171493" y="57193"/>
                  <a:pt x="171493" y="51491"/>
                </a:cubicBezTo>
                <a:cubicBezTo>
                  <a:pt x="171493" y="45789"/>
                  <a:pt x="166905" y="41201"/>
                  <a:pt x="161203" y="41201"/>
                </a:cubicBezTo>
                <a:lnTo>
                  <a:pt x="148041" y="41201"/>
                </a:lnTo>
                <a:cubicBezTo>
                  <a:pt x="143582" y="18178"/>
                  <a:pt x="134365" y="-6817"/>
                  <a:pt x="118759" y="-6817"/>
                </a:cubicBezTo>
                <a:cubicBezTo>
                  <a:pt x="114643" y="-6817"/>
                  <a:pt x="110613" y="-5145"/>
                  <a:pt x="106969" y="-3301"/>
                </a:cubicBezTo>
                <a:cubicBezTo>
                  <a:pt x="103453" y="-1543"/>
                  <a:pt x="99080" y="43"/>
                  <a:pt x="96036" y="43"/>
                </a:cubicBezTo>
                <a:cubicBezTo>
                  <a:pt x="92992" y="43"/>
                  <a:pt x="88619" y="-1543"/>
                  <a:pt x="85103" y="-3301"/>
                </a:cubicBezTo>
                <a:cubicBezTo>
                  <a:pt x="81459" y="-5188"/>
                  <a:pt x="77429" y="-6860"/>
                  <a:pt x="73313" y="-6860"/>
                </a:cubicBezTo>
                <a:close/>
                <a:moveTo>
                  <a:pt x="113485" y="200818"/>
                </a:moveTo>
                <a:lnTo>
                  <a:pt x="102853" y="170421"/>
                </a:lnTo>
                <a:lnTo>
                  <a:pt x="114814" y="156487"/>
                </a:lnTo>
                <a:cubicBezTo>
                  <a:pt x="115972" y="155115"/>
                  <a:pt x="116615" y="153400"/>
                  <a:pt x="116615" y="151600"/>
                </a:cubicBezTo>
                <a:cubicBezTo>
                  <a:pt x="116615" y="147441"/>
                  <a:pt x="113271" y="144097"/>
                  <a:pt x="109112" y="144097"/>
                </a:cubicBezTo>
                <a:lnTo>
                  <a:pt x="82960" y="144097"/>
                </a:lnTo>
                <a:cubicBezTo>
                  <a:pt x="78801" y="144097"/>
                  <a:pt x="75457" y="147441"/>
                  <a:pt x="75457" y="151600"/>
                </a:cubicBezTo>
                <a:cubicBezTo>
                  <a:pt x="75457" y="153400"/>
                  <a:pt x="76100" y="155115"/>
                  <a:pt x="77258" y="156487"/>
                </a:cubicBezTo>
                <a:lnTo>
                  <a:pt x="89219" y="170421"/>
                </a:lnTo>
                <a:lnTo>
                  <a:pt x="78587" y="200818"/>
                </a:lnTo>
                <a:lnTo>
                  <a:pt x="54149" y="123475"/>
                </a:lnTo>
                <a:lnTo>
                  <a:pt x="69455" y="123475"/>
                </a:lnTo>
                <a:cubicBezTo>
                  <a:pt x="77343" y="127848"/>
                  <a:pt x="86390" y="130335"/>
                  <a:pt x="96036" y="130335"/>
                </a:cubicBezTo>
                <a:cubicBezTo>
                  <a:pt x="105682" y="130335"/>
                  <a:pt x="114729" y="127848"/>
                  <a:pt x="122617" y="123475"/>
                </a:cubicBezTo>
                <a:lnTo>
                  <a:pt x="137923" y="123475"/>
                </a:lnTo>
                <a:lnTo>
                  <a:pt x="113485" y="200818"/>
                </a:lnTo>
                <a:close/>
                <a:moveTo>
                  <a:pt x="96036" y="109755"/>
                </a:moveTo>
                <a:cubicBezTo>
                  <a:pt x="81159" y="109755"/>
                  <a:pt x="68511" y="100280"/>
                  <a:pt x="63752" y="87033"/>
                </a:cubicBezTo>
                <a:cubicBezTo>
                  <a:pt x="66196" y="88405"/>
                  <a:pt x="69026" y="89176"/>
                  <a:pt x="72027" y="89176"/>
                </a:cubicBezTo>
                <a:lnTo>
                  <a:pt x="77343" y="89176"/>
                </a:lnTo>
                <a:cubicBezTo>
                  <a:pt x="84417" y="89176"/>
                  <a:pt x="90677" y="84632"/>
                  <a:pt x="92906" y="77944"/>
                </a:cubicBezTo>
                <a:cubicBezTo>
                  <a:pt x="93892" y="74942"/>
                  <a:pt x="98137" y="74942"/>
                  <a:pt x="99123" y="77944"/>
                </a:cubicBezTo>
                <a:cubicBezTo>
                  <a:pt x="101352" y="84632"/>
                  <a:pt x="107655" y="89176"/>
                  <a:pt x="114686" y="89176"/>
                </a:cubicBezTo>
                <a:lnTo>
                  <a:pt x="120002" y="89176"/>
                </a:lnTo>
                <a:cubicBezTo>
                  <a:pt x="123003" y="89176"/>
                  <a:pt x="125833" y="88405"/>
                  <a:pt x="128277" y="87033"/>
                </a:cubicBezTo>
                <a:cubicBezTo>
                  <a:pt x="123518" y="100280"/>
                  <a:pt x="110870" y="109755"/>
                  <a:pt x="95993" y="109755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9"/>
          <p:cNvSpPr/>
          <p:nvPr/>
        </p:nvSpPr>
        <p:spPr>
          <a:xfrm>
            <a:off x="791154" y="2775898"/>
            <a:ext cx="2094500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8" u="none" cap="none" strike="noStrike">
                <a:solidFill>
                  <a:srgbClr val="FF6467"/>
                </a:solidFill>
                <a:latin typeface="Arial"/>
                <a:ea typeface="Arial"/>
                <a:cs typeface="Arial"/>
                <a:sym typeface="Arial"/>
              </a:rPr>
              <a:t>User A</a:t>
            </a:r>
            <a:endParaRPr b="0" i="0" sz="1600" u="none" cap="none" strike="noStrike"/>
          </a:p>
        </p:txBody>
      </p:sp>
      <p:sp>
        <p:nvSpPr>
          <p:cNvPr id="511" name="Google Shape;511;p9"/>
          <p:cNvSpPr/>
          <p:nvPr/>
        </p:nvSpPr>
        <p:spPr>
          <a:xfrm>
            <a:off x="795727" y="2958824"/>
            <a:ext cx="2085353" cy="146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4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Bisa lihat data User B!</a:t>
            </a:r>
            <a:endParaRPr b="0" i="0" sz="1600" u="none" cap="none" strike="noStrike"/>
          </a:p>
        </p:txBody>
      </p:sp>
      <p:sp>
        <p:nvSpPr>
          <p:cNvPr id="512" name="Google Shape;512;p9"/>
          <p:cNvSpPr/>
          <p:nvPr/>
        </p:nvSpPr>
        <p:spPr>
          <a:xfrm>
            <a:off x="3103592" y="2721020"/>
            <a:ext cx="146341" cy="146341"/>
          </a:xfrm>
          <a:custGeom>
            <a:rect b="b" l="l" r="r" t="t"/>
            <a:pathLst>
              <a:path extrusionOk="0" h="146341" w="146341">
                <a:moveTo>
                  <a:pt x="143654" y="116215"/>
                </a:moveTo>
                <a:lnTo>
                  <a:pt x="116215" y="143654"/>
                </a:lnTo>
                <a:cubicBezTo>
                  <a:pt x="113585" y="146283"/>
                  <a:pt x="109670" y="147055"/>
                  <a:pt x="106240" y="145626"/>
                </a:cubicBezTo>
                <a:cubicBezTo>
                  <a:pt x="102810" y="144197"/>
                  <a:pt x="100609" y="140881"/>
                  <a:pt x="100609" y="137194"/>
                </a:cubicBezTo>
                <a:lnTo>
                  <a:pt x="100609" y="118902"/>
                </a:lnTo>
                <a:lnTo>
                  <a:pt x="9146" y="118902"/>
                </a:lnTo>
                <a:cubicBezTo>
                  <a:pt x="4087" y="118902"/>
                  <a:pt x="0" y="114814"/>
                  <a:pt x="0" y="109755"/>
                </a:cubicBezTo>
                <a:cubicBezTo>
                  <a:pt x="0" y="104696"/>
                  <a:pt x="4087" y="100609"/>
                  <a:pt x="9146" y="100609"/>
                </a:cubicBezTo>
                <a:lnTo>
                  <a:pt x="100609" y="100609"/>
                </a:lnTo>
                <a:lnTo>
                  <a:pt x="100609" y="82317"/>
                </a:lnTo>
                <a:cubicBezTo>
                  <a:pt x="100609" y="78629"/>
                  <a:pt x="102839" y="75285"/>
                  <a:pt x="106268" y="73856"/>
                </a:cubicBezTo>
                <a:cubicBezTo>
                  <a:pt x="109698" y="72427"/>
                  <a:pt x="113614" y="73227"/>
                  <a:pt x="116244" y="75828"/>
                </a:cubicBezTo>
                <a:lnTo>
                  <a:pt x="143682" y="103267"/>
                </a:lnTo>
                <a:cubicBezTo>
                  <a:pt x="147255" y="106840"/>
                  <a:pt x="147255" y="112642"/>
                  <a:pt x="143682" y="116215"/>
                </a:cubicBezTo>
                <a:close/>
                <a:moveTo>
                  <a:pt x="2687" y="43045"/>
                </a:moveTo>
                <a:cubicBezTo>
                  <a:pt x="-886" y="39472"/>
                  <a:pt x="-886" y="33670"/>
                  <a:pt x="2687" y="30097"/>
                </a:cubicBezTo>
                <a:lnTo>
                  <a:pt x="30126" y="2658"/>
                </a:lnTo>
                <a:cubicBezTo>
                  <a:pt x="32755" y="29"/>
                  <a:pt x="36671" y="-743"/>
                  <a:pt x="40101" y="686"/>
                </a:cubicBezTo>
                <a:cubicBezTo>
                  <a:pt x="43531" y="2115"/>
                  <a:pt x="45731" y="5459"/>
                  <a:pt x="45731" y="9146"/>
                </a:cubicBezTo>
                <a:lnTo>
                  <a:pt x="45731" y="27439"/>
                </a:lnTo>
                <a:lnTo>
                  <a:pt x="137194" y="27439"/>
                </a:lnTo>
                <a:cubicBezTo>
                  <a:pt x="142253" y="27439"/>
                  <a:pt x="146341" y="31526"/>
                  <a:pt x="146341" y="36585"/>
                </a:cubicBezTo>
                <a:cubicBezTo>
                  <a:pt x="146341" y="41644"/>
                  <a:pt x="142253" y="45731"/>
                  <a:pt x="137194" y="45731"/>
                </a:cubicBezTo>
                <a:lnTo>
                  <a:pt x="45731" y="45731"/>
                </a:lnTo>
                <a:lnTo>
                  <a:pt x="45731" y="64024"/>
                </a:lnTo>
                <a:cubicBezTo>
                  <a:pt x="45731" y="67711"/>
                  <a:pt x="43502" y="71055"/>
                  <a:pt x="40072" y="72484"/>
                </a:cubicBezTo>
                <a:cubicBezTo>
                  <a:pt x="36642" y="73913"/>
                  <a:pt x="32727" y="73113"/>
                  <a:pt x="30097" y="70512"/>
                </a:cubicBezTo>
                <a:lnTo>
                  <a:pt x="2658" y="43073"/>
                </a:lnTo>
                <a:close/>
              </a:path>
            </a:pathLst>
          </a:custGeom>
          <a:solidFill>
            <a:srgbClr val="F1F5F9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9"/>
          <p:cNvSpPr/>
          <p:nvPr/>
        </p:nvSpPr>
        <p:spPr>
          <a:xfrm>
            <a:off x="3382554" y="2368888"/>
            <a:ext cx="2259133" cy="850605"/>
          </a:xfrm>
          <a:custGeom>
            <a:rect b="b" l="l" r="r" t="t"/>
            <a:pathLst>
              <a:path extrusionOk="0" h="850605" w="2259133">
                <a:moveTo>
                  <a:pt x="73169" y="0"/>
                </a:moveTo>
                <a:lnTo>
                  <a:pt x="2185964" y="0"/>
                </a:lnTo>
                <a:cubicBezTo>
                  <a:pt x="2226374" y="0"/>
                  <a:pt x="2259133" y="32759"/>
                  <a:pt x="2259133" y="73169"/>
                </a:cubicBezTo>
                <a:lnTo>
                  <a:pt x="2259133" y="777436"/>
                </a:lnTo>
                <a:cubicBezTo>
                  <a:pt x="2259133" y="817819"/>
                  <a:pt x="2226347" y="850605"/>
                  <a:pt x="2185964" y="850605"/>
                </a:cubicBezTo>
                <a:lnTo>
                  <a:pt x="73169" y="850605"/>
                </a:lnTo>
                <a:cubicBezTo>
                  <a:pt x="32759" y="850605"/>
                  <a:pt x="0" y="817846"/>
                  <a:pt x="0" y="777436"/>
                </a:cubicBezTo>
                <a:lnTo>
                  <a:pt x="0" y="73169"/>
                </a:lnTo>
                <a:cubicBezTo>
                  <a:pt x="0" y="32786"/>
                  <a:pt x="32786" y="0"/>
                  <a:pt x="73169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cap="flat" cmpd="sng" w="12700">
            <a:solidFill>
              <a:srgbClr val="FB2C3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9"/>
          <p:cNvSpPr/>
          <p:nvPr/>
        </p:nvSpPr>
        <p:spPr>
          <a:xfrm>
            <a:off x="4417585" y="2483217"/>
            <a:ext cx="192072" cy="219511"/>
          </a:xfrm>
          <a:custGeom>
            <a:rect b="b" l="l" r="r" t="t"/>
            <a:pathLst>
              <a:path extrusionOk="0" h="219511" w="192072">
                <a:moveTo>
                  <a:pt x="150914" y="54878"/>
                </a:moveTo>
                <a:cubicBezTo>
                  <a:pt x="150914" y="85189"/>
                  <a:pt x="126347" y="109755"/>
                  <a:pt x="96036" y="109755"/>
                </a:cubicBezTo>
                <a:cubicBezTo>
                  <a:pt x="71513" y="109755"/>
                  <a:pt x="50762" y="93678"/>
                  <a:pt x="43731" y="71470"/>
                </a:cubicBezTo>
                <a:cubicBezTo>
                  <a:pt x="43259" y="72027"/>
                  <a:pt x="42787" y="72584"/>
                  <a:pt x="42230" y="73099"/>
                </a:cubicBezTo>
                <a:cubicBezTo>
                  <a:pt x="35456" y="79873"/>
                  <a:pt x="25595" y="81974"/>
                  <a:pt x="19250" y="82574"/>
                </a:cubicBezTo>
                <a:cubicBezTo>
                  <a:pt x="15777" y="82917"/>
                  <a:pt x="12991" y="80130"/>
                  <a:pt x="13334" y="76657"/>
                </a:cubicBezTo>
                <a:cubicBezTo>
                  <a:pt x="13934" y="70355"/>
                  <a:pt x="16035" y="60451"/>
                  <a:pt x="22809" y="53677"/>
                </a:cubicBezTo>
                <a:cubicBezTo>
                  <a:pt x="25295" y="51191"/>
                  <a:pt x="28211" y="49347"/>
                  <a:pt x="31212" y="47932"/>
                </a:cubicBezTo>
                <a:cubicBezTo>
                  <a:pt x="28211" y="46560"/>
                  <a:pt x="25295" y="44674"/>
                  <a:pt x="22809" y="42187"/>
                </a:cubicBezTo>
                <a:cubicBezTo>
                  <a:pt x="16035" y="35413"/>
                  <a:pt x="13934" y="25552"/>
                  <a:pt x="13334" y="19207"/>
                </a:cubicBezTo>
                <a:cubicBezTo>
                  <a:pt x="12991" y="15734"/>
                  <a:pt x="15777" y="12948"/>
                  <a:pt x="19250" y="13291"/>
                </a:cubicBezTo>
                <a:cubicBezTo>
                  <a:pt x="25552" y="13891"/>
                  <a:pt x="35456" y="15992"/>
                  <a:pt x="42230" y="22766"/>
                </a:cubicBezTo>
                <a:cubicBezTo>
                  <a:pt x="44288" y="24824"/>
                  <a:pt x="45960" y="27224"/>
                  <a:pt x="47246" y="29668"/>
                </a:cubicBezTo>
                <a:cubicBezTo>
                  <a:pt x="56378" y="12005"/>
                  <a:pt x="74814" y="-86"/>
                  <a:pt x="96036" y="-86"/>
                </a:cubicBezTo>
                <a:cubicBezTo>
                  <a:pt x="126347" y="-86"/>
                  <a:pt x="150914" y="24481"/>
                  <a:pt x="150914" y="54792"/>
                </a:cubicBezTo>
                <a:close/>
                <a:moveTo>
                  <a:pt x="61737" y="48018"/>
                </a:moveTo>
                <a:cubicBezTo>
                  <a:pt x="61737" y="51791"/>
                  <a:pt x="64824" y="54878"/>
                  <a:pt x="68597" y="54878"/>
                </a:cubicBezTo>
                <a:lnTo>
                  <a:pt x="123475" y="54878"/>
                </a:lnTo>
                <a:cubicBezTo>
                  <a:pt x="127248" y="54878"/>
                  <a:pt x="130335" y="51791"/>
                  <a:pt x="130335" y="48018"/>
                </a:cubicBezTo>
                <a:cubicBezTo>
                  <a:pt x="130335" y="44245"/>
                  <a:pt x="127248" y="41158"/>
                  <a:pt x="123475" y="41158"/>
                </a:cubicBezTo>
                <a:lnTo>
                  <a:pt x="68597" y="41158"/>
                </a:lnTo>
                <a:cubicBezTo>
                  <a:pt x="64824" y="41158"/>
                  <a:pt x="61737" y="44245"/>
                  <a:pt x="61737" y="48018"/>
                </a:cubicBezTo>
                <a:close/>
                <a:moveTo>
                  <a:pt x="61137" y="138480"/>
                </a:moveTo>
                <a:lnTo>
                  <a:pt x="89862" y="160003"/>
                </a:lnTo>
                <a:cubicBezTo>
                  <a:pt x="93506" y="162747"/>
                  <a:pt x="98566" y="162747"/>
                  <a:pt x="102210" y="160003"/>
                </a:cubicBezTo>
                <a:lnTo>
                  <a:pt x="130935" y="138480"/>
                </a:lnTo>
                <a:cubicBezTo>
                  <a:pt x="133722" y="136380"/>
                  <a:pt x="137452" y="135822"/>
                  <a:pt x="140624" y="137280"/>
                </a:cubicBezTo>
                <a:cubicBezTo>
                  <a:pt x="166948" y="149370"/>
                  <a:pt x="185255" y="175952"/>
                  <a:pt x="185255" y="206778"/>
                </a:cubicBezTo>
                <a:cubicBezTo>
                  <a:pt x="185255" y="213809"/>
                  <a:pt x="179553" y="219511"/>
                  <a:pt x="172522" y="219511"/>
                </a:cubicBezTo>
                <a:lnTo>
                  <a:pt x="19593" y="219511"/>
                </a:lnTo>
                <a:cubicBezTo>
                  <a:pt x="12562" y="219511"/>
                  <a:pt x="6860" y="213809"/>
                  <a:pt x="6860" y="206778"/>
                </a:cubicBezTo>
                <a:cubicBezTo>
                  <a:pt x="6860" y="175909"/>
                  <a:pt x="25167" y="149327"/>
                  <a:pt x="51491" y="137280"/>
                </a:cubicBezTo>
                <a:cubicBezTo>
                  <a:pt x="54663" y="135822"/>
                  <a:pt x="58393" y="136380"/>
                  <a:pt x="61180" y="138480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9"/>
          <p:cNvSpPr/>
          <p:nvPr/>
        </p:nvSpPr>
        <p:spPr>
          <a:xfrm>
            <a:off x="3464871" y="2775898"/>
            <a:ext cx="2094500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8" u="none" cap="none" strike="noStrike">
                <a:solidFill>
                  <a:srgbClr val="FF6467"/>
                </a:solidFill>
                <a:latin typeface="Arial"/>
                <a:ea typeface="Arial"/>
                <a:cs typeface="Arial"/>
                <a:sym typeface="Arial"/>
              </a:rPr>
              <a:t>Hacker</a:t>
            </a:r>
            <a:endParaRPr b="0" i="0" sz="1600" u="none" cap="none" strike="noStrike"/>
          </a:p>
        </p:txBody>
      </p:sp>
      <p:sp>
        <p:nvSpPr>
          <p:cNvPr id="516" name="Google Shape;516;p9"/>
          <p:cNvSpPr/>
          <p:nvPr/>
        </p:nvSpPr>
        <p:spPr>
          <a:xfrm>
            <a:off x="3469444" y="2958824"/>
            <a:ext cx="2085353" cy="146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4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Bisa hapus semua data!</a:t>
            </a:r>
            <a:endParaRPr b="0" i="0" sz="1600" u="none" cap="none" strike="noStrike"/>
          </a:p>
        </p:txBody>
      </p:sp>
      <p:sp>
        <p:nvSpPr>
          <p:cNvPr id="517" name="Google Shape;517;p9"/>
          <p:cNvSpPr/>
          <p:nvPr/>
        </p:nvSpPr>
        <p:spPr>
          <a:xfrm>
            <a:off x="370425" y="3713392"/>
            <a:ext cx="5615820" cy="3146323"/>
          </a:xfrm>
          <a:custGeom>
            <a:rect b="b" l="l" r="r" t="t"/>
            <a:pathLst>
              <a:path extrusionOk="0" h="3146323" w="5615820">
                <a:moveTo>
                  <a:pt x="146335" y="0"/>
                </a:moveTo>
                <a:lnTo>
                  <a:pt x="5469484" y="0"/>
                </a:lnTo>
                <a:cubicBezTo>
                  <a:pt x="5550303" y="0"/>
                  <a:pt x="5615820" y="65517"/>
                  <a:pt x="5615820" y="146335"/>
                </a:cubicBezTo>
                <a:lnTo>
                  <a:pt x="5615820" y="2999987"/>
                </a:lnTo>
                <a:cubicBezTo>
                  <a:pt x="5615820" y="3080806"/>
                  <a:pt x="5550303" y="3146323"/>
                  <a:pt x="5469484" y="3146323"/>
                </a:cubicBezTo>
                <a:lnTo>
                  <a:pt x="146335" y="3146323"/>
                </a:lnTo>
                <a:cubicBezTo>
                  <a:pt x="65517" y="3146323"/>
                  <a:pt x="0" y="3080806"/>
                  <a:pt x="0" y="2999987"/>
                </a:cubicBezTo>
                <a:lnTo>
                  <a:pt x="0" y="146335"/>
                </a:lnTo>
                <a:cubicBezTo>
                  <a:pt x="0" y="65571"/>
                  <a:pt x="65571" y="0"/>
                  <a:pt x="14633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9"/>
          <p:cNvSpPr/>
          <p:nvPr/>
        </p:nvSpPr>
        <p:spPr>
          <a:xfrm>
            <a:off x="580789" y="3946623"/>
            <a:ext cx="164633" cy="164633"/>
          </a:xfrm>
          <a:custGeom>
            <a:rect b="b" l="l" r="r" t="t"/>
            <a:pathLst>
              <a:path extrusionOk="0" h="164633" w="164633">
                <a:moveTo>
                  <a:pt x="108041" y="113185"/>
                </a:moveTo>
                <a:cubicBezTo>
                  <a:pt x="139295" y="113185"/>
                  <a:pt x="164633" y="87847"/>
                  <a:pt x="164633" y="56593"/>
                </a:cubicBezTo>
                <a:cubicBezTo>
                  <a:pt x="164633" y="25338"/>
                  <a:pt x="139295" y="0"/>
                  <a:pt x="108041" y="0"/>
                </a:cubicBezTo>
                <a:cubicBezTo>
                  <a:pt x="76786" y="0"/>
                  <a:pt x="51448" y="25338"/>
                  <a:pt x="51448" y="56593"/>
                </a:cubicBezTo>
                <a:cubicBezTo>
                  <a:pt x="51448" y="62606"/>
                  <a:pt x="52380" y="68426"/>
                  <a:pt x="54117" y="73860"/>
                </a:cubicBezTo>
                <a:lnTo>
                  <a:pt x="2251" y="125726"/>
                </a:lnTo>
                <a:cubicBezTo>
                  <a:pt x="804" y="127173"/>
                  <a:pt x="0" y="129134"/>
                  <a:pt x="0" y="131192"/>
                </a:cubicBezTo>
                <a:lnTo>
                  <a:pt x="0" y="156916"/>
                </a:lnTo>
                <a:cubicBezTo>
                  <a:pt x="0" y="161193"/>
                  <a:pt x="3441" y="164633"/>
                  <a:pt x="7717" y="164633"/>
                </a:cubicBezTo>
                <a:lnTo>
                  <a:pt x="33441" y="164633"/>
                </a:lnTo>
                <a:cubicBezTo>
                  <a:pt x="37718" y="164633"/>
                  <a:pt x="41158" y="161193"/>
                  <a:pt x="41158" y="156916"/>
                </a:cubicBezTo>
                <a:lnTo>
                  <a:pt x="41158" y="144054"/>
                </a:lnTo>
                <a:lnTo>
                  <a:pt x="54020" y="144054"/>
                </a:lnTo>
                <a:cubicBezTo>
                  <a:pt x="58297" y="144054"/>
                  <a:pt x="61737" y="140613"/>
                  <a:pt x="61737" y="136337"/>
                </a:cubicBezTo>
                <a:lnTo>
                  <a:pt x="61737" y="123475"/>
                </a:lnTo>
                <a:lnTo>
                  <a:pt x="74599" y="123475"/>
                </a:lnTo>
                <a:cubicBezTo>
                  <a:pt x="76657" y="123475"/>
                  <a:pt x="78619" y="122671"/>
                  <a:pt x="80066" y="121224"/>
                </a:cubicBezTo>
                <a:lnTo>
                  <a:pt x="90773" y="110516"/>
                </a:lnTo>
                <a:cubicBezTo>
                  <a:pt x="96208" y="112253"/>
                  <a:pt x="102028" y="113185"/>
                  <a:pt x="108041" y="113185"/>
                </a:cubicBezTo>
                <a:close/>
                <a:moveTo>
                  <a:pt x="120902" y="30869"/>
                </a:moveTo>
                <a:cubicBezTo>
                  <a:pt x="128001" y="30869"/>
                  <a:pt x="133764" y="36632"/>
                  <a:pt x="133764" y="43731"/>
                </a:cubicBezTo>
                <a:cubicBezTo>
                  <a:pt x="133764" y="50829"/>
                  <a:pt x="128001" y="56593"/>
                  <a:pt x="120902" y="56593"/>
                </a:cubicBezTo>
                <a:cubicBezTo>
                  <a:pt x="113804" y="56593"/>
                  <a:pt x="108041" y="50829"/>
                  <a:pt x="108041" y="43731"/>
                </a:cubicBezTo>
                <a:cubicBezTo>
                  <a:pt x="108041" y="36632"/>
                  <a:pt x="113804" y="30869"/>
                  <a:pt x="120902" y="30869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9"/>
          <p:cNvSpPr/>
          <p:nvPr/>
        </p:nvSpPr>
        <p:spPr>
          <a:xfrm>
            <a:off x="768288" y="3900891"/>
            <a:ext cx="5112774" cy="256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6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Solusi: Token (Konsep)</a:t>
            </a:r>
            <a:endParaRPr b="0" i="0" sz="1600" u="none" cap="none" strike="noStrike"/>
          </a:p>
        </p:txBody>
      </p:sp>
      <p:sp>
        <p:nvSpPr>
          <p:cNvPr id="520" name="Google Shape;520;p9"/>
          <p:cNvSpPr/>
          <p:nvPr/>
        </p:nvSpPr>
        <p:spPr>
          <a:xfrm>
            <a:off x="557923" y="4266743"/>
            <a:ext cx="5240822" cy="1682917"/>
          </a:xfrm>
          <a:custGeom>
            <a:rect b="b" l="l" r="r" t="t"/>
            <a:pathLst>
              <a:path extrusionOk="0" h="1682917" w="5240822">
                <a:moveTo>
                  <a:pt x="109760" y="0"/>
                </a:moveTo>
                <a:lnTo>
                  <a:pt x="5131062" y="0"/>
                </a:lnTo>
                <a:cubicBezTo>
                  <a:pt x="5191681" y="0"/>
                  <a:pt x="5240822" y="49141"/>
                  <a:pt x="5240822" y="109760"/>
                </a:cubicBezTo>
                <a:lnTo>
                  <a:pt x="5240822" y="1573157"/>
                </a:lnTo>
                <a:cubicBezTo>
                  <a:pt x="5240822" y="1633776"/>
                  <a:pt x="5191681" y="1682917"/>
                  <a:pt x="5131062" y="1682917"/>
                </a:cubicBezTo>
                <a:lnTo>
                  <a:pt x="109760" y="1682917"/>
                </a:lnTo>
                <a:cubicBezTo>
                  <a:pt x="49141" y="1682917"/>
                  <a:pt x="0" y="1633776"/>
                  <a:pt x="0" y="1573157"/>
                </a:cubicBezTo>
                <a:lnTo>
                  <a:pt x="0" y="109760"/>
                </a:lnTo>
                <a:cubicBezTo>
                  <a:pt x="0" y="49141"/>
                  <a:pt x="49141" y="0"/>
                  <a:pt x="109760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9"/>
          <p:cNvSpPr/>
          <p:nvPr/>
        </p:nvSpPr>
        <p:spPr>
          <a:xfrm>
            <a:off x="704264" y="4413083"/>
            <a:ext cx="5012165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8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Token</a:t>
            </a:r>
            <a:r>
              <a:rPr b="0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seperti </a:t>
            </a:r>
            <a:r>
              <a:rPr b="1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KTP Digital</a:t>
            </a:r>
            <a:r>
              <a:rPr b="0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yang dikasih server setelah login.</a:t>
            </a:r>
            <a:endParaRPr b="0" i="0" sz="1600" u="none" cap="none" strike="noStrike"/>
          </a:p>
        </p:txBody>
      </p:sp>
      <p:sp>
        <p:nvSpPr>
          <p:cNvPr id="522" name="Google Shape;522;p9"/>
          <p:cNvSpPr/>
          <p:nvPr/>
        </p:nvSpPr>
        <p:spPr>
          <a:xfrm>
            <a:off x="704264" y="4705764"/>
            <a:ext cx="219511" cy="219511"/>
          </a:xfrm>
          <a:custGeom>
            <a:rect b="b" l="l" r="r" t="t"/>
            <a:pathLst>
              <a:path extrusionOk="0" h="219511" w="219511">
                <a:moveTo>
                  <a:pt x="109755" y="0"/>
                </a:moveTo>
                <a:lnTo>
                  <a:pt x="109755" y="0"/>
                </a:lnTo>
                <a:cubicBezTo>
                  <a:pt x="170331" y="0"/>
                  <a:pt x="219511" y="49180"/>
                  <a:pt x="219511" y="109755"/>
                </a:cubicBezTo>
                <a:lnTo>
                  <a:pt x="219511" y="109755"/>
                </a:lnTo>
                <a:cubicBezTo>
                  <a:pt x="219511" y="170331"/>
                  <a:pt x="170331" y="219511"/>
                  <a:pt x="109755" y="219511"/>
                </a:cubicBezTo>
                <a:lnTo>
                  <a:pt x="109755" y="219511"/>
                </a:lnTo>
                <a:cubicBezTo>
                  <a:pt x="49180" y="219511"/>
                  <a:pt x="0" y="170331"/>
                  <a:pt x="0" y="109755"/>
                </a:cubicBezTo>
                <a:lnTo>
                  <a:pt x="0" y="109755"/>
                </a:lnTo>
                <a:cubicBezTo>
                  <a:pt x="0" y="49180"/>
                  <a:pt x="49180" y="0"/>
                  <a:pt x="109755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9"/>
          <p:cNvSpPr/>
          <p:nvPr/>
        </p:nvSpPr>
        <p:spPr>
          <a:xfrm>
            <a:off x="676825" y="4705764"/>
            <a:ext cx="274389" cy="219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/>
          </a:p>
        </p:txBody>
      </p:sp>
      <p:sp>
        <p:nvSpPr>
          <p:cNvPr id="524" name="Google Shape;524;p9"/>
          <p:cNvSpPr/>
          <p:nvPr/>
        </p:nvSpPr>
        <p:spPr>
          <a:xfrm>
            <a:off x="1033530" y="4705764"/>
            <a:ext cx="1792672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Login → Server kasih "Token"</a:t>
            </a:r>
            <a:endParaRPr b="0" i="0" sz="1600" u="none" cap="none" strike="noStrike"/>
          </a:p>
        </p:txBody>
      </p:sp>
      <p:sp>
        <p:nvSpPr>
          <p:cNvPr id="525" name="Google Shape;525;p9"/>
          <p:cNvSpPr/>
          <p:nvPr/>
        </p:nvSpPr>
        <p:spPr>
          <a:xfrm>
            <a:off x="704264" y="4998446"/>
            <a:ext cx="219511" cy="219511"/>
          </a:xfrm>
          <a:custGeom>
            <a:rect b="b" l="l" r="r" t="t"/>
            <a:pathLst>
              <a:path extrusionOk="0" h="219511" w="219511">
                <a:moveTo>
                  <a:pt x="109755" y="0"/>
                </a:moveTo>
                <a:lnTo>
                  <a:pt x="109755" y="0"/>
                </a:lnTo>
                <a:cubicBezTo>
                  <a:pt x="170331" y="0"/>
                  <a:pt x="219511" y="49180"/>
                  <a:pt x="219511" y="109755"/>
                </a:cubicBezTo>
                <a:lnTo>
                  <a:pt x="219511" y="109755"/>
                </a:lnTo>
                <a:cubicBezTo>
                  <a:pt x="219511" y="170331"/>
                  <a:pt x="170331" y="219511"/>
                  <a:pt x="109755" y="219511"/>
                </a:cubicBezTo>
                <a:lnTo>
                  <a:pt x="109755" y="219511"/>
                </a:lnTo>
                <a:cubicBezTo>
                  <a:pt x="49180" y="219511"/>
                  <a:pt x="0" y="170331"/>
                  <a:pt x="0" y="109755"/>
                </a:cubicBezTo>
                <a:lnTo>
                  <a:pt x="0" y="109755"/>
                </a:lnTo>
                <a:cubicBezTo>
                  <a:pt x="0" y="49180"/>
                  <a:pt x="49180" y="0"/>
                  <a:pt x="109755" y="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9"/>
          <p:cNvSpPr/>
          <p:nvPr/>
        </p:nvSpPr>
        <p:spPr>
          <a:xfrm>
            <a:off x="676825" y="4998446"/>
            <a:ext cx="274389" cy="219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/>
          </a:p>
        </p:txBody>
      </p:sp>
      <p:sp>
        <p:nvSpPr>
          <p:cNvPr id="527" name="Google Shape;527;p9"/>
          <p:cNvSpPr/>
          <p:nvPr/>
        </p:nvSpPr>
        <p:spPr>
          <a:xfrm>
            <a:off x="1033530" y="4998446"/>
            <a:ext cx="2204255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React simpan Token di LocalStorage</a:t>
            </a:r>
            <a:endParaRPr b="0" i="0" sz="1600" u="none" cap="none" strike="noStrike"/>
          </a:p>
        </p:txBody>
      </p:sp>
      <p:sp>
        <p:nvSpPr>
          <p:cNvPr id="528" name="Google Shape;528;p9"/>
          <p:cNvSpPr/>
          <p:nvPr/>
        </p:nvSpPr>
        <p:spPr>
          <a:xfrm>
            <a:off x="704264" y="5291127"/>
            <a:ext cx="219511" cy="219511"/>
          </a:xfrm>
          <a:custGeom>
            <a:rect b="b" l="l" r="r" t="t"/>
            <a:pathLst>
              <a:path extrusionOk="0" h="219511" w="219511">
                <a:moveTo>
                  <a:pt x="109755" y="0"/>
                </a:moveTo>
                <a:lnTo>
                  <a:pt x="109755" y="0"/>
                </a:lnTo>
                <a:cubicBezTo>
                  <a:pt x="170331" y="0"/>
                  <a:pt x="219511" y="49180"/>
                  <a:pt x="219511" y="109755"/>
                </a:cubicBezTo>
                <a:lnTo>
                  <a:pt x="219511" y="109755"/>
                </a:lnTo>
                <a:cubicBezTo>
                  <a:pt x="219511" y="170331"/>
                  <a:pt x="170331" y="219511"/>
                  <a:pt x="109755" y="219511"/>
                </a:cubicBezTo>
                <a:lnTo>
                  <a:pt x="109755" y="219511"/>
                </a:lnTo>
                <a:cubicBezTo>
                  <a:pt x="49180" y="219511"/>
                  <a:pt x="0" y="170331"/>
                  <a:pt x="0" y="109755"/>
                </a:cubicBezTo>
                <a:lnTo>
                  <a:pt x="0" y="109755"/>
                </a:lnTo>
                <a:cubicBezTo>
                  <a:pt x="0" y="49180"/>
                  <a:pt x="49180" y="0"/>
                  <a:pt x="109755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9"/>
          <p:cNvSpPr/>
          <p:nvPr/>
        </p:nvSpPr>
        <p:spPr>
          <a:xfrm>
            <a:off x="676825" y="5291127"/>
            <a:ext cx="274389" cy="219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/>
          </a:p>
        </p:txBody>
      </p:sp>
      <p:sp>
        <p:nvSpPr>
          <p:cNvPr id="530" name="Google Shape;530;p9"/>
          <p:cNvSpPr/>
          <p:nvPr/>
        </p:nvSpPr>
        <p:spPr>
          <a:xfrm>
            <a:off x="1033530" y="5291127"/>
            <a:ext cx="3064006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Setiap request, kirim: </a:t>
            </a:r>
            <a:r>
              <a:rPr b="0" i="0" lang="en-US" sz="864" u="none" cap="none" strike="noStrike">
                <a:solidFill>
                  <a:srgbClr val="F59E0B"/>
                </a:solidFill>
                <a:highlight>
                  <a:srgbClr val="F59E0B"/>
                </a:highlight>
                <a:latin typeface="Arial"/>
                <a:ea typeface="Arial"/>
                <a:cs typeface="Arial"/>
                <a:sym typeface="Arial"/>
              </a:rPr>
              <a:t>Authorization: Bearer xxx</a:t>
            </a:r>
            <a:endParaRPr b="0" i="0" sz="1600" u="none" cap="none" strike="noStrike"/>
          </a:p>
        </p:txBody>
      </p:sp>
      <p:sp>
        <p:nvSpPr>
          <p:cNvPr id="531" name="Google Shape;531;p9"/>
          <p:cNvSpPr/>
          <p:nvPr/>
        </p:nvSpPr>
        <p:spPr>
          <a:xfrm>
            <a:off x="704264" y="5583808"/>
            <a:ext cx="219511" cy="219511"/>
          </a:xfrm>
          <a:custGeom>
            <a:rect b="b" l="l" r="r" t="t"/>
            <a:pathLst>
              <a:path extrusionOk="0" h="219511" w="219511">
                <a:moveTo>
                  <a:pt x="109755" y="0"/>
                </a:moveTo>
                <a:lnTo>
                  <a:pt x="109755" y="0"/>
                </a:lnTo>
                <a:cubicBezTo>
                  <a:pt x="170331" y="0"/>
                  <a:pt x="219511" y="49180"/>
                  <a:pt x="219511" y="109755"/>
                </a:cubicBezTo>
                <a:lnTo>
                  <a:pt x="219511" y="109755"/>
                </a:lnTo>
                <a:cubicBezTo>
                  <a:pt x="219511" y="170331"/>
                  <a:pt x="170331" y="219511"/>
                  <a:pt x="109755" y="219511"/>
                </a:cubicBezTo>
                <a:lnTo>
                  <a:pt x="109755" y="219511"/>
                </a:lnTo>
                <a:cubicBezTo>
                  <a:pt x="49180" y="219511"/>
                  <a:pt x="0" y="170331"/>
                  <a:pt x="0" y="109755"/>
                </a:cubicBezTo>
                <a:lnTo>
                  <a:pt x="0" y="109755"/>
                </a:lnTo>
                <a:cubicBezTo>
                  <a:pt x="0" y="49180"/>
                  <a:pt x="49180" y="0"/>
                  <a:pt x="109755" y="0"/>
                </a:cubicBezTo>
                <a:close/>
              </a:path>
            </a:pathLst>
          </a:custGeom>
          <a:solidFill>
            <a:srgbClr val="AD4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9"/>
          <p:cNvSpPr/>
          <p:nvPr/>
        </p:nvSpPr>
        <p:spPr>
          <a:xfrm>
            <a:off x="676825" y="5583808"/>
            <a:ext cx="274389" cy="219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/>
          </a:p>
        </p:txBody>
      </p:sp>
      <p:sp>
        <p:nvSpPr>
          <p:cNvPr id="533" name="Google Shape;533;p9"/>
          <p:cNvSpPr/>
          <p:nvPr/>
        </p:nvSpPr>
        <p:spPr>
          <a:xfrm>
            <a:off x="1033530" y="5583808"/>
            <a:ext cx="3567052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Server cek: "Token valid? Ya, silakan akses data User A saja"</a:t>
            </a:r>
            <a:endParaRPr b="0" i="0" sz="1600" u="none" cap="none" strike="noStrike"/>
          </a:p>
        </p:txBody>
      </p:sp>
      <p:sp>
        <p:nvSpPr>
          <p:cNvPr id="534" name="Google Shape;534;p9"/>
          <p:cNvSpPr/>
          <p:nvPr/>
        </p:nvSpPr>
        <p:spPr>
          <a:xfrm>
            <a:off x="6211829" y="1138713"/>
            <a:ext cx="5615820" cy="4637167"/>
          </a:xfrm>
          <a:custGeom>
            <a:rect b="b" l="l" r="r" t="t"/>
            <a:pathLst>
              <a:path extrusionOk="0" h="4637167" w="5615820">
                <a:moveTo>
                  <a:pt x="146349" y="0"/>
                </a:moveTo>
                <a:lnTo>
                  <a:pt x="5469471" y="0"/>
                </a:lnTo>
                <a:cubicBezTo>
                  <a:pt x="5550297" y="0"/>
                  <a:pt x="5615820" y="65523"/>
                  <a:pt x="5615820" y="146349"/>
                </a:cubicBezTo>
                <a:lnTo>
                  <a:pt x="5615820" y="4490818"/>
                </a:lnTo>
                <a:cubicBezTo>
                  <a:pt x="5615820" y="4571645"/>
                  <a:pt x="5550297" y="4637167"/>
                  <a:pt x="5469471" y="4637167"/>
                </a:cubicBezTo>
                <a:lnTo>
                  <a:pt x="146349" y="4637167"/>
                </a:lnTo>
                <a:cubicBezTo>
                  <a:pt x="65523" y="4637167"/>
                  <a:pt x="0" y="4571645"/>
                  <a:pt x="0" y="4490818"/>
                </a:cubicBezTo>
                <a:lnTo>
                  <a:pt x="0" y="146349"/>
                </a:lnTo>
                <a:cubicBezTo>
                  <a:pt x="0" y="65577"/>
                  <a:pt x="65577" y="0"/>
                  <a:pt x="146349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3B82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9"/>
          <p:cNvSpPr/>
          <p:nvPr/>
        </p:nvSpPr>
        <p:spPr>
          <a:xfrm>
            <a:off x="6422194" y="1371943"/>
            <a:ext cx="164633" cy="164633"/>
          </a:xfrm>
          <a:custGeom>
            <a:rect b="b" l="l" r="r" t="t"/>
            <a:pathLst>
              <a:path extrusionOk="0" h="164633" w="164633">
                <a:moveTo>
                  <a:pt x="162254" y="37235"/>
                </a:moveTo>
                <a:cubicBezTo>
                  <a:pt x="162222" y="37171"/>
                  <a:pt x="162189" y="37075"/>
                  <a:pt x="162157" y="37010"/>
                </a:cubicBezTo>
                <a:cubicBezTo>
                  <a:pt x="162125" y="36882"/>
                  <a:pt x="162061" y="36753"/>
                  <a:pt x="161996" y="36624"/>
                </a:cubicBezTo>
                <a:cubicBezTo>
                  <a:pt x="161932" y="36560"/>
                  <a:pt x="161900" y="36464"/>
                  <a:pt x="161836" y="36399"/>
                </a:cubicBezTo>
                <a:cubicBezTo>
                  <a:pt x="161771" y="36303"/>
                  <a:pt x="161675" y="36206"/>
                  <a:pt x="161611" y="36110"/>
                </a:cubicBezTo>
                <a:cubicBezTo>
                  <a:pt x="161546" y="36046"/>
                  <a:pt x="161450" y="35981"/>
                  <a:pt x="161353" y="35917"/>
                </a:cubicBezTo>
                <a:cubicBezTo>
                  <a:pt x="161257" y="35853"/>
                  <a:pt x="161160" y="35756"/>
                  <a:pt x="161064" y="35692"/>
                </a:cubicBezTo>
                <a:lnTo>
                  <a:pt x="130099" y="17846"/>
                </a:lnTo>
                <a:cubicBezTo>
                  <a:pt x="129713" y="17621"/>
                  <a:pt x="129263" y="17492"/>
                  <a:pt x="128813" y="17492"/>
                </a:cubicBezTo>
                <a:cubicBezTo>
                  <a:pt x="128362" y="17492"/>
                  <a:pt x="127912" y="17621"/>
                  <a:pt x="127526" y="17846"/>
                </a:cubicBezTo>
                <a:lnTo>
                  <a:pt x="96561" y="35692"/>
                </a:lnTo>
                <a:cubicBezTo>
                  <a:pt x="96465" y="35756"/>
                  <a:pt x="96368" y="35821"/>
                  <a:pt x="96272" y="35917"/>
                </a:cubicBezTo>
                <a:cubicBezTo>
                  <a:pt x="96175" y="35981"/>
                  <a:pt x="96111" y="36046"/>
                  <a:pt x="96015" y="36110"/>
                </a:cubicBezTo>
                <a:cubicBezTo>
                  <a:pt x="95918" y="36206"/>
                  <a:pt x="95854" y="36303"/>
                  <a:pt x="95789" y="36399"/>
                </a:cubicBezTo>
                <a:cubicBezTo>
                  <a:pt x="95725" y="36464"/>
                  <a:pt x="95661" y="36528"/>
                  <a:pt x="95629" y="36624"/>
                </a:cubicBezTo>
                <a:cubicBezTo>
                  <a:pt x="95564" y="36753"/>
                  <a:pt x="95500" y="36882"/>
                  <a:pt x="95468" y="37010"/>
                </a:cubicBezTo>
                <a:cubicBezTo>
                  <a:pt x="95436" y="37075"/>
                  <a:pt x="95404" y="37139"/>
                  <a:pt x="95371" y="37235"/>
                </a:cubicBezTo>
                <a:cubicBezTo>
                  <a:pt x="95307" y="37460"/>
                  <a:pt x="95275" y="37686"/>
                  <a:pt x="95275" y="37911"/>
                </a:cubicBezTo>
                <a:lnTo>
                  <a:pt x="95275" y="71738"/>
                </a:lnTo>
                <a:lnTo>
                  <a:pt x="69487" y="86593"/>
                </a:lnTo>
                <a:lnTo>
                  <a:pt x="69487" y="20386"/>
                </a:lnTo>
                <a:cubicBezTo>
                  <a:pt x="69487" y="20161"/>
                  <a:pt x="69455" y="19936"/>
                  <a:pt x="69390" y="19711"/>
                </a:cubicBezTo>
                <a:cubicBezTo>
                  <a:pt x="69358" y="19647"/>
                  <a:pt x="69326" y="19582"/>
                  <a:pt x="69294" y="19486"/>
                </a:cubicBezTo>
                <a:cubicBezTo>
                  <a:pt x="69262" y="19357"/>
                  <a:pt x="69197" y="19229"/>
                  <a:pt x="69133" y="19100"/>
                </a:cubicBezTo>
                <a:cubicBezTo>
                  <a:pt x="69101" y="19004"/>
                  <a:pt x="69004" y="18939"/>
                  <a:pt x="68972" y="18875"/>
                </a:cubicBezTo>
                <a:cubicBezTo>
                  <a:pt x="68908" y="18778"/>
                  <a:pt x="68812" y="18682"/>
                  <a:pt x="68747" y="18586"/>
                </a:cubicBezTo>
                <a:cubicBezTo>
                  <a:pt x="68683" y="18521"/>
                  <a:pt x="68586" y="18457"/>
                  <a:pt x="68490" y="18393"/>
                </a:cubicBezTo>
                <a:cubicBezTo>
                  <a:pt x="68394" y="18328"/>
                  <a:pt x="68297" y="18232"/>
                  <a:pt x="68201" y="18168"/>
                </a:cubicBezTo>
                <a:lnTo>
                  <a:pt x="37235" y="354"/>
                </a:lnTo>
                <a:cubicBezTo>
                  <a:pt x="36850" y="129"/>
                  <a:pt x="36399" y="0"/>
                  <a:pt x="35949" y="0"/>
                </a:cubicBezTo>
                <a:cubicBezTo>
                  <a:pt x="35499" y="0"/>
                  <a:pt x="35049" y="129"/>
                  <a:pt x="34663" y="354"/>
                </a:cubicBezTo>
                <a:lnTo>
                  <a:pt x="3698" y="18168"/>
                </a:lnTo>
                <a:cubicBezTo>
                  <a:pt x="3601" y="18232"/>
                  <a:pt x="3505" y="18296"/>
                  <a:pt x="3408" y="18393"/>
                </a:cubicBezTo>
                <a:cubicBezTo>
                  <a:pt x="3312" y="18457"/>
                  <a:pt x="3248" y="18521"/>
                  <a:pt x="3151" y="18586"/>
                </a:cubicBezTo>
                <a:cubicBezTo>
                  <a:pt x="3055" y="18682"/>
                  <a:pt x="2990" y="18778"/>
                  <a:pt x="2926" y="18875"/>
                </a:cubicBezTo>
                <a:cubicBezTo>
                  <a:pt x="2862" y="18971"/>
                  <a:pt x="2797" y="19036"/>
                  <a:pt x="2733" y="19100"/>
                </a:cubicBezTo>
                <a:cubicBezTo>
                  <a:pt x="2669" y="19229"/>
                  <a:pt x="2605" y="19357"/>
                  <a:pt x="2572" y="19486"/>
                </a:cubicBezTo>
                <a:cubicBezTo>
                  <a:pt x="2540" y="19550"/>
                  <a:pt x="2508" y="19614"/>
                  <a:pt x="2476" y="19711"/>
                </a:cubicBezTo>
                <a:cubicBezTo>
                  <a:pt x="2412" y="19936"/>
                  <a:pt x="2379" y="20161"/>
                  <a:pt x="2379" y="20386"/>
                </a:cubicBezTo>
                <a:lnTo>
                  <a:pt x="2379" y="126401"/>
                </a:lnTo>
                <a:cubicBezTo>
                  <a:pt x="2379" y="126851"/>
                  <a:pt x="2508" y="127301"/>
                  <a:pt x="2733" y="127687"/>
                </a:cubicBezTo>
                <a:cubicBezTo>
                  <a:pt x="2958" y="128073"/>
                  <a:pt x="3280" y="128395"/>
                  <a:pt x="3666" y="128620"/>
                </a:cubicBezTo>
                <a:lnTo>
                  <a:pt x="65596" y="164279"/>
                </a:lnTo>
                <a:cubicBezTo>
                  <a:pt x="65725" y="164344"/>
                  <a:pt x="65885" y="164408"/>
                  <a:pt x="66014" y="164440"/>
                </a:cubicBezTo>
                <a:cubicBezTo>
                  <a:pt x="66078" y="164472"/>
                  <a:pt x="66143" y="164505"/>
                  <a:pt x="66207" y="164537"/>
                </a:cubicBezTo>
                <a:cubicBezTo>
                  <a:pt x="66625" y="164665"/>
                  <a:pt x="67107" y="164665"/>
                  <a:pt x="67525" y="164537"/>
                </a:cubicBezTo>
                <a:cubicBezTo>
                  <a:pt x="67590" y="164505"/>
                  <a:pt x="67654" y="164472"/>
                  <a:pt x="67718" y="164472"/>
                </a:cubicBezTo>
                <a:cubicBezTo>
                  <a:pt x="67879" y="164408"/>
                  <a:pt x="68040" y="164376"/>
                  <a:pt x="68168" y="164279"/>
                </a:cubicBezTo>
                <a:lnTo>
                  <a:pt x="130099" y="128652"/>
                </a:lnTo>
                <a:cubicBezTo>
                  <a:pt x="130485" y="128427"/>
                  <a:pt x="130806" y="128105"/>
                  <a:pt x="131031" y="127719"/>
                </a:cubicBezTo>
                <a:cubicBezTo>
                  <a:pt x="131256" y="127333"/>
                  <a:pt x="131385" y="126883"/>
                  <a:pt x="131385" y="126433"/>
                </a:cubicBezTo>
                <a:lnTo>
                  <a:pt x="131385" y="92574"/>
                </a:lnTo>
                <a:lnTo>
                  <a:pt x="161032" y="75500"/>
                </a:lnTo>
                <a:cubicBezTo>
                  <a:pt x="161418" y="75275"/>
                  <a:pt x="161739" y="74953"/>
                  <a:pt x="161964" y="74535"/>
                </a:cubicBezTo>
                <a:cubicBezTo>
                  <a:pt x="162189" y="74117"/>
                  <a:pt x="162318" y="73699"/>
                  <a:pt x="162318" y="73249"/>
                </a:cubicBezTo>
                <a:lnTo>
                  <a:pt x="162318" y="37943"/>
                </a:lnTo>
                <a:cubicBezTo>
                  <a:pt x="162318" y="37718"/>
                  <a:pt x="162286" y="37493"/>
                  <a:pt x="162254" y="37268"/>
                </a:cubicBezTo>
                <a:close/>
                <a:moveTo>
                  <a:pt x="35949" y="5563"/>
                </a:moveTo>
                <a:lnTo>
                  <a:pt x="61737" y="20386"/>
                </a:lnTo>
                <a:lnTo>
                  <a:pt x="35949" y="35242"/>
                </a:lnTo>
                <a:lnTo>
                  <a:pt x="10161" y="20386"/>
                </a:lnTo>
                <a:lnTo>
                  <a:pt x="35949" y="5531"/>
                </a:lnTo>
                <a:close/>
                <a:moveTo>
                  <a:pt x="64310" y="24856"/>
                </a:moveTo>
                <a:lnTo>
                  <a:pt x="64310" y="89584"/>
                </a:lnTo>
                <a:cubicBezTo>
                  <a:pt x="53634" y="95725"/>
                  <a:pt x="45049" y="100677"/>
                  <a:pt x="38522" y="104439"/>
                </a:cubicBezTo>
                <a:lnTo>
                  <a:pt x="38522" y="39711"/>
                </a:lnTo>
                <a:cubicBezTo>
                  <a:pt x="49197" y="33570"/>
                  <a:pt x="57782" y="28618"/>
                  <a:pt x="64310" y="24856"/>
                </a:cubicBezTo>
                <a:close/>
                <a:moveTo>
                  <a:pt x="64310" y="157591"/>
                </a:moveTo>
                <a:lnTo>
                  <a:pt x="7556" y="124922"/>
                </a:lnTo>
                <a:lnTo>
                  <a:pt x="7556" y="24856"/>
                </a:lnTo>
                <a:cubicBezTo>
                  <a:pt x="14084" y="28618"/>
                  <a:pt x="22701" y="33570"/>
                  <a:pt x="33345" y="39711"/>
                </a:cubicBezTo>
                <a:lnTo>
                  <a:pt x="33345" y="108909"/>
                </a:lnTo>
                <a:cubicBezTo>
                  <a:pt x="33345" y="109005"/>
                  <a:pt x="33377" y="109102"/>
                  <a:pt x="33377" y="109198"/>
                </a:cubicBezTo>
                <a:cubicBezTo>
                  <a:pt x="33377" y="109327"/>
                  <a:pt x="33409" y="109455"/>
                  <a:pt x="33441" y="109584"/>
                </a:cubicBezTo>
                <a:cubicBezTo>
                  <a:pt x="33473" y="109680"/>
                  <a:pt x="33505" y="109777"/>
                  <a:pt x="33570" y="109873"/>
                </a:cubicBezTo>
                <a:cubicBezTo>
                  <a:pt x="33602" y="109970"/>
                  <a:pt x="33666" y="110098"/>
                  <a:pt x="33698" y="110195"/>
                </a:cubicBezTo>
                <a:cubicBezTo>
                  <a:pt x="33763" y="110291"/>
                  <a:pt x="33827" y="110356"/>
                  <a:pt x="33891" y="110452"/>
                </a:cubicBezTo>
                <a:cubicBezTo>
                  <a:pt x="33956" y="110549"/>
                  <a:pt x="34020" y="110645"/>
                  <a:pt x="34116" y="110709"/>
                </a:cubicBezTo>
                <a:cubicBezTo>
                  <a:pt x="34181" y="110774"/>
                  <a:pt x="34277" y="110838"/>
                  <a:pt x="34374" y="110902"/>
                </a:cubicBezTo>
                <a:cubicBezTo>
                  <a:pt x="34470" y="110967"/>
                  <a:pt x="34567" y="111063"/>
                  <a:pt x="34663" y="111127"/>
                </a:cubicBezTo>
                <a:lnTo>
                  <a:pt x="64310" y="127912"/>
                </a:lnTo>
                <a:lnTo>
                  <a:pt x="64342" y="157623"/>
                </a:lnTo>
                <a:close/>
                <a:moveTo>
                  <a:pt x="66882" y="123443"/>
                </a:moveTo>
                <a:lnTo>
                  <a:pt x="41158" y="108877"/>
                </a:lnTo>
                <a:cubicBezTo>
                  <a:pt x="58747" y="98748"/>
                  <a:pt x="77654" y="87879"/>
                  <a:pt x="97847" y="76239"/>
                </a:cubicBezTo>
                <a:lnTo>
                  <a:pt x="123603" y="91063"/>
                </a:lnTo>
                <a:cubicBezTo>
                  <a:pt x="114150" y="96465"/>
                  <a:pt x="95243" y="107237"/>
                  <a:pt x="66882" y="123443"/>
                </a:cubicBezTo>
                <a:close/>
                <a:moveTo>
                  <a:pt x="126208" y="124922"/>
                </a:moveTo>
                <a:lnTo>
                  <a:pt x="69455" y="157591"/>
                </a:lnTo>
                <a:lnTo>
                  <a:pt x="69455" y="127912"/>
                </a:lnTo>
                <a:cubicBezTo>
                  <a:pt x="102060" y="109327"/>
                  <a:pt x="120967" y="98523"/>
                  <a:pt x="126208" y="95500"/>
                </a:cubicBezTo>
                <a:lnTo>
                  <a:pt x="126208" y="124890"/>
                </a:lnTo>
                <a:close/>
                <a:moveTo>
                  <a:pt x="126208" y="86625"/>
                </a:moveTo>
                <a:cubicBezTo>
                  <a:pt x="119681" y="82895"/>
                  <a:pt x="111063" y="77944"/>
                  <a:pt x="100420" y="71802"/>
                </a:cubicBezTo>
                <a:lnTo>
                  <a:pt x="100420" y="42412"/>
                </a:lnTo>
                <a:cubicBezTo>
                  <a:pt x="106947" y="46174"/>
                  <a:pt x="115565" y="51126"/>
                  <a:pt x="126208" y="57268"/>
                </a:cubicBezTo>
                <a:lnTo>
                  <a:pt x="126208" y="86625"/>
                </a:lnTo>
                <a:close/>
                <a:moveTo>
                  <a:pt x="128780" y="52766"/>
                </a:moveTo>
                <a:lnTo>
                  <a:pt x="102992" y="37911"/>
                </a:lnTo>
                <a:lnTo>
                  <a:pt x="128780" y="23055"/>
                </a:lnTo>
                <a:lnTo>
                  <a:pt x="154569" y="37878"/>
                </a:lnTo>
                <a:lnTo>
                  <a:pt x="128780" y="52734"/>
                </a:lnTo>
                <a:close/>
                <a:moveTo>
                  <a:pt x="131353" y="86625"/>
                </a:moveTo>
                <a:lnTo>
                  <a:pt x="131353" y="57268"/>
                </a:lnTo>
                <a:cubicBezTo>
                  <a:pt x="142028" y="51126"/>
                  <a:pt x="150646" y="46174"/>
                  <a:pt x="157173" y="42412"/>
                </a:cubicBezTo>
                <a:lnTo>
                  <a:pt x="157173" y="71802"/>
                </a:lnTo>
                <a:lnTo>
                  <a:pt x="131353" y="86657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9"/>
          <p:cNvSpPr/>
          <p:nvPr/>
        </p:nvSpPr>
        <p:spPr>
          <a:xfrm>
            <a:off x="6609693" y="1326212"/>
            <a:ext cx="5112774" cy="256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6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Implementasi (Overview)</a:t>
            </a:r>
            <a:endParaRPr b="0" i="0" sz="1600" u="none" cap="none" strike="noStrike"/>
          </a:p>
        </p:txBody>
      </p:sp>
      <p:sp>
        <p:nvSpPr>
          <p:cNvPr id="537" name="Google Shape;537;p9"/>
          <p:cNvSpPr/>
          <p:nvPr/>
        </p:nvSpPr>
        <p:spPr>
          <a:xfrm>
            <a:off x="6399328" y="1692063"/>
            <a:ext cx="5240822" cy="1911574"/>
          </a:xfrm>
          <a:custGeom>
            <a:rect b="b" l="l" r="r" t="t"/>
            <a:pathLst>
              <a:path extrusionOk="0" h="1911574" w="5240822">
                <a:moveTo>
                  <a:pt x="109763" y="0"/>
                </a:moveTo>
                <a:lnTo>
                  <a:pt x="5131060" y="0"/>
                </a:lnTo>
                <a:cubicBezTo>
                  <a:pt x="5191680" y="0"/>
                  <a:pt x="5240822" y="49142"/>
                  <a:pt x="5240822" y="109763"/>
                </a:cubicBezTo>
                <a:lnTo>
                  <a:pt x="5240822" y="1801811"/>
                </a:lnTo>
                <a:cubicBezTo>
                  <a:pt x="5240822" y="1862432"/>
                  <a:pt x="5191680" y="1911574"/>
                  <a:pt x="5131060" y="1911574"/>
                </a:cubicBezTo>
                <a:lnTo>
                  <a:pt x="109763" y="1911574"/>
                </a:lnTo>
                <a:cubicBezTo>
                  <a:pt x="49142" y="1911574"/>
                  <a:pt x="0" y="1862432"/>
                  <a:pt x="0" y="1801811"/>
                </a:cubicBezTo>
                <a:lnTo>
                  <a:pt x="0" y="109763"/>
                </a:lnTo>
                <a:cubicBezTo>
                  <a:pt x="0" y="49183"/>
                  <a:pt x="49183" y="0"/>
                  <a:pt x="109763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9"/>
          <p:cNvSpPr/>
          <p:nvPr/>
        </p:nvSpPr>
        <p:spPr>
          <a:xfrm>
            <a:off x="6545669" y="1838404"/>
            <a:ext cx="5003019" cy="146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4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Laravel Sanctum (sudah built-in)</a:t>
            </a:r>
            <a:endParaRPr b="0" i="0" sz="1600" u="none" cap="none" strike="noStrike"/>
          </a:p>
        </p:txBody>
      </p:sp>
      <p:sp>
        <p:nvSpPr>
          <p:cNvPr id="539" name="Google Shape;539;p9"/>
          <p:cNvSpPr/>
          <p:nvPr/>
        </p:nvSpPr>
        <p:spPr>
          <a:xfrm>
            <a:off x="6545669" y="2057914"/>
            <a:ext cx="4948141" cy="1399382"/>
          </a:xfrm>
          <a:custGeom>
            <a:rect b="b" l="l" r="r" t="t"/>
            <a:pathLst>
              <a:path extrusionOk="0" h="1399382" w="4948141">
                <a:moveTo>
                  <a:pt x="73174" y="0"/>
                </a:moveTo>
                <a:lnTo>
                  <a:pt x="4874967" y="0"/>
                </a:lnTo>
                <a:cubicBezTo>
                  <a:pt x="4915380" y="0"/>
                  <a:pt x="4948141" y="32761"/>
                  <a:pt x="4948141" y="73174"/>
                </a:cubicBezTo>
                <a:lnTo>
                  <a:pt x="4948141" y="1326208"/>
                </a:lnTo>
                <a:cubicBezTo>
                  <a:pt x="4948141" y="1366621"/>
                  <a:pt x="4915380" y="1399382"/>
                  <a:pt x="4874967" y="1399382"/>
                </a:cubicBezTo>
                <a:lnTo>
                  <a:pt x="73174" y="1399382"/>
                </a:lnTo>
                <a:cubicBezTo>
                  <a:pt x="32761" y="1399382"/>
                  <a:pt x="0" y="1366621"/>
                  <a:pt x="0" y="1326208"/>
                </a:cubicBezTo>
                <a:lnTo>
                  <a:pt x="0" y="73174"/>
                </a:lnTo>
                <a:cubicBezTo>
                  <a:pt x="0" y="32788"/>
                  <a:pt x="32788" y="0"/>
                  <a:pt x="73174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9"/>
          <p:cNvSpPr/>
          <p:nvPr/>
        </p:nvSpPr>
        <p:spPr>
          <a:xfrm>
            <a:off x="6692009" y="2222548"/>
            <a:ext cx="990086" cy="1371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5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// Di Laravel</a:t>
            </a:r>
            <a:endParaRPr b="0" i="0" sz="1600" u="none" cap="none" strike="noStrike"/>
          </a:p>
        </p:txBody>
      </p:sp>
      <p:sp>
        <p:nvSpPr>
          <p:cNvPr id="541" name="Google Shape;541;p9"/>
          <p:cNvSpPr/>
          <p:nvPr/>
        </p:nvSpPr>
        <p:spPr>
          <a:xfrm>
            <a:off x="6692009" y="2382608"/>
            <a:ext cx="4714911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5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Route</a:t>
            </a:r>
            <a:r>
              <a:rPr b="0" i="0" lang="en-US" sz="9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b="0" i="0" lang="en-US" sz="935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middleware</a:t>
            </a:r>
            <a:r>
              <a:rPr b="0" i="0" lang="en-US" sz="9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935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'auth:sanctum'</a:t>
            </a:r>
            <a:r>
              <a:rPr b="0" i="0" lang="en-US" sz="9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)-&gt;</a:t>
            </a:r>
            <a:r>
              <a:rPr b="0" i="0" lang="en-US" sz="935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group</a:t>
            </a:r>
            <a:r>
              <a:rPr b="0" i="0" lang="en-US" sz="9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935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r>
              <a:rPr b="0" i="0" lang="en-US" sz="9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() {</a:t>
            </a:r>
            <a:endParaRPr b="0" i="0" sz="1600" u="none" cap="none" strike="noStrike"/>
          </a:p>
        </p:txBody>
      </p:sp>
      <p:sp>
        <p:nvSpPr>
          <p:cNvPr id="542" name="Google Shape;542;p9"/>
          <p:cNvSpPr/>
          <p:nvPr/>
        </p:nvSpPr>
        <p:spPr>
          <a:xfrm>
            <a:off x="6765179" y="2560960"/>
            <a:ext cx="4641740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5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Route</a:t>
            </a:r>
            <a:r>
              <a:rPr b="0" i="0" lang="en-US" sz="9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b="0" i="0" lang="en-US" sz="935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r>
              <a:rPr b="0" i="0" lang="en-US" sz="9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935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'/transaksi'</a:t>
            </a:r>
            <a:r>
              <a:rPr b="0" i="0" lang="en-US" sz="9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, [...]);</a:t>
            </a:r>
            <a:endParaRPr b="0" i="0" sz="1600" u="none" cap="none" strike="noStrike"/>
          </a:p>
        </p:txBody>
      </p:sp>
      <p:sp>
        <p:nvSpPr>
          <p:cNvPr id="543" name="Google Shape;543;p9"/>
          <p:cNvSpPr/>
          <p:nvPr/>
        </p:nvSpPr>
        <p:spPr>
          <a:xfrm>
            <a:off x="6765179" y="2739313"/>
            <a:ext cx="4641740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5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Route</a:t>
            </a:r>
            <a:r>
              <a:rPr b="0" i="0" lang="en-US" sz="9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b="0" i="0" lang="en-US" sz="935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r>
              <a:rPr b="0" i="0" lang="en-US" sz="9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935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'/transaksi'</a:t>
            </a:r>
            <a:r>
              <a:rPr b="0" i="0" lang="en-US" sz="9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, [...]);</a:t>
            </a:r>
            <a:endParaRPr b="0" i="0" sz="1600" u="none" cap="none" strike="noStrike"/>
          </a:p>
        </p:txBody>
      </p:sp>
      <p:sp>
        <p:nvSpPr>
          <p:cNvPr id="544" name="Google Shape;544;p9"/>
          <p:cNvSpPr/>
          <p:nvPr/>
        </p:nvSpPr>
        <p:spPr>
          <a:xfrm>
            <a:off x="6692009" y="2917665"/>
            <a:ext cx="4714911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});</a:t>
            </a:r>
            <a:endParaRPr b="0" i="0" sz="1600" u="none" cap="none" strike="noStrike"/>
          </a:p>
        </p:txBody>
      </p:sp>
      <p:sp>
        <p:nvSpPr>
          <p:cNvPr id="545" name="Google Shape;545;p9"/>
          <p:cNvSpPr/>
          <p:nvPr/>
        </p:nvSpPr>
        <p:spPr>
          <a:xfrm>
            <a:off x="6692009" y="3150896"/>
            <a:ext cx="2564962" cy="1371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5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// Hanya user login yang bisa akses</a:t>
            </a:r>
            <a:endParaRPr b="0" i="0" sz="1600" u="none" cap="none" strike="noStrike"/>
          </a:p>
        </p:txBody>
      </p:sp>
      <p:sp>
        <p:nvSpPr>
          <p:cNvPr id="546" name="Google Shape;546;p9"/>
          <p:cNvSpPr/>
          <p:nvPr/>
        </p:nvSpPr>
        <p:spPr>
          <a:xfrm>
            <a:off x="6399328" y="3713392"/>
            <a:ext cx="5240822" cy="1874989"/>
          </a:xfrm>
          <a:custGeom>
            <a:rect b="b" l="l" r="r" t="t"/>
            <a:pathLst>
              <a:path extrusionOk="0" h="1874989" w="5240822">
                <a:moveTo>
                  <a:pt x="109762" y="0"/>
                </a:moveTo>
                <a:lnTo>
                  <a:pt x="5131060" y="0"/>
                </a:lnTo>
                <a:cubicBezTo>
                  <a:pt x="5191680" y="0"/>
                  <a:pt x="5240822" y="49142"/>
                  <a:pt x="5240822" y="109762"/>
                </a:cubicBezTo>
                <a:lnTo>
                  <a:pt x="5240822" y="1765227"/>
                </a:lnTo>
                <a:cubicBezTo>
                  <a:pt x="5240822" y="1825847"/>
                  <a:pt x="5191680" y="1874989"/>
                  <a:pt x="5131060" y="1874989"/>
                </a:cubicBezTo>
                <a:lnTo>
                  <a:pt x="109762" y="1874989"/>
                </a:lnTo>
                <a:cubicBezTo>
                  <a:pt x="49142" y="1874989"/>
                  <a:pt x="0" y="1825847"/>
                  <a:pt x="0" y="1765227"/>
                </a:cubicBezTo>
                <a:lnTo>
                  <a:pt x="0" y="109762"/>
                </a:lnTo>
                <a:cubicBezTo>
                  <a:pt x="0" y="49142"/>
                  <a:pt x="49142" y="0"/>
                  <a:pt x="109762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9"/>
          <p:cNvSpPr/>
          <p:nvPr/>
        </p:nvSpPr>
        <p:spPr>
          <a:xfrm>
            <a:off x="6545669" y="3859733"/>
            <a:ext cx="5003019" cy="146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4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Request dengan Token</a:t>
            </a:r>
            <a:endParaRPr b="0" i="0" sz="1600" u="none" cap="none" strike="noStrike"/>
          </a:p>
        </p:txBody>
      </p:sp>
      <p:sp>
        <p:nvSpPr>
          <p:cNvPr id="548" name="Google Shape;548;p9"/>
          <p:cNvSpPr/>
          <p:nvPr/>
        </p:nvSpPr>
        <p:spPr>
          <a:xfrm>
            <a:off x="6545669" y="4079244"/>
            <a:ext cx="4948141" cy="1362797"/>
          </a:xfrm>
          <a:custGeom>
            <a:rect b="b" l="l" r="r" t="t"/>
            <a:pathLst>
              <a:path extrusionOk="0" h="1362797" w="4948141">
                <a:moveTo>
                  <a:pt x="73169" y="0"/>
                </a:moveTo>
                <a:lnTo>
                  <a:pt x="4874972" y="0"/>
                </a:lnTo>
                <a:cubicBezTo>
                  <a:pt x="4915382" y="0"/>
                  <a:pt x="4948141" y="32759"/>
                  <a:pt x="4948141" y="73169"/>
                </a:cubicBezTo>
                <a:lnTo>
                  <a:pt x="4948141" y="1289628"/>
                </a:lnTo>
                <a:cubicBezTo>
                  <a:pt x="4948141" y="1330038"/>
                  <a:pt x="4915382" y="1362797"/>
                  <a:pt x="4874972" y="1362797"/>
                </a:cubicBezTo>
                <a:lnTo>
                  <a:pt x="73169" y="1362797"/>
                </a:lnTo>
                <a:cubicBezTo>
                  <a:pt x="32759" y="1362797"/>
                  <a:pt x="0" y="1330038"/>
                  <a:pt x="0" y="1289628"/>
                </a:cubicBezTo>
                <a:lnTo>
                  <a:pt x="0" y="73169"/>
                </a:lnTo>
                <a:cubicBezTo>
                  <a:pt x="0" y="32759"/>
                  <a:pt x="32759" y="0"/>
                  <a:pt x="73169" y="0"/>
                </a:cubicBez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9"/>
          <p:cNvSpPr/>
          <p:nvPr/>
        </p:nvSpPr>
        <p:spPr>
          <a:xfrm>
            <a:off x="6692009" y="4243877"/>
            <a:ext cx="1419604" cy="1371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5" u="none" cap="none" strike="noStrike">
                <a:solidFill>
                  <a:srgbClr val="5C6370"/>
                </a:solidFill>
                <a:latin typeface="Arial"/>
                <a:ea typeface="Arial"/>
                <a:cs typeface="Arial"/>
                <a:sym typeface="Arial"/>
              </a:rPr>
              <a:t>// Di React (axios)</a:t>
            </a:r>
            <a:endParaRPr b="0" i="0" sz="1600" u="none" cap="none" strike="noStrike"/>
          </a:p>
        </p:txBody>
      </p:sp>
      <p:sp>
        <p:nvSpPr>
          <p:cNvPr id="550" name="Google Shape;550;p9"/>
          <p:cNvSpPr/>
          <p:nvPr/>
        </p:nvSpPr>
        <p:spPr>
          <a:xfrm>
            <a:off x="6692009" y="4403937"/>
            <a:ext cx="4714911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5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axios</a:t>
            </a:r>
            <a:r>
              <a:rPr b="0" i="0" lang="en-US" sz="9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935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r>
              <a:rPr b="0" i="0" lang="en-US" sz="9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935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'/api/transaksi'</a:t>
            </a:r>
            <a:r>
              <a:rPr b="0" i="0" lang="en-US" sz="9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, {</a:t>
            </a:r>
            <a:endParaRPr b="0" i="0" sz="1600" u="none" cap="none" strike="noStrike"/>
          </a:p>
        </p:txBody>
      </p:sp>
      <p:sp>
        <p:nvSpPr>
          <p:cNvPr id="551" name="Google Shape;551;p9"/>
          <p:cNvSpPr/>
          <p:nvPr/>
        </p:nvSpPr>
        <p:spPr>
          <a:xfrm>
            <a:off x="6765179" y="4582290"/>
            <a:ext cx="4641740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5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headers</a:t>
            </a:r>
            <a:r>
              <a:rPr b="0" i="0" lang="en-US" sz="9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 {</a:t>
            </a:r>
            <a:endParaRPr b="0" i="0" sz="1600" u="none" cap="none" strike="noStrike"/>
          </a:p>
        </p:txBody>
      </p:sp>
      <p:sp>
        <p:nvSpPr>
          <p:cNvPr id="552" name="Google Shape;552;p9"/>
          <p:cNvSpPr/>
          <p:nvPr/>
        </p:nvSpPr>
        <p:spPr>
          <a:xfrm>
            <a:off x="6838350" y="4760642"/>
            <a:ext cx="4568570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5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'Authorization'</a:t>
            </a:r>
            <a:r>
              <a:rPr b="0" i="0" lang="en-US" sz="9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935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'Bearer '</a:t>
            </a:r>
            <a:r>
              <a:rPr b="0" i="0" lang="en-US" sz="9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-US" sz="935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token</a:t>
            </a:r>
            <a:endParaRPr b="0" i="0" sz="1600" u="none" cap="none" strike="noStrike"/>
          </a:p>
        </p:txBody>
      </p:sp>
      <p:sp>
        <p:nvSpPr>
          <p:cNvPr id="553" name="Google Shape;553;p9"/>
          <p:cNvSpPr/>
          <p:nvPr/>
        </p:nvSpPr>
        <p:spPr>
          <a:xfrm>
            <a:off x="6765179" y="4938995"/>
            <a:ext cx="4641740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/>
          </a:p>
        </p:txBody>
      </p:sp>
      <p:sp>
        <p:nvSpPr>
          <p:cNvPr id="554" name="Google Shape;554;p9"/>
          <p:cNvSpPr/>
          <p:nvPr/>
        </p:nvSpPr>
        <p:spPr>
          <a:xfrm>
            <a:off x="6692009" y="5117347"/>
            <a:ext cx="4714911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});</a:t>
            </a:r>
            <a:endParaRPr b="0" i="0" sz="1600" u="none" cap="none" strike="noStrike"/>
          </a:p>
        </p:txBody>
      </p:sp>
      <p:sp>
        <p:nvSpPr>
          <p:cNvPr id="555" name="Google Shape;555;p9"/>
          <p:cNvSpPr/>
          <p:nvPr/>
        </p:nvSpPr>
        <p:spPr>
          <a:xfrm>
            <a:off x="6211829" y="5931367"/>
            <a:ext cx="5615820" cy="923775"/>
          </a:xfrm>
          <a:custGeom>
            <a:rect b="b" l="l" r="r" t="t"/>
            <a:pathLst>
              <a:path extrusionOk="0" h="923775" w="5615820">
                <a:moveTo>
                  <a:pt x="109754" y="0"/>
                </a:moveTo>
                <a:lnTo>
                  <a:pt x="5506066" y="0"/>
                </a:lnTo>
                <a:cubicBezTo>
                  <a:pt x="5566682" y="0"/>
                  <a:pt x="5615820" y="49138"/>
                  <a:pt x="5615820" y="109754"/>
                </a:cubicBezTo>
                <a:lnTo>
                  <a:pt x="5615820" y="814021"/>
                </a:lnTo>
                <a:cubicBezTo>
                  <a:pt x="5615820" y="874637"/>
                  <a:pt x="5566682" y="923775"/>
                  <a:pt x="5506066" y="923775"/>
                </a:cubicBezTo>
                <a:lnTo>
                  <a:pt x="109754" y="923775"/>
                </a:lnTo>
                <a:cubicBezTo>
                  <a:pt x="49138" y="923775"/>
                  <a:pt x="0" y="874637"/>
                  <a:pt x="0" y="814021"/>
                </a:cubicBezTo>
                <a:lnTo>
                  <a:pt x="0" y="109754"/>
                </a:lnTo>
                <a:cubicBezTo>
                  <a:pt x="0" y="49138"/>
                  <a:pt x="49138" y="0"/>
                  <a:pt x="109754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cap="flat" cmpd="sng" w="12700">
            <a:solidFill>
              <a:srgbClr val="F59E0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9"/>
          <p:cNvSpPr/>
          <p:nvPr/>
        </p:nvSpPr>
        <p:spPr>
          <a:xfrm>
            <a:off x="6381035" y="6128012"/>
            <a:ext cx="128048" cy="128048"/>
          </a:xfrm>
          <a:custGeom>
            <a:rect b="b" l="l" r="r" t="t"/>
            <a:pathLst>
              <a:path extrusionOk="0" h="128048" w="128048">
                <a:moveTo>
                  <a:pt x="64024" y="128048"/>
                </a:moveTo>
                <a:cubicBezTo>
                  <a:pt x="99360" y="128048"/>
                  <a:pt x="128048" y="99360"/>
                  <a:pt x="128048" y="64024"/>
                </a:cubicBezTo>
                <a:cubicBezTo>
                  <a:pt x="128048" y="28688"/>
                  <a:pt x="99360" y="0"/>
                  <a:pt x="64024" y="0"/>
                </a:cubicBezTo>
                <a:cubicBezTo>
                  <a:pt x="28688" y="0"/>
                  <a:pt x="0" y="28688"/>
                  <a:pt x="0" y="64024"/>
                </a:cubicBezTo>
                <a:cubicBezTo>
                  <a:pt x="0" y="99360"/>
                  <a:pt x="28688" y="128048"/>
                  <a:pt x="64024" y="128048"/>
                </a:cubicBezTo>
                <a:close/>
                <a:moveTo>
                  <a:pt x="56021" y="40015"/>
                </a:moveTo>
                <a:cubicBezTo>
                  <a:pt x="56021" y="35598"/>
                  <a:pt x="59607" y="32012"/>
                  <a:pt x="64024" y="32012"/>
                </a:cubicBezTo>
                <a:cubicBezTo>
                  <a:pt x="68441" y="32012"/>
                  <a:pt x="72027" y="35598"/>
                  <a:pt x="72027" y="40015"/>
                </a:cubicBezTo>
                <a:cubicBezTo>
                  <a:pt x="72027" y="44432"/>
                  <a:pt x="68441" y="48018"/>
                  <a:pt x="64024" y="48018"/>
                </a:cubicBezTo>
                <a:cubicBezTo>
                  <a:pt x="59607" y="48018"/>
                  <a:pt x="56021" y="44432"/>
                  <a:pt x="56021" y="40015"/>
                </a:cubicBezTo>
                <a:close/>
                <a:moveTo>
                  <a:pt x="54020" y="56021"/>
                </a:moveTo>
                <a:lnTo>
                  <a:pt x="66025" y="56021"/>
                </a:lnTo>
                <a:cubicBezTo>
                  <a:pt x="69351" y="56021"/>
                  <a:pt x="72027" y="58697"/>
                  <a:pt x="72027" y="62023"/>
                </a:cubicBezTo>
                <a:lnTo>
                  <a:pt x="72027" y="84032"/>
                </a:lnTo>
                <a:lnTo>
                  <a:pt x="74028" y="84032"/>
                </a:lnTo>
                <a:cubicBezTo>
                  <a:pt x="77354" y="84032"/>
                  <a:pt x="80030" y="86708"/>
                  <a:pt x="80030" y="90034"/>
                </a:cubicBezTo>
                <a:cubicBezTo>
                  <a:pt x="80030" y="93360"/>
                  <a:pt x="77354" y="96036"/>
                  <a:pt x="74028" y="96036"/>
                </a:cubicBezTo>
                <a:lnTo>
                  <a:pt x="54020" y="96036"/>
                </a:lnTo>
                <a:cubicBezTo>
                  <a:pt x="50694" y="96036"/>
                  <a:pt x="48018" y="93360"/>
                  <a:pt x="48018" y="90034"/>
                </a:cubicBezTo>
                <a:cubicBezTo>
                  <a:pt x="48018" y="86708"/>
                  <a:pt x="50694" y="84032"/>
                  <a:pt x="54020" y="84032"/>
                </a:cubicBezTo>
                <a:lnTo>
                  <a:pt x="60023" y="84032"/>
                </a:lnTo>
                <a:lnTo>
                  <a:pt x="60023" y="68026"/>
                </a:lnTo>
                <a:lnTo>
                  <a:pt x="54020" y="68026"/>
                </a:lnTo>
                <a:cubicBezTo>
                  <a:pt x="50694" y="68026"/>
                  <a:pt x="48018" y="65350"/>
                  <a:pt x="48018" y="62023"/>
                </a:cubicBezTo>
                <a:cubicBezTo>
                  <a:pt x="48018" y="58697"/>
                  <a:pt x="50694" y="56021"/>
                  <a:pt x="54020" y="56021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9"/>
          <p:cNvSpPr/>
          <p:nvPr/>
        </p:nvSpPr>
        <p:spPr>
          <a:xfrm>
            <a:off x="6580072" y="6082281"/>
            <a:ext cx="5160688" cy="6219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Catatan:</a:t>
            </a:r>
            <a:r>
              <a:rPr b="0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Ini hanya gambaran. Implementasi login lengkap butuh waktu sendiri. Yang penting peserta paham: Backend harus punya </a:t>
            </a:r>
            <a:r>
              <a:rPr b="1" i="0" lang="en-US" sz="1008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"satpam"</a:t>
            </a:r>
            <a:r>
              <a:rPr b="0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yang memastikan data User A tidak dilihat User B.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0"/>
          <p:cNvSpPr/>
          <p:nvPr/>
        </p:nvSpPr>
        <p:spPr>
          <a:xfrm>
            <a:off x="365851" y="365851"/>
            <a:ext cx="11524321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8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LIVE DEMONSTRATION</a:t>
            </a:r>
            <a:endParaRPr b="0" i="0" sz="1600" u="none" cap="none" strike="noStrike"/>
          </a:p>
        </p:txBody>
      </p:sp>
      <p:sp>
        <p:nvSpPr>
          <p:cNvPr id="564" name="Google Shape;564;p10"/>
          <p:cNvSpPr/>
          <p:nvPr/>
        </p:nvSpPr>
        <p:spPr>
          <a:xfrm>
            <a:off x="365851" y="621947"/>
            <a:ext cx="11624930" cy="365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3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Demo End-to-End</a:t>
            </a:r>
            <a:endParaRPr b="0" i="0" sz="1600" u="none" cap="none" strike="noStrike"/>
          </a:p>
        </p:txBody>
      </p:sp>
      <p:sp>
        <p:nvSpPr>
          <p:cNvPr id="565" name="Google Shape;565;p10"/>
          <p:cNvSpPr/>
          <p:nvPr/>
        </p:nvSpPr>
        <p:spPr>
          <a:xfrm>
            <a:off x="370425" y="1138713"/>
            <a:ext cx="5615820" cy="5716429"/>
          </a:xfrm>
          <a:custGeom>
            <a:rect b="b" l="l" r="r" t="t"/>
            <a:pathLst>
              <a:path extrusionOk="0" h="5716429" w="5615820">
                <a:moveTo>
                  <a:pt x="146348" y="0"/>
                </a:moveTo>
                <a:lnTo>
                  <a:pt x="5469472" y="0"/>
                </a:lnTo>
                <a:cubicBezTo>
                  <a:pt x="5550298" y="0"/>
                  <a:pt x="5615820" y="65522"/>
                  <a:pt x="5615820" y="146348"/>
                </a:cubicBezTo>
                <a:lnTo>
                  <a:pt x="5615820" y="5570081"/>
                </a:lnTo>
                <a:cubicBezTo>
                  <a:pt x="5615820" y="5650907"/>
                  <a:pt x="5550298" y="5716429"/>
                  <a:pt x="5469472" y="5716429"/>
                </a:cubicBezTo>
                <a:lnTo>
                  <a:pt x="146348" y="5716429"/>
                </a:lnTo>
                <a:cubicBezTo>
                  <a:pt x="65522" y="5716429"/>
                  <a:pt x="0" y="5650907"/>
                  <a:pt x="0" y="5570081"/>
                </a:cubicBezTo>
                <a:lnTo>
                  <a:pt x="0" y="146348"/>
                </a:lnTo>
                <a:cubicBezTo>
                  <a:pt x="0" y="65522"/>
                  <a:pt x="65522" y="0"/>
                  <a:pt x="146348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3B82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0"/>
          <p:cNvSpPr/>
          <p:nvPr/>
        </p:nvSpPr>
        <p:spPr>
          <a:xfrm>
            <a:off x="580789" y="1371943"/>
            <a:ext cx="164633" cy="164633"/>
          </a:xfrm>
          <a:custGeom>
            <a:rect b="b" l="l" r="r" t="t"/>
            <a:pathLst>
              <a:path extrusionOk="0" h="164633" w="164633">
                <a:moveTo>
                  <a:pt x="0" y="82317"/>
                </a:moveTo>
                <a:cubicBezTo>
                  <a:pt x="0" y="36885"/>
                  <a:pt x="36885" y="0"/>
                  <a:pt x="82317" y="0"/>
                </a:cubicBezTo>
                <a:cubicBezTo>
                  <a:pt x="127748" y="0"/>
                  <a:pt x="164633" y="36885"/>
                  <a:pt x="164633" y="82317"/>
                </a:cubicBezTo>
                <a:cubicBezTo>
                  <a:pt x="164633" y="127748"/>
                  <a:pt x="127748" y="164633"/>
                  <a:pt x="82317" y="164633"/>
                </a:cubicBezTo>
                <a:cubicBezTo>
                  <a:pt x="36885" y="164633"/>
                  <a:pt x="0" y="127748"/>
                  <a:pt x="0" y="82317"/>
                </a:cubicBezTo>
                <a:close/>
                <a:moveTo>
                  <a:pt x="60548" y="47300"/>
                </a:moveTo>
                <a:cubicBezTo>
                  <a:pt x="58104" y="48650"/>
                  <a:pt x="56593" y="51255"/>
                  <a:pt x="56593" y="54020"/>
                </a:cubicBezTo>
                <a:lnTo>
                  <a:pt x="56593" y="110613"/>
                </a:lnTo>
                <a:cubicBezTo>
                  <a:pt x="56593" y="113410"/>
                  <a:pt x="58104" y="115983"/>
                  <a:pt x="60548" y="117333"/>
                </a:cubicBezTo>
                <a:cubicBezTo>
                  <a:pt x="62991" y="118684"/>
                  <a:pt x="65950" y="118652"/>
                  <a:pt x="68361" y="117173"/>
                </a:cubicBezTo>
                <a:lnTo>
                  <a:pt x="114664" y="88876"/>
                </a:lnTo>
                <a:cubicBezTo>
                  <a:pt x="116947" y="87461"/>
                  <a:pt x="118362" y="84985"/>
                  <a:pt x="118362" y="82284"/>
                </a:cubicBezTo>
                <a:cubicBezTo>
                  <a:pt x="118362" y="79583"/>
                  <a:pt x="116947" y="77107"/>
                  <a:pt x="114664" y="75693"/>
                </a:cubicBezTo>
                <a:lnTo>
                  <a:pt x="68361" y="47396"/>
                </a:lnTo>
                <a:cubicBezTo>
                  <a:pt x="65982" y="45949"/>
                  <a:pt x="62991" y="45885"/>
                  <a:pt x="60548" y="47236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0"/>
          <p:cNvSpPr/>
          <p:nvPr/>
        </p:nvSpPr>
        <p:spPr>
          <a:xfrm>
            <a:off x="768288" y="1326212"/>
            <a:ext cx="5112774" cy="256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6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Skenario Demo Live</a:t>
            </a:r>
            <a:endParaRPr b="0" i="0" sz="1600" u="none" cap="none" strike="noStrike"/>
          </a:p>
        </p:txBody>
      </p:sp>
      <p:sp>
        <p:nvSpPr>
          <p:cNvPr id="568" name="Google Shape;568;p10"/>
          <p:cNvSpPr/>
          <p:nvPr/>
        </p:nvSpPr>
        <p:spPr>
          <a:xfrm>
            <a:off x="576216" y="1728648"/>
            <a:ext cx="5222530" cy="731703"/>
          </a:xfrm>
          <a:custGeom>
            <a:rect b="b" l="l" r="r" t="t"/>
            <a:pathLst>
              <a:path extrusionOk="0" h="731703" w="5222530">
                <a:moveTo>
                  <a:pt x="36585" y="0"/>
                </a:moveTo>
                <a:lnTo>
                  <a:pt x="5112774" y="0"/>
                </a:lnTo>
                <a:cubicBezTo>
                  <a:pt x="5173390" y="0"/>
                  <a:pt x="5222530" y="49139"/>
                  <a:pt x="5222530" y="109755"/>
                </a:cubicBezTo>
                <a:lnTo>
                  <a:pt x="5222530" y="621947"/>
                </a:lnTo>
                <a:cubicBezTo>
                  <a:pt x="5222530" y="682564"/>
                  <a:pt x="5173390" y="731703"/>
                  <a:pt x="5112774" y="731703"/>
                </a:cubicBezTo>
                <a:lnTo>
                  <a:pt x="36585" y="731703"/>
                </a:lnTo>
                <a:cubicBezTo>
                  <a:pt x="16393" y="731703"/>
                  <a:pt x="0" y="715310"/>
                  <a:pt x="0" y="695118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0"/>
          <p:cNvSpPr/>
          <p:nvPr/>
        </p:nvSpPr>
        <p:spPr>
          <a:xfrm>
            <a:off x="576216" y="1728648"/>
            <a:ext cx="36585" cy="731703"/>
          </a:xfrm>
          <a:custGeom>
            <a:rect b="b" l="l" r="r" t="t"/>
            <a:pathLst>
              <a:path extrusionOk="0" h="731703" w="36585">
                <a:moveTo>
                  <a:pt x="36585" y="0"/>
                </a:moveTo>
                <a:lnTo>
                  <a:pt x="36585" y="0"/>
                </a:lnTo>
                <a:lnTo>
                  <a:pt x="36585" y="731703"/>
                </a:lnTo>
                <a:lnTo>
                  <a:pt x="36585" y="731703"/>
                </a:lnTo>
                <a:cubicBezTo>
                  <a:pt x="16393" y="731703"/>
                  <a:pt x="0" y="715310"/>
                  <a:pt x="0" y="695118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0"/>
          <p:cNvSpPr/>
          <p:nvPr/>
        </p:nvSpPr>
        <p:spPr>
          <a:xfrm>
            <a:off x="740849" y="1874989"/>
            <a:ext cx="292681" cy="292681"/>
          </a:xfrm>
          <a:custGeom>
            <a:rect b="b" l="l" r="r" t="t"/>
            <a:pathLst>
              <a:path extrusionOk="0" h="292681" w="292681">
                <a:moveTo>
                  <a:pt x="146341" y="0"/>
                </a:moveTo>
                <a:lnTo>
                  <a:pt x="146341" y="0"/>
                </a:lnTo>
                <a:cubicBezTo>
                  <a:pt x="227108" y="0"/>
                  <a:pt x="292681" y="65573"/>
                  <a:pt x="292681" y="146341"/>
                </a:cubicBezTo>
                <a:lnTo>
                  <a:pt x="292681" y="146341"/>
                </a:lnTo>
                <a:cubicBezTo>
                  <a:pt x="292681" y="227108"/>
                  <a:pt x="227108" y="292681"/>
                  <a:pt x="146341" y="292681"/>
                </a:cubicBezTo>
                <a:lnTo>
                  <a:pt x="146341" y="292681"/>
                </a:lnTo>
                <a:cubicBezTo>
                  <a:pt x="65573" y="292681"/>
                  <a:pt x="0" y="227108"/>
                  <a:pt x="0" y="146341"/>
                </a:cubicBezTo>
                <a:lnTo>
                  <a:pt x="0" y="146341"/>
                </a:lnTo>
                <a:cubicBezTo>
                  <a:pt x="0" y="65573"/>
                  <a:pt x="65573" y="0"/>
                  <a:pt x="146341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0"/>
          <p:cNvSpPr/>
          <p:nvPr/>
        </p:nvSpPr>
        <p:spPr>
          <a:xfrm>
            <a:off x="708837" y="1874989"/>
            <a:ext cx="356705" cy="292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/>
          </a:p>
        </p:txBody>
      </p:sp>
      <p:sp>
        <p:nvSpPr>
          <p:cNvPr id="572" name="Google Shape;572;p10"/>
          <p:cNvSpPr/>
          <p:nvPr/>
        </p:nvSpPr>
        <p:spPr>
          <a:xfrm>
            <a:off x="1143286" y="1874989"/>
            <a:ext cx="2442059" cy="219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2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Buka React App</a:t>
            </a:r>
            <a:endParaRPr b="0" i="0" sz="1600" u="none" cap="none" strike="noStrike"/>
          </a:p>
        </p:txBody>
      </p:sp>
      <p:sp>
        <p:nvSpPr>
          <p:cNvPr id="573" name="Google Shape;573;p10"/>
          <p:cNvSpPr/>
          <p:nvPr/>
        </p:nvSpPr>
        <p:spPr>
          <a:xfrm>
            <a:off x="1143286" y="2131085"/>
            <a:ext cx="2432912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CodeSandbox → Kosong/Tidak ada data</a:t>
            </a:r>
            <a:endParaRPr b="0" i="0" sz="1600" u="none" cap="none" strike="noStrike"/>
          </a:p>
        </p:txBody>
      </p:sp>
      <p:sp>
        <p:nvSpPr>
          <p:cNvPr id="574" name="Google Shape;574;p10"/>
          <p:cNvSpPr/>
          <p:nvPr/>
        </p:nvSpPr>
        <p:spPr>
          <a:xfrm>
            <a:off x="576216" y="2570107"/>
            <a:ext cx="5222530" cy="731703"/>
          </a:xfrm>
          <a:custGeom>
            <a:rect b="b" l="l" r="r" t="t"/>
            <a:pathLst>
              <a:path extrusionOk="0" h="731703" w="5222530">
                <a:moveTo>
                  <a:pt x="36585" y="0"/>
                </a:moveTo>
                <a:lnTo>
                  <a:pt x="5112774" y="0"/>
                </a:lnTo>
                <a:cubicBezTo>
                  <a:pt x="5173390" y="0"/>
                  <a:pt x="5222530" y="49139"/>
                  <a:pt x="5222530" y="109755"/>
                </a:cubicBezTo>
                <a:lnTo>
                  <a:pt x="5222530" y="621947"/>
                </a:lnTo>
                <a:cubicBezTo>
                  <a:pt x="5222530" y="682564"/>
                  <a:pt x="5173390" y="731703"/>
                  <a:pt x="5112774" y="731703"/>
                </a:cubicBezTo>
                <a:lnTo>
                  <a:pt x="36585" y="731703"/>
                </a:lnTo>
                <a:cubicBezTo>
                  <a:pt x="16393" y="731703"/>
                  <a:pt x="0" y="715310"/>
                  <a:pt x="0" y="695118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0"/>
          <p:cNvSpPr/>
          <p:nvPr/>
        </p:nvSpPr>
        <p:spPr>
          <a:xfrm>
            <a:off x="576216" y="2570107"/>
            <a:ext cx="36585" cy="731703"/>
          </a:xfrm>
          <a:custGeom>
            <a:rect b="b" l="l" r="r" t="t"/>
            <a:pathLst>
              <a:path extrusionOk="0" h="731703" w="36585">
                <a:moveTo>
                  <a:pt x="36585" y="0"/>
                </a:moveTo>
                <a:lnTo>
                  <a:pt x="36585" y="0"/>
                </a:lnTo>
                <a:lnTo>
                  <a:pt x="36585" y="731703"/>
                </a:lnTo>
                <a:lnTo>
                  <a:pt x="36585" y="731703"/>
                </a:lnTo>
                <a:cubicBezTo>
                  <a:pt x="16393" y="731703"/>
                  <a:pt x="0" y="715310"/>
                  <a:pt x="0" y="695118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0"/>
          <p:cNvSpPr/>
          <p:nvPr/>
        </p:nvSpPr>
        <p:spPr>
          <a:xfrm>
            <a:off x="740849" y="2716447"/>
            <a:ext cx="292681" cy="292681"/>
          </a:xfrm>
          <a:custGeom>
            <a:rect b="b" l="l" r="r" t="t"/>
            <a:pathLst>
              <a:path extrusionOk="0" h="292681" w="292681">
                <a:moveTo>
                  <a:pt x="146341" y="0"/>
                </a:moveTo>
                <a:lnTo>
                  <a:pt x="146341" y="0"/>
                </a:lnTo>
                <a:cubicBezTo>
                  <a:pt x="227108" y="0"/>
                  <a:pt x="292681" y="65573"/>
                  <a:pt x="292681" y="146341"/>
                </a:cubicBezTo>
                <a:lnTo>
                  <a:pt x="292681" y="146341"/>
                </a:lnTo>
                <a:cubicBezTo>
                  <a:pt x="292681" y="227108"/>
                  <a:pt x="227108" y="292681"/>
                  <a:pt x="146341" y="292681"/>
                </a:cubicBezTo>
                <a:lnTo>
                  <a:pt x="146341" y="292681"/>
                </a:lnTo>
                <a:cubicBezTo>
                  <a:pt x="65573" y="292681"/>
                  <a:pt x="0" y="227108"/>
                  <a:pt x="0" y="146341"/>
                </a:cubicBezTo>
                <a:lnTo>
                  <a:pt x="0" y="146341"/>
                </a:lnTo>
                <a:cubicBezTo>
                  <a:pt x="0" y="65573"/>
                  <a:pt x="65573" y="0"/>
                  <a:pt x="146341" y="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0"/>
          <p:cNvSpPr/>
          <p:nvPr/>
        </p:nvSpPr>
        <p:spPr>
          <a:xfrm>
            <a:off x="708837" y="2716447"/>
            <a:ext cx="356705" cy="292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/>
          </a:p>
        </p:txBody>
      </p:sp>
      <p:sp>
        <p:nvSpPr>
          <p:cNvPr id="578" name="Google Shape;578;p10"/>
          <p:cNvSpPr/>
          <p:nvPr/>
        </p:nvSpPr>
        <p:spPr>
          <a:xfrm>
            <a:off x="1143286" y="2716447"/>
            <a:ext cx="2945104" cy="219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2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Input Transaksi</a:t>
            </a:r>
            <a:endParaRPr b="0" i="0" sz="1600" u="none" cap="none" strike="noStrike"/>
          </a:p>
        </p:txBody>
      </p:sp>
      <p:sp>
        <p:nvSpPr>
          <p:cNvPr id="579" name="Google Shape;579;p10"/>
          <p:cNvSpPr/>
          <p:nvPr/>
        </p:nvSpPr>
        <p:spPr>
          <a:xfrm>
            <a:off x="1143286" y="2972543"/>
            <a:ext cx="2935958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"Gaji Maret" - 5.000.000 - Pemasukan → Submit</a:t>
            </a:r>
            <a:endParaRPr b="0" i="0" sz="1600" u="none" cap="none" strike="noStrike"/>
          </a:p>
        </p:txBody>
      </p:sp>
      <p:sp>
        <p:nvSpPr>
          <p:cNvPr id="580" name="Google Shape;580;p10"/>
          <p:cNvSpPr/>
          <p:nvPr/>
        </p:nvSpPr>
        <p:spPr>
          <a:xfrm>
            <a:off x="576216" y="3411565"/>
            <a:ext cx="5222530" cy="731703"/>
          </a:xfrm>
          <a:custGeom>
            <a:rect b="b" l="l" r="r" t="t"/>
            <a:pathLst>
              <a:path extrusionOk="0" h="731703" w="5222530">
                <a:moveTo>
                  <a:pt x="36585" y="0"/>
                </a:moveTo>
                <a:lnTo>
                  <a:pt x="5112774" y="0"/>
                </a:lnTo>
                <a:cubicBezTo>
                  <a:pt x="5173390" y="0"/>
                  <a:pt x="5222530" y="49139"/>
                  <a:pt x="5222530" y="109755"/>
                </a:cubicBezTo>
                <a:lnTo>
                  <a:pt x="5222530" y="621947"/>
                </a:lnTo>
                <a:cubicBezTo>
                  <a:pt x="5222530" y="682564"/>
                  <a:pt x="5173390" y="731703"/>
                  <a:pt x="5112774" y="731703"/>
                </a:cubicBezTo>
                <a:lnTo>
                  <a:pt x="36585" y="731703"/>
                </a:lnTo>
                <a:cubicBezTo>
                  <a:pt x="16393" y="731703"/>
                  <a:pt x="0" y="715310"/>
                  <a:pt x="0" y="695118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0"/>
          <p:cNvSpPr/>
          <p:nvPr/>
        </p:nvSpPr>
        <p:spPr>
          <a:xfrm>
            <a:off x="576216" y="3411565"/>
            <a:ext cx="36585" cy="731703"/>
          </a:xfrm>
          <a:custGeom>
            <a:rect b="b" l="l" r="r" t="t"/>
            <a:pathLst>
              <a:path extrusionOk="0" h="731703" w="36585">
                <a:moveTo>
                  <a:pt x="36585" y="0"/>
                </a:moveTo>
                <a:lnTo>
                  <a:pt x="36585" y="0"/>
                </a:lnTo>
                <a:lnTo>
                  <a:pt x="36585" y="731703"/>
                </a:lnTo>
                <a:lnTo>
                  <a:pt x="36585" y="731703"/>
                </a:lnTo>
                <a:cubicBezTo>
                  <a:pt x="16393" y="731703"/>
                  <a:pt x="0" y="715310"/>
                  <a:pt x="0" y="695118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0"/>
          <p:cNvSpPr/>
          <p:nvPr/>
        </p:nvSpPr>
        <p:spPr>
          <a:xfrm>
            <a:off x="740849" y="3557905"/>
            <a:ext cx="292681" cy="292681"/>
          </a:xfrm>
          <a:custGeom>
            <a:rect b="b" l="l" r="r" t="t"/>
            <a:pathLst>
              <a:path extrusionOk="0" h="292681" w="292681">
                <a:moveTo>
                  <a:pt x="146341" y="0"/>
                </a:moveTo>
                <a:lnTo>
                  <a:pt x="146341" y="0"/>
                </a:lnTo>
                <a:cubicBezTo>
                  <a:pt x="227108" y="0"/>
                  <a:pt x="292681" y="65573"/>
                  <a:pt x="292681" y="146341"/>
                </a:cubicBezTo>
                <a:lnTo>
                  <a:pt x="292681" y="146341"/>
                </a:lnTo>
                <a:cubicBezTo>
                  <a:pt x="292681" y="227108"/>
                  <a:pt x="227108" y="292681"/>
                  <a:pt x="146341" y="292681"/>
                </a:cubicBezTo>
                <a:lnTo>
                  <a:pt x="146341" y="292681"/>
                </a:lnTo>
                <a:cubicBezTo>
                  <a:pt x="65573" y="292681"/>
                  <a:pt x="0" y="227108"/>
                  <a:pt x="0" y="146341"/>
                </a:cubicBezTo>
                <a:lnTo>
                  <a:pt x="0" y="146341"/>
                </a:lnTo>
                <a:cubicBezTo>
                  <a:pt x="0" y="65573"/>
                  <a:pt x="65573" y="0"/>
                  <a:pt x="146341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0"/>
          <p:cNvSpPr/>
          <p:nvPr/>
        </p:nvSpPr>
        <p:spPr>
          <a:xfrm>
            <a:off x="708837" y="3557905"/>
            <a:ext cx="356705" cy="292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/>
          </a:p>
        </p:txBody>
      </p:sp>
      <p:sp>
        <p:nvSpPr>
          <p:cNvPr id="584" name="Google Shape;584;p10"/>
          <p:cNvSpPr/>
          <p:nvPr/>
        </p:nvSpPr>
        <p:spPr>
          <a:xfrm>
            <a:off x="1143286" y="3557905"/>
            <a:ext cx="3256078" cy="219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2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Cek Database</a:t>
            </a:r>
            <a:endParaRPr b="0" i="0" sz="1600" u="none" cap="none" strike="noStrike"/>
          </a:p>
        </p:txBody>
      </p:sp>
      <p:sp>
        <p:nvSpPr>
          <p:cNvPr id="585" name="Google Shape;585;p10"/>
          <p:cNvSpPr/>
          <p:nvPr/>
        </p:nvSpPr>
        <p:spPr>
          <a:xfrm>
            <a:off x="1143286" y="3814002"/>
            <a:ext cx="3246932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phpMyAdmin/TablePlus: Data muncul di tabel MySQL!</a:t>
            </a:r>
            <a:endParaRPr b="0" i="0" sz="1600" u="none" cap="none" strike="noStrike"/>
          </a:p>
        </p:txBody>
      </p:sp>
      <p:sp>
        <p:nvSpPr>
          <p:cNvPr id="586" name="Google Shape;586;p10"/>
          <p:cNvSpPr/>
          <p:nvPr/>
        </p:nvSpPr>
        <p:spPr>
          <a:xfrm>
            <a:off x="576216" y="4253023"/>
            <a:ext cx="5222530" cy="731703"/>
          </a:xfrm>
          <a:custGeom>
            <a:rect b="b" l="l" r="r" t="t"/>
            <a:pathLst>
              <a:path extrusionOk="0" h="731703" w="5222530">
                <a:moveTo>
                  <a:pt x="36585" y="0"/>
                </a:moveTo>
                <a:lnTo>
                  <a:pt x="5112774" y="0"/>
                </a:lnTo>
                <a:cubicBezTo>
                  <a:pt x="5173390" y="0"/>
                  <a:pt x="5222530" y="49139"/>
                  <a:pt x="5222530" y="109755"/>
                </a:cubicBezTo>
                <a:lnTo>
                  <a:pt x="5222530" y="621947"/>
                </a:lnTo>
                <a:cubicBezTo>
                  <a:pt x="5222530" y="682564"/>
                  <a:pt x="5173390" y="731703"/>
                  <a:pt x="5112774" y="731703"/>
                </a:cubicBezTo>
                <a:lnTo>
                  <a:pt x="36585" y="731703"/>
                </a:lnTo>
                <a:cubicBezTo>
                  <a:pt x="16393" y="731703"/>
                  <a:pt x="0" y="715310"/>
                  <a:pt x="0" y="695118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0"/>
          <p:cNvSpPr/>
          <p:nvPr/>
        </p:nvSpPr>
        <p:spPr>
          <a:xfrm>
            <a:off x="576216" y="4253023"/>
            <a:ext cx="36585" cy="731703"/>
          </a:xfrm>
          <a:custGeom>
            <a:rect b="b" l="l" r="r" t="t"/>
            <a:pathLst>
              <a:path extrusionOk="0" h="731703" w="36585">
                <a:moveTo>
                  <a:pt x="36585" y="0"/>
                </a:moveTo>
                <a:lnTo>
                  <a:pt x="36585" y="0"/>
                </a:lnTo>
                <a:lnTo>
                  <a:pt x="36585" y="731703"/>
                </a:lnTo>
                <a:lnTo>
                  <a:pt x="36585" y="731703"/>
                </a:lnTo>
                <a:cubicBezTo>
                  <a:pt x="16393" y="731703"/>
                  <a:pt x="0" y="715310"/>
                  <a:pt x="0" y="695118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AD4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0"/>
          <p:cNvSpPr/>
          <p:nvPr/>
        </p:nvSpPr>
        <p:spPr>
          <a:xfrm>
            <a:off x="740849" y="4399364"/>
            <a:ext cx="292681" cy="292681"/>
          </a:xfrm>
          <a:custGeom>
            <a:rect b="b" l="l" r="r" t="t"/>
            <a:pathLst>
              <a:path extrusionOk="0" h="292681" w="292681">
                <a:moveTo>
                  <a:pt x="146341" y="0"/>
                </a:moveTo>
                <a:lnTo>
                  <a:pt x="146341" y="0"/>
                </a:lnTo>
                <a:cubicBezTo>
                  <a:pt x="227108" y="0"/>
                  <a:pt x="292681" y="65573"/>
                  <a:pt x="292681" y="146341"/>
                </a:cubicBezTo>
                <a:lnTo>
                  <a:pt x="292681" y="146341"/>
                </a:lnTo>
                <a:cubicBezTo>
                  <a:pt x="292681" y="227108"/>
                  <a:pt x="227108" y="292681"/>
                  <a:pt x="146341" y="292681"/>
                </a:cubicBezTo>
                <a:lnTo>
                  <a:pt x="146341" y="292681"/>
                </a:lnTo>
                <a:cubicBezTo>
                  <a:pt x="65573" y="292681"/>
                  <a:pt x="0" y="227108"/>
                  <a:pt x="0" y="146341"/>
                </a:cubicBezTo>
                <a:lnTo>
                  <a:pt x="0" y="146341"/>
                </a:lnTo>
                <a:cubicBezTo>
                  <a:pt x="0" y="65573"/>
                  <a:pt x="65573" y="0"/>
                  <a:pt x="146341" y="0"/>
                </a:cubicBezTo>
                <a:close/>
              </a:path>
            </a:pathLst>
          </a:custGeom>
          <a:solidFill>
            <a:srgbClr val="AD4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0"/>
          <p:cNvSpPr/>
          <p:nvPr/>
        </p:nvSpPr>
        <p:spPr>
          <a:xfrm>
            <a:off x="708837" y="4399364"/>
            <a:ext cx="356705" cy="292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/>
          </a:p>
        </p:txBody>
      </p:sp>
      <p:sp>
        <p:nvSpPr>
          <p:cNvPr id="590" name="Google Shape;590;p10"/>
          <p:cNvSpPr/>
          <p:nvPr/>
        </p:nvSpPr>
        <p:spPr>
          <a:xfrm>
            <a:off x="1143286" y="4399364"/>
            <a:ext cx="2314011" cy="219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2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Refresh Browser</a:t>
            </a:r>
            <a:endParaRPr b="0" i="0" sz="1600" u="none" cap="none" strike="noStrike"/>
          </a:p>
        </p:txBody>
      </p:sp>
      <p:sp>
        <p:nvSpPr>
          <p:cNvPr id="591" name="Google Shape;591;p10"/>
          <p:cNvSpPr/>
          <p:nvPr/>
        </p:nvSpPr>
        <p:spPr>
          <a:xfrm>
            <a:off x="1143286" y="4655460"/>
            <a:ext cx="2304864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Data tetap ada (diambil dari database)</a:t>
            </a:r>
            <a:endParaRPr b="0" i="0" sz="1600" u="none" cap="none" strike="noStrike"/>
          </a:p>
        </p:txBody>
      </p:sp>
      <p:sp>
        <p:nvSpPr>
          <p:cNvPr id="592" name="Google Shape;592;p10"/>
          <p:cNvSpPr/>
          <p:nvPr/>
        </p:nvSpPr>
        <p:spPr>
          <a:xfrm>
            <a:off x="576216" y="5094482"/>
            <a:ext cx="5222530" cy="731703"/>
          </a:xfrm>
          <a:custGeom>
            <a:rect b="b" l="l" r="r" t="t"/>
            <a:pathLst>
              <a:path extrusionOk="0" h="731703" w="5222530">
                <a:moveTo>
                  <a:pt x="36585" y="0"/>
                </a:moveTo>
                <a:lnTo>
                  <a:pt x="5112774" y="0"/>
                </a:lnTo>
                <a:cubicBezTo>
                  <a:pt x="5173390" y="0"/>
                  <a:pt x="5222530" y="49139"/>
                  <a:pt x="5222530" y="109755"/>
                </a:cubicBezTo>
                <a:lnTo>
                  <a:pt x="5222530" y="621947"/>
                </a:lnTo>
                <a:cubicBezTo>
                  <a:pt x="5222530" y="682564"/>
                  <a:pt x="5173390" y="731703"/>
                  <a:pt x="5112774" y="731703"/>
                </a:cubicBezTo>
                <a:lnTo>
                  <a:pt x="36585" y="731703"/>
                </a:lnTo>
                <a:cubicBezTo>
                  <a:pt x="16393" y="731703"/>
                  <a:pt x="0" y="715310"/>
                  <a:pt x="0" y="695118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0"/>
          <p:cNvSpPr/>
          <p:nvPr/>
        </p:nvSpPr>
        <p:spPr>
          <a:xfrm>
            <a:off x="576216" y="5094482"/>
            <a:ext cx="36585" cy="731703"/>
          </a:xfrm>
          <a:custGeom>
            <a:rect b="b" l="l" r="r" t="t"/>
            <a:pathLst>
              <a:path extrusionOk="0" h="731703" w="36585">
                <a:moveTo>
                  <a:pt x="36585" y="0"/>
                </a:moveTo>
                <a:lnTo>
                  <a:pt x="36585" y="0"/>
                </a:lnTo>
                <a:lnTo>
                  <a:pt x="36585" y="731703"/>
                </a:lnTo>
                <a:lnTo>
                  <a:pt x="36585" y="731703"/>
                </a:lnTo>
                <a:cubicBezTo>
                  <a:pt x="16393" y="731703"/>
                  <a:pt x="0" y="715310"/>
                  <a:pt x="0" y="695118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0"/>
          <p:cNvSpPr/>
          <p:nvPr/>
        </p:nvSpPr>
        <p:spPr>
          <a:xfrm>
            <a:off x="740849" y="5240822"/>
            <a:ext cx="292681" cy="292681"/>
          </a:xfrm>
          <a:custGeom>
            <a:rect b="b" l="l" r="r" t="t"/>
            <a:pathLst>
              <a:path extrusionOk="0" h="292681" w="292681">
                <a:moveTo>
                  <a:pt x="146341" y="0"/>
                </a:moveTo>
                <a:lnTo>
                  <a:pt x="146341" y="0"/>
                </a:lnTo>
                <a:cubicBezTo>
                  <a:pt x="227108" y="0"/>
                  <a:pt x="292681" y="65573"/>
                  <a:pt x="292681" y="146341"/>
                </a:cubicBezTo>
                <a:lnTo>
                  <a:pt x="292681" y="146341"/>
                </a:lnTo>
                <a:cubicBezTo>
                  <a:pt x="292681" y="227108"/>
                  <a:pt x="227108" y="292681"/>
                  <a:pt x="146341" y="292681"/>
                </a:cubicBezTo>
                <a:lnTo>
                  <a:pt x="146341" y="292681"/>
                </a:lnTo>
                <a:cubicBezTo>
                  <a:pt x="65573" y="292681"/>
                  <a:pt x="0" y="227108"/>
                  <a:pt x="0" y="146341"/>
                </a:cubicBezTo>
                <a:lnTo>
                  <a:pt x="0" y="146341"/>
                </a:lnTo>
                <a:cubicBezTo>
                  <a:pt x="0" y="65573"/>
                  <a:pt x="65573" y="0"/>
                  <a:pt x="146341" y="0"/>
                </a:cubicBez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0"/>
          <p:cNvSpPr/>
          <p:nvPr/>
        </p:nvSpPr>
        <p:spPr>
          <a:xfrm>
            <a:off x="708837" y="5240822"/>
            <a:ext cx="356705" cy="292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0" u="none" cap="none" strike="noStrike"/>
          </a:p>
        </p:txBody>
      </p:sp>
      <p:sp>
        <p:nvSpPr>
          <p:cNvPr id="596" name="Google Shape;596;p10"/>
          <p:cNvSpPr/>
          <p:nvPr/>
        </p:nvSpPr>
        <p:spPr>
          <a:xfrm>
            <a:off x="1143286" y="5240822"/>
            <a:ext cx="2332303" cy="219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2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Test dengan Postman</a:t>
            </a:r>
            <a:endParaRPr b="0" i="0" sz="1600" u="none" cap="none" strike="noStrike"/>
          </a:p>
        </p:txBody>
      </p:sp>
      <p:sp>
        <p:nvSpPr>
          <p:cNvPr id="597" name="Google Shape;597;p10"/>
          <p:cNvSpPr/>
          <p:nvPr/>
        </p:nvSpPr>
        <p:spPr>
          <a:xfrm>
            <a:off x="1143286" y="5496918"/>
            <a:ext cx="2323157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Hit API /api/saldo → Lihat JSON murni</a:t>
            </a:r>
            <a:endParaRPr b="0" i="0" sz="1600" u="none" cap="none" strike="noStrike"/>
          </a:p>
        </p:txBody>
      </p:sp>
      <p:sp>
        <p:nvSpPr>
          <p:cNvPr id="598" name="Google Shape;598;p10"/>
          <p:cNvSpPr/>
          <p:nvPr/>
        </p:nvSpPr>
        <p:spPr>
          <a:xfrm>
            <a:off x="576216" y="5935940"/>
            <a:ext cx="5222530" cy="731703"/>
          </a:xfrm>
          <a:custGeom>
            <a:rect b="b" l="l" r="r" t="t"/>
            <a:pathLst>
              <a:path extrusionOk="0" h="731703" w="5222530">
                <a:moveTo>
                  <a:pt x="36585" y="0"/>
                </a:moveTo>
                <a:lnTo>
                  <a:pt x="5112774" y="0"/>
                </a:lnTo>
                <a:cubicBezTo>
                  <a:pt x="5173390" y="0"/>
                  <a:pt x="5222530" y="49139"/>
                  <a:pt x="5222530" y="109755"/>
                </a:cubicBezTo>
                <a:lnTo>
                  <a:pt x="5222530" y="621947"/>
                </a:lnTo>
                <a:cubicBezTo>
                  <a:pt x="5222530" y="682564"/>
                  <a:pt x="5173390" y="731703"/>
                  <a:pt x="5112774" y="731703"/>
                </a:cubicBezTo>
                <a:lnTo>
                  <a:pt x="36585" y="731703"/>
                </a:lnTo>
                <a:cubicBezTo>
                  <a:pt x="16393" y="731703"/>
                  <a:pt x="0" y="715310"/>
                  <a:pt x="0" y="695118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0"/>
          <p:cNvSpPr/>
          <p:nvPr/>
        </p:nvSpPr>
        <p:spPr>
          <a:xfrm>
            <a:off x="576216" y="5935940"/>
            <a:ext cx="36585" cy="731703"/>
          </a:xfrm>
          <a:custGeom>
            <a:rect b="b" l="l" r="r" t="t"/>
            <a:pathLst>
              <a:path extrusionOk="0" h="731703" w="36585">
                <a:moveTo>
                  <a:pt x="36585" y="0"/>
                </a:moveTo>
                <a:lnTo>
                  <a:pt x="36585" y="0"/>
                </a:lnTo>
                <a:lnTo>
                  <a:pt x="36585" y="731703"/>
                </a:lnTo>
                <a:lnTo>
                  <a:pt x="36585" y="731703"/>
                </a:lnTo>
                <a:cubicBezTo>
                  <a:pt x="16393" y="731703"/>
                  <a:pt x="0" y="715310"/>
                  <a:pt x="0" y="695118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0"/>
          <p:cNvSpPr/>
          <p:nvPr/>
        </p:nvSpPr>
        <p:spPr>
          <a:xfrm>
            <a:off x="740849" y="6082281"/>
            <a:ext cx="292681" cy="292681"/>
          </a:xfrm>
          <a:custGeom>
            <a:rect b="b" l="l" r="r" t="t"/>
            <a:pathLst>
              <a:path extrusionOk="0" h="292681" w="292681">
                <a:moveTo>
                  <a:pt x="146341" y="0"/>
                </a:moveTo>
                <a:lnTo>
                  <a:pt x="146341" y="0"/>
                </a:lnTo>
                <a:cubicBezTo>
                  <a:pt x="227108" y="0"/>
                  <a:pt x="292681" y="65573"/>
                  <a:pt x="292681" y="146341"/>
                </a:cubicBezTo>
                <a:lnTo>
                  <a:pt x="292681" y="146341"/>
                </a:lnTo>
                <a:cubicBezTo>
                  <a:pt x="292681" y="227108"/>
                  <a:pt x="227108" y="292681"/>
                  <a:pt x="146341" y="292681"/>
                </a:cubicBezTo>
                <a:lnTo>
                  <a:pt x="146341" y="292681"/>
                </a:lnTo>
                <a:cubicBezTo>
                  <a:pt x="65573" y="292681"/>
                  <a:pt x="0" y="227108"/>
                  <a:pt x="0" y="146341"/>
                </a:cubicBezTo>
                <a:lnTo>
                  <a:pt x="0" y="146341"/>
                </a:lnTo>
                <a:cubicBezTo>
                  <a:pt x="0" y="65573"/>
                  <a:pt x="65573" y="0"/>
                  <a:pt x="146341" y="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0"/>
          <p:cNvSpPr/>
          <p:nvPr/>
        </p:nvSpPr>
        <p:spPr>
          <a:xfrm>
            <a:off x="708837" y="6082281"/>
            <a:ext cx="356705" cy="292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600" u="none" cap="none" strike="noStrike"/>
          </a:p>
        </p:txBody>
      </p:sp>
      <p:sp>
        <p:nvSpPr>
          <p:cNvPr id="602" name="Google Shape;602;p10"/>
          <p:cNvSpPr/>
          <p:nvPr/>
        </p:nvSpPr>
        <p:spPr>
          <a:xfrm>
            <a:off x="1143286" y="6082281"/>
            <a:ext cx="2240840" cy="219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2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Multi Browser</a:t>
            </a:r>
            <a:endParaRPr b="0" i="0" sz="1600" u="none" cap="none" strike="noStrike"/>
          </a:p>
        </p:txBody>
      </p:sp>
      <p:sp>
        <p:nvSpPr>
          <p:cNvPr id="603" name="Google Shape;603;p10"/>
          <p:cNvSpPr/>
          <p:nvPr/>
        </p:nvSpPr>
        <p:spPr>
          <a:xfrm>
            <a:off x="1143286" y="6338377"/>
            <a:ext cx="2231694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Buka 2 browser berbeda: Data sama!</a:t>
            </a:r>
            <a:endParaRPr b="0" i="0" sz="1600" u="none" cap="none" strike="noStrike"/>
          </a:p>
        </p:txBody>
      </p:sp>
      <p:sp>
        <p:nvSpPr>
          <p:cNvPr id="604" name="Google Shape;604;p10"/>
          <p:cNvSpPr/>
          <p:nvPr/>
        </p:nvSpPr>
        <p:spPr>
          <a:xfrm>
            <a:off x="6211829" y="1138713"/>
            <a:ext cx="5615820" cy="5076189"/>
          </a:xfrm>
          <a:custGeom>
            <a:rect b="b" l="l" r="r" t="t"/>
            <a:pathLst>
              <a:path extrusionOk="0" h="5076189" w="5615820">
                <a:moveTo>
                  <a:pt x="146347" y="0"/>
                </a:moveTo>
                <a:lnTo>
                  <a:pt x="5469473" y="0"/>
                </a:lnTo>
                <a:cubicBezTo>
                  <a:pt x="5550298" y="0"/>
                  <a:pt x="5615820" y="65522"/>
                  <a:pt x="5615820" y="146347"/>
                </a:cubicBezTo>
                <a:lnTo>
                  <a:pt x="5615820" y="4929843"/>
                </a:lnTo>
                <a:cubicBezTo>
                  <a:pt x="5615820" y="5010667"/>
                  <a:pt x="5550298" y="5076189"/>
                  <a:pt x="5469473" y="5076189"/>
                </a:cubicBezTo>
                <a:lnTo>
                  <a:pt x="146347" y="5076189"/>
                </a:lnTo>
                <a:cubicBezTo>
                  <a:pt x="65522" y="5076189"/>
                  <a:pt x="0" y="5010667"/>
                  <a:pt x="0" y="4929843"/>
                </a:cubicBezTo>
                <a:lnTo>
                  <a:pt x="0" y="146347"/>
                </a:lnTo>
                <a:cubicBezTo>
                  <a:pt x="0" y="65522"/>
                  <a:pt x="65522" y="0"/>
                  <a:pt x="146347" y="0"/>
                </a:cubicBezTo>
                <a:close/>
              </a:path>
            </a:pathLst>
          </a:custGeom>
          <a:gradFill>
            <a:gsLst>
              <a:gs pos="0">
                <a:srgbClr val="10B981">
                  <a:alpha val="20000"/>
                </a:srgbClr>
              </a:gs>
              <a:gs pos="100000">
                <a:srgbClr val="3B82F6">
                  <a:alpha val="20000"/>
                </a:srgbClr>
              </a:gs>
            </a:gsLst>
            <a:lin ang="2700000" scaled="0"/>
          </a:gradFill>
          <a:ln cap="flat" cmpd="sng" w="12700">
            <a:solidFill>
              <a:srgbClr val="10B98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0"/>
          <p:cNvSpPr/>
          <p:nvPr/>
        </p:nvSpPr>
        <p:spPr>
          <a:xfrm>
            <a:off x="6422194" y="1362797"/>
            <a:ext cx="182926" cy="182926"/>
          </a:xfrm>
          <a:custGeom>
            <a:rect b="b" l="l" r="r" t="t"/>
            <a:pathLst>
              <a:path extrusionOk="0" h="182926" w="182926">
                <a:moveTo>
                  <a:pt x="142375" y="4359"/>
                </a:moveTo>
                <a:lnTo>
                  <a:pt x="110863" y="35871"/>
                </a:lnTo>
                <a:lnTo>
                  <a:pt x="147055" y="72063"/>
                </a:lnTo>
                <a:lnTo>
                  <a:pt x="178567" y="40551"/>
                </a:lnTo>
                <a:cubicBezTo>
                  <a:pt x="181354" y="37728"/>
                  <a:pt x="182926" y="33941"/>
                  <a:pt x="182926" y="30011"/>
                </a:cubicBezTo>
                <a:cubicBezTo>
                  <a:pt x="182926" y="26081"/>
                  <a:pt x="181354" y="22294"/>
                  <a:pt x="178567" y="19472"/>
                </a:cubicBezTo>
                <a:lnTo>
                  <a:pt x="163454" y="4359"/>
                </a:lnTo>
                <a:cubicBezTo>
                  <a:pt x="160632" y="1572"/>
                  <a:pt x="156845" y="0"/>
                  <a:pt x="152914" y="0"/>
                </a:cubicBezTo>
                <a:cubicBezTo>
                  <a:pt x="148984" y="0"/>
                  <a:pt x="145197" y="1572"/>
                  <a:pt x="142375" y="4359"/>
                </a:cubicBezTo>
                <a:close/>
                <a:moveTo>
                  <a:pt x="98751" y="47982"/>
                </a:moveTo>
                <a:lnTo>
                  <a:pt x="4359" y="142375"/>
                </a:lnTo>
                <a:cubicBezTo>
                  <a:pt x="1572" y="145197"/>
                  <a:pt x="0" y="148984"/>
                  <a:pt x="0" y="152914"/>
                </a:cubicBezTo>
                <a:cubicBezTo>
                  <a:pt x="0" y="156845"/>
                  <a:pt x="1572" y="160632"/>
                  <a:pt x="4359" y="163454"/>
                </a:cubicBezTo>
                <a:lnTo>
                  <a:pt x="19472" y="178567"/>
                </a:lnTo>
                <a:cubicBezTo>
                  <a:pt x="22294" y="181354"/>
                  <a:pt x="26081" y="182926"/>
                  <a:pt x="30011" y="182926"/>
                </a:cubicBezTo>
                <a:cubicBezTo>
                  <a:pt x="33941" y="182926"/>
                  <a:pt x="37728" y="181354"/>
                  <a:pt x="40551" y="178567"/>
                </a:cubicBezTo>
                <a:lnTo>
                  <a:pt x="134943" y="84174"/>
                </a:lnTo>
                <a:lnTo>
                  <a:pt x="98751" y="47982"/>
                </a:ln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0"/>
          <p:cNvSpPr/>
          <p:nvPr/>
        </p:nvSpPr>
        <p:spPr>
          <a:xfrm>
            <a:off x="6627985" y="1326212"/>
            <a:ext cx="5103628" cy="256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4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✨ Magic Moment</a:t>
            </a:r>
            <a:endParaRPr b="0" i="0" sz="1600" u="none" cap="none" strike="noStrike"/>
          </a:p>
        </p:txBody>
      </p:sp>
      <p:sp>
        <p:nvSpPr>
          <p:cNvPr id="607" name="Google Shape;607;p10"/>
          <p:cNvSpPr/>
          <p:nvPr/>
        </p:nvSpPr>
        <p:spPr>
          <a:xfrm>
            <a:off x="6399328" y="1728648"/>
            <a:ext cx="5240822" cy="2368888"/>
          </a:xfrm>
          <a:custGeom>
            <a:rect b="b" l="l" r="r" t="t"/>
            <a:pathLst>
              <a:path extrusionOk="0" h="2368888" w="5240822">
                <a:moveTo>
                  <a:pt x="109751" y="0"/>
                </a:moveTo>
                <a:lnTo>
                  <a:pt x="5131072" y="0"/>
                </a:lnTo>
                <a:cubicBezTo>
                  <a:pt x="5191685" y="0"/>
                  <a:pt x="5240822" y="49137"/>
                  <a:pt x="5240822" y="109751"/>
                </a:cubicBezTo>
                <a:lnTo>
                  <a:pt x="5240822" y="2259138"/>
                </a:lnTo>
                <a:cubicBezTo>
                  <a:pt x="5240822" y="2319751"/>
                  <a:pt x="5191685" y="2368888"/>
                  <a:pt x="5131072" y="2368888"/>
                </a:cubicBezTo>
                <a:lnTo>
                  <a:pt x="109751" y="2368888"/>
                </a:lnTo>
                <a:cubicBezTo>
                  <a:pt x="49137" y="2368888"/>
                  <a:pt x="0" y="2319751"/>
                  <a:pt x="0" y="2259138"/>
                </a:cubicBezTo>
                <a:lnTo>
                  <a:pt x="0" y="109751"/>
                </a:lnTo>
                <a:cubicBezTo>
                  <a:pt x="0" y="49137"/>
                  <a:pt x="49137" y="0"/>
                  <a:pt x="109751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0"/>
          <p:cNvSpPr/>
          <p:nvPr/>
        </p:nvSpPr>
        <p:spPr>
          <a:xfrm>
            <a:off x="7365762" y="1911574"/>
            <a:ext cx="585362" cy="585362"/>
          </a:xfrm>
          <a:custGeom>
            <a:rect b="b" l="l" r="r" t="t"/>
            <a:pathLst>
              <a:path extrusionOk="0" h="585362" w="585362">
                <a:moveTo>
                  <a:pt x="292681" y="0"/>
                </a:moveTo>
                <a:lnTo>
                  <a:pt x="292681" y="0"/>
                </a:lnTo>
                <a:cubicBezTo>
                  <a:pt x="454216" y="0"/>
                  <a:pt x="585362" y="131146"/>
                  <a:pt x="585362" y="292681"/>
                </a:cubicBezTo>
                <a:lnTo>
                  <a:pt x="585362" y="292681"/>
                </a:lnTo>
                <a:cubicBezTo>
                  <a:pt x="585362" y="454216"/>
                  <a:pt x="454216" y="585362"/>
                  <a:pt x="292681" y="585362"/>
                </a:cubicBezTo>
                <a:lnTo>
                  <a:pt x="292681" y="585362"/>
                </a:lnTo>
                <a:cubicBezTo>
                  <a:pt x="131146" y="585362"/>
                  <a:pt x="0" y="454216"/>
                  <a:pt x="0" y="292681"/>
                </a:cubicBezTo>
                <a:lnTo>
                  <a:pt x="0" y="292681"/>
                </a:lnTo>
                <a:cubicBezTo>
                  <a:pt x="0" y="131146"/>
                  <a:pt x="131146" y="0"/>
                  <a:pt x="292681" y="0"/>
                </a:cubicBezTo>
                <a:close/>
              </a:path>
            </a:pathLst>
          </a:custGeom>
          <a:solidFill>
            <a:srgbClr val="FB2C3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0"/>
          <p:cNvSpPr/>
          <p:nvPr/>
        </p:nvSpPr>
        <p:spPr>
          <a:xfrm>
            <a:off x="7576126" y="2094500"/>
            <a:ext cx="164633" cy="219511"/>
          </a:xfrm>
          <a:custGeom>
            <a:rect b="b" l="l" r="r" t="t"/>
            <a:pathLst>
              <a:path extrusionOk="0" h="219511" w="164633">
                <a:moveTo>
                  <a:pt x="23623" y="31469"/>
                </a:moveTo>
                <a:cubicBezTo>
                  <a:pt x="18264" y="26110"/>
                  <a:pt x="9561" y="26110"/>
                  <a:pt x="4202" y="31469"/>
                </a:cubicBezTo>
                <a:cubicBezTo>
                  <a:pt x="-1158" y="36828"/>
                  <a:pt x="-1158" y="45531"/>
                  <a:pt x="4202" y="50891"/>
                </a:cubicBezTo>
                <a:lnTo>
                  <a:pt x="63109" y="109755"/>
                </a:lnTo>
                <a:lnTo>
                  <a:pt x="4244" y="168663"/>
                </a:lnTo>
                <a:cubicBezTo>
                  <a:pt x="-1115" y="174022"/>
                  <a:pt x="-1115" y="182726"/>
                  <a:pt x="4244" y="188085"/>
                </a:cubicBezTo>
                <a:cubicBezTo>
                  <a:pt x="9604" y="193444"/>
                  <a:pt x="18307" y="193444"/>
                  <a:pt x="23666" y="188085"/>
                </a:cubicBezTo>
                <a:lnTo>
                  <a:pt x="82531" y="129177"/>
                </a:lnTo>
                <a:lnTo>
                  <a:pt x="141439" y="188042"/>
                </a:lnTo>
                <a:cubicBezTo>
                  <a:pt x="146798" y="193401"/>
                  <a:pt x="155501" y="193401"/>
                  <a:pt x="160860" y="188042"/>
                </a:cubicBezTo>
                <a:cubicBezTo>
                  <a:pt x="166219" y="182683"/>
                  <a:pt x="166219" y="173980"/>
                  <a:pt x="160860" y="168620"/>
                </a:cubicBezTo>
                <a:lnTo>
                  <a:pt x="101953" y="109755"/>
                </a:lnTo>
                <a:lnTo>
                  <a:pt x="160817" y="50848"/>
                </a:lnTo>
                <a:cubicBezTo>
                  <a:pt x="166177" y="45488"/>
                  <a:pt x="166177" y="36785"/>
                  <a:pt x="160817" y="31426"/>
                </a:cubicBezTo>
                <a:cubicBezTo>
                  <a:pt x="155458" y="26067"/>
                  <a:pt x="146755" y="26067"/>
                  <a:pt x="141396" y="31426"/>
                </a:cubicBezTo>
                <a:lnTo>
                  <a:pt x="82531" y="90334"/>
                </a:lnTo>
                <a:lnTo>
                  <a:pt x="23623" y="31469"/>
                </a:lnTo>
                <a:close/>
              </a:path>
            </a:pathLst>
          </a:custGeom>
          <a:solidFill>
            <a:srgbClr val="FF64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0"/>
          <p:cNvSpPr/>
          <p:nvPr/>
        </p:nvSpPr>
        <p:spPr>
          <a:xfrm>
            <a:off x="6550242" y="2570107"/>
            <a:ext cx="2213401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8" u="none" cap="none" strike="noStrike">
                <a:solidFill>
                  <a:srgbClr val="FF6467"/>
                </a:solidFill>
                <a:latin typeface="Arial"/>
                <a:ea typeface="Arial"/>
                <a:cs typeface="Arial"/>
                <a:sym typeface="Arial"/>
              </a:rPr>
              <a:t>Day 1</a:t>
            </a:r>
            <a:endParaRPr b="0" i="0" sz="1600" u="none" cap="none" strike="noStrike"/>
          </a:p>
        </p:txBody>
      </p:sp>
      <p:sp>
        <p:nvSpPr>
          <p:cNvPr id="611" name="Google Shape;611;p10"/>
          <p:cNvSpPr/>
          <p:nvPr/>
        </p:nvSpPr>
        <p:spPr>
          <a:xfrm>
            <a:off x="6554815" y="2753032"/>
            <a:ext cx="2204255" cy="146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4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Data hilang saat refresh</a:t>
            </a:r>
            <a:endParaRPr b="0" i="0" sz="1600" u="none" cap="none" strike="noStrike"/>
          </a:p>
        </p:txBody>
      </p:sp>
      <p:sp>
        <p:nvSpPr>
          <p:cNvPr id="612" name="Google Shape;612;p10"/>
          <p:cNvSpPr/>
          <p:nvPr/>
        </p:nvSpPr>
        <p:spPr>
          <a:xfrm>
            <a:off x="8908412" y="2295718"/>
            <a:ext cx="219511" cy="219511"/>
          </a:xfrm>
          <a:custGeom>
            <a:rect b="b" l="l" r="r" t="t"/>
            <a:pathLst>
              <a:path extrusionOk="0" h="219511" w="219511">
                <a:moveTo>
                  <a:pt x="215481" y="119445"/>
                </a:moveTo>
                <a:cubicBezTo>
                  <a:pt x="220840" y="114086"/>
                  <a:pt x="220840" y="105382"/>
                  <a:pt x="215481" y="100023"/>
                </a:cubicBezTo>
                <a:lnTo>
                  <a:pt x="146884" y="31426"/>
                </a:lnTo>
                <a:cubicBezTo>
                  <a:pt x="141524" y="26067"/>
                  <a:pt x="132821" y="26067"/>
                  <a:pt x="127462" y="31426"/>
                </a:cubicBezTo>
                <a:cubicBezTo>
                  <a:pt x="122103" y="36785"/>
                  <a:pt x="122103" y="45488"/>
                  <a:pt x="127462" y="50848"/>
                </a:cubicBezTo>
                <a:lnTo>
                  <a:pt x="172650" y="96036"/>
                </a:lnTo>
                <a:lnTo>
                  <a:pt x="13719" y="96036"/>
                </a:lnTo>
                <a:cubicBezTo>
                  <a:pt x="6131" y="96036"/>
                  <a:pt x="0" y="102167"/>
                  <a:pt x="0" y="109755"/>
                </a:cubicBezTo>
                <a:cubicBezTo>
                  <a:pt x="0" y="117344"/>
                  <a:pt x="6131" y="123475"/>
                  <a:pt x="13719" y="123475"/>
                </a:cubicBezTo>
                <a:lnTo>
                  <a:pt x="172650" y="123475"/>
                </a:lnTo>
                <a:lnTo>
                  <a:pt x="127462" y="168663"/>
                </a:lnTo>
                <a:cubicBezTo>
                  <a:pt x="122103" y="174022"/>
                  <a:pt x="122103" y="182726"/>
                  <a:pt x="127462" y="188085"/>
                </a:cubicBezTo>
                <a:cubicBezTo>
                  <a:pt x="132821" y="193444"/>
                  <a:pt x="141524" y="193444"/>
                  <a:pt x="146884" y="188085"/>
                </a:cubicBezTo>
                <a:lnTo>
                  <a:pt x="215481" y="119488"/>
                </a:lnTo>
                <a:close/>
              </a:path>
            </a:pathLst>
          </a:custGeom>
          <a:solidFill>
            <a:srgbClr val="F1F5F9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0"/>
          <p:cNvSpPr/>
          <p:nvPr/>
        </p:nvSpPr>
        <p:spPr>
          <a:xfrm>
            <a:off x="10085210" y="1911574"/>
            <a:ext cx="585362" cy="585362"/>
          </a:xfrm>
          <a:custGeom>
            <a:rect b="b" l="l" r="r" t="t"/>
            <a:pathLst>
              <a:path extrusionOk="0" h="585362" w="585362">
                <a:moveTo>
                  <a:pt x="292681" y="0"/>
                </a:moveTo>
                <a:lnTo>
                  <a:pt x="292681" y="0"/>
                </a:lnTo>
                <a:cubicBezTo>
                  <a:pt x="454216" y="0"/>
                  <a:pt x="585362" y="131146"/>
                  <a:pt x="585362" y="292681"/>
                </a:cubicBezTo>
                <a:lnTo>
                  <a:pt x="585362" y="292681"/>
                </a:lnTo>
                <a:cubicBezTo>
                  <a:pt x="585362" y="454216"/>
                  <a:pt x="454216" y="585362"/>
                  <a:pt x="292681" y="585362"/>
                </a:cubicBezTo>
                <a:lnTo>
                  <a:pt x="292681" y="585362"/>
                </a:lnTo>
                <a:cubicBezTo>
                  <a:pt x="131146" y="585362"/>
                  <a:pt x="0" y="454216"/>
                  <a:pt x="0" y="292681"/>
                </a:cubicBezTo>
                <a:lnTo>
                  <a:pt x="0" y="292681"/>
                </a:lnTo>
                <a:cubicBezTo>
                  <a:pt x="0" y="131146"/>
                  <a:pt x="131146" y="0"/>
                  <a:pt x="29268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0"/>
          <p:cNvSpPr/>
          <p:nvPr/>
        </p:nvSpPr>
        <p:spPr>
          <a:xfrm>
            <a:off x="10281855" y="2094500"/>
            <a:ext cx="192072" cy="219511"/>
          </a:xfrm>
          <a:custGeom>
            <a:rect b="b" l="l" r="r" t="t"/>
            <a:pathLst>
              <a:path extrusionOk="0" h="219511" w="192072">
                <a:moveTo>
                  <a:pt x="186413" y="30054"/>
                </a:moveTo>
                <a:cubicBezTo>
                  <a:pt x="192544" y="34513"/>
                  <a:pt x="193916" y="43088"/>
                  <a:pt x="189457" y="49218"/>
                </a:cubicBezTo>
                <a:lnTo>
                  <a:pt x="79701" y="200132"/>
                </a:lnTo>
                <a:cubicBezTo>
                  <a:pt x="77343" y="203391"/>
                  <a:pt x="73699" y="205406"/>
                  <a:pt x="69669" y="205749"/>
                </a:cubicBezTo>
                <a:cubicBezTo>
                  <a:pt x="65639" y="206092"/>
                  <a:pt x="61737" y="204591"/>
                  <a:pt x="58908" y="201761"/>
                </a:cubicBezTo>
                <a:lnTo>
                  <a:pt x="4030" y="146884"/>
                </a:lnTo>
                <a:cubicBezTo>
                  <a:pt x="-1329" y="141524"/>
                  <a:pt x="-1329" y="132821"/>
                  <a:pt x="4030" y="127462"/>
                </a:cubicBezTo>
                <a:cubicBezTo>
                  <a:pt x="9389" y="122103"/>
                  <a:pt x="18092" y="122103"/>
                  <a:pt x="23452" y="127462"/>
                </a:cubicBezTo>
                <a:lnTo>
                  <a:pt x="66968" y="170978"/>
                </a:lnTo>
                <a:lnTo>
                  <a:pt x="167291" y="33055"/>
                </a:lnTo>
                <a:cubicBezTo>
                  <a:pt x="171750" y="26924"/>
                  <a:pt x="180325" y="25552"/>
                  <a:pt x="186456" y="30011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0"/>
          <p:cNvSpPr/>
          <p:nvPr/>
        </p:nvSpPr>
        <p:spPr>
          <a:xfrm>
            <a:off x="9269690" y="2570107"/>
            <a:ext cx="2213401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8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Day 2</a:t>
            </a:r>
            <a:endParaRPr b="0" i="0" sz="1600" u="none" cap="none" strike="noStrike"/>
          </a:p>
        </p:txBody>
      </p:sp>
      <p:sp>
        <p:nvSpPr>
          <p:cNvPr id="616" name="Google Shape;616;p10"/>
          <p:cNvSpPr/>
          <p:nvPr/>
        </p:nvSpPr>
        <p:spPr>
          <a:xfrm>
            <a:off x="9274263" y="2753032"/>
            <a:ext cx="2204255" cy="146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4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Data tetap ada!</a:t>
            </a:r>
            <a:endParaRPr b="0" i="0" sz="1600" u="none" cap="none" strike="noStrike"/>
          </a:p>
        </p:txBody>
      </p:sp>
      <p:sp>
        <p:nvSpPr>
          <p:cNvPr id="617" name="Google Shape;617;p10"/>
          <p:cNvSpPr/>
          <p:nvPr/>
        </p:nvSpPr>
        <p:spPr>
          <a:xfrm>
            <a:off x="6582254" y="3050287"/>
            <a:ext cx="4874971" cy="9146"/>
          </a:xfrm>
          <a:custGeom>
            <a:rect b="b" l="l" r="r" t="t"/>
            <a:pathLst>
              <a:path extrusionOk="0" h="9146" w="4874971">
                <a:moveTo>
                  <a:pt x="0" y="0"/>
                </a:moveTo>
                <a:lnTo>
                  <a:pt x="4874971" y="0"/>
                </a:lnTo>
                <a:lnTo>
                  <a:pt x="4874971" y="9146"/>
                </a:lnTo>
                <a:lnTo>
                  <a:pt x="0" y="9146"/>
                </a:lnTo>
                <a:lnTo>
                  <a:pt x="0" y="0"/>
                </a:lnTo>
                <a:close/>
              </a:path>
            </a:pathLst>
          </a:custGeom>
          <a:solidFill>
            <a:srgbClr val="F1F5F9">
              <a:alpha val="10196"/>
            </a:srgbClr>
          </a:solidFill>
          <a:ln>
            <a:noFill/>
          </a:ln>
        </p:spPr>
      </p:sp>
      <p:sp>
        <p:nvSpPr>
          <p:cNvPr id="618" name="Google Shape;618;p10"/>
          <p:cNvSpPr/>
          <p:nvPr/>
        </p:nvSpPr>
        <p:spPr>
          <a:xfrm>
            <a:off x="8562425" y="3246932"/>
            <a:ext cx="128048" cy="146341"/>
          </a:xfrm>
          <a:custGeom>
            <a:rect b="b" l="l" r="r" t="t"/>
            <a:pathLst>
              <a:path extrusionOk="0" h="146341" w="128048">
                <a:moveTo>
                  <a:pt x="0" y="61737"/>
                </a:moveTo>
                <a:cubicBezTo>
                  <a:pt x="0" y="42787"/>
                  <a:pt x="15349" y="27439"/>
                  <a:pt x="34299" y="27439"/>
                </a:cubicBezTo>
                <a:lnTo>
                  <a:pt x="36585" y="27439"/>
                </a:lnTo>
                <a:cubicBezTo>
                  <a:pt x="41644" y="27439"/>
                  <a:pt x="45731" y="31526"/>
                  <a:pt x="45731" y="36585"/>
                </a:cubicBezTo>
                <a:cubicBezTo>
                  <a:pt x="45731" y="41644"/>
                  <a:pt x="41644" y="45731"/>
                  <a:pt x="36585" y="45731"/>
                </a:cubicBezTo>
                <a:lnTo>
                  <a:pt x="34299" y="45731"/>
                </a:lnTo>
                <a:cubicBezTo>
                  <a:pt x="25467" y="45731"/>
                  <a:pt x="18293" y="52906"/>
                  <a:pt x="18293" y="61737"/>
                </a:cubicBezTo>
                <a:lnTo>
                  <a:pt x="18293" y="64024"/>
                </a:lnTo>
                <a:lnTo>
                  <a:pt x="36585" y="64024"/>
                </a:lnTo>
                <a:cubicBezTo>
                  <a:pt x="46675" y="64024"/>
                  <a:pt x="54878" y="72227"/>
                  <a:pt x="54878" y="82317"/>
                </a:cubicBezTo>
                <a:lnTo>
                  <a:pt x="54878" y="100609"/>
                </a:lnTo>
                <a:cubicBezTo>
                  <a:pt x="54878" y="110699"/>
                  <a:pt x="46675" y="118902"/>
                  <a:pt x="36585" y="118902"/>
                </a:cubicBezTo>
                <a:lnTo>
                  <a:pt x="18293" y="118902"/>
                </a:lnTo>
                <a:cubicBezTo>
                  <a:pt x="8203" y="118902"/>
                  <a:pt x="0" y="110699"/>
                  <a:pt x="0" y="100609"/>
                </a:cubicBezTo>
                <a:lnTo>
                  <a:pt x="0" y="61737"/>
                </a:lnTo>
                <a:close/>
                <a:moveTo>
                  <a:pt x="73170" y="61737"/>
                </a:moveTo>
                <a:cubicBezTo>
                  <a:pt x="73170" y="42787"/>
                  <a:pt x="88519" y="27439"/>
                  <a:pt x="107469" y="27439"/>
                </a:cubicBezTo>
                <a:lnTo>
                  <a:pt x="109755" y="27439"/>
                </a:lnTo>
                <a:cubicBezTo>
                  <a:pt x="114814" y="27439"/>
                  <a:pt x="118902" y="31526"/>
                  <a:pt x="118902" y="36585"/>
                </a:cubicBezTo>
                <a:cubicBezTo>
                  <a:pt x="118902" y="41644"/>
                  <a:pt x="114814" y="45731"/>
                  <a:pt x="109755" y="45731"/>
                </a:cubicBezTo>
                <a:lnTo>
                  <a:pt x="107469" y="45731"/>
                </a:lnTo>
                <a:cubicBezTo>
                  <a:pt x="98637" y="45731"/>
                  <a:pt x="91463" y="52906"/>
                  <a:pt x="91463" y="61737"/>
                </a:cubicBezTo>
                <a:lnTo>
                  <a:pt x="91463" y="64024"/>
                </a:lnTo>
                <a:lnTo>
                  <a:pt x="109755" y="64024"/>
                </a:lnTo>
                <a:cubicBezTo>
                  <a:pt x="119845" y="64024"/>
                  <a:pt x="128048" y="72227"/>
                  <a:pt x="128048" y="82317"/>
                </a:cubicBezTo>
                <a:lnTo>
                  <a:pt x="128048" y="100609"/>
                </a:lnTo>
                <a:cubicBezTo>
                  <a:pt x="128048" y="110699"/>
                  <a:pt x="119845" y="118902"/>
                  <a:pt x="109755" y="118902"/>
                </a:cubicBezTo>
                <a:lnTo>
                  <a:pt x="91463" y="118902"/>
                </a:lnTo>
                <a:cubicBezTo>
                  <a:pt x="81373" y="118902"/>
                  <a:pt x="73170" y="110699"/>
                  <a:pt x="73170" y="100609"/>
                </a:cubicBezTo>
                <a:lnTo>
                  <a:pt x="73170" y="61737"/>
                </a:lnTo>
                <a:close/>
              </a:path>
            </a:pathLst>
          </a:custGeom>
          <a:solidFill>
            <a:srgbClr val="F1F5F9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0"/>
          <p:cNvSpPr/>
          <p:nvPr/>
        </p:nvSpPr>
        <p:spPr>
          <a:xfrm>
            <a:off x="6781290" y="3201200"/>
            <a:ext cx="4712520" cy="219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2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Lihat!</a:t>
            </a:r>
            <a:endParaRPr b="0" i="0" sz="1600" u="none" cap="none" strike="noStrike"/>
          </a:p>
        </p:txBody>
      </p:sp>
      <p:sp>
        <p:nvSpPr>
          <p:cNvPr id="620" name="Google Shape;620;p10"/>
          <p:cNvSpPr/>
          <p:nvPr/>
        </p:nvSpPr>
        <p:spPr>
          <a:xfrm>
            <a:off x="6550242" y="3493881"/>
            <a:ext cx="4938995" cy="420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Kemarin data hilang saat refresh, hari ini data </a:t>
            </a:r>
            <a:r>
              <a:rPr b="1" i="0" lang="en-US" sz="1008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tetap ada</a:t>
            </a:r>
            <a:r>
              <a:rPr b="0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karena tersimpan di MySQL. Bahkan kalau Anda buka dari </a:t>
            </a:r>
            <a:r>
              <a:rPr b="1" i="0" lang="en-US" sz="1008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HP teman</a:t>
            </a:r>
            <a:r>
              <a:rPr b="0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, data </a:t>
            </a:r>
            <a:r>
              <a:rPr b="1" i="0" lang="en-US" sz="1008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sama</a:t>
            </a:r>
            <a:r>
              <a:rPr b="0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1600" u="none" cap="none" strike="noStrike"/>
          </a:p>
        </p:txBody>
      </p:sp>
      <p:sp>
        <p:nvSpPr>
          <p:cNvPr id="621" name="Google Shape;621;p10"/>
          <p:cNvSpPr/>
          <p:nvPr/>
        </p:nvSpPr>
        <p:spPr>
          <a:xfrm>
            <a:off x="6399328" y="4239304"/>
            <a:ext cx="2560960" cy="914629"/>
          </a:xfrm>
          <a:custGeom>
            <a:rect b="b" l="l" r="r" t="t"/>
            <a:pathLst>
              <a:path extrusionOk="0" h="914629" w="2560960">
                <a:moveTo>
                  <a:pt x="109755" y="0"/>
                </a:moveTo>
                <a:lnTo>
                  <a:pt x="2451205" y="0"/>
                </a:lnTo>
                <a:cubicBezTo>
                  <a:pt x="2511821" y="0"/>
                  <a:pt x="2560960" y="49139"/>
                  <a:pt x="2560960" y="109755"/>
                </a:cubicBezTo>
                <a:lnTo>
                  <a:pt x="2560960" y="804873"/>
                </a:lnTo>
                <a:cubicBezTo>
                  <a:pt x="2560960" y="865489"/>
                  <a:pt x="2511821" y="914629"/>
                  <a:pt x="2451205" y="914629"/>
                </a:cubicBezTo>
                <a:lnTo>
                  <a:pt x="109755" y="914629"/>
                </a:lnTo>
                <a:cubicBezTo>
                  <a:pt x="49139" y="914629"/>
                  <a:pt x="0" y="865489"/>
                  <a:pt x="0" y="804873"/>
                </a:cubicBezTo>
                <a:lnTo>
                  <a:pt x="0" y="109755"/>
                </a:lnTo>
                <a:cubicBezTo>
                  <a:pt x="0" y="49180"/>
                  <a:pt x="49180" y="0"/>
                  <a:pt x="109755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0"/>
          <p:cNvSpPr/>
          <p:nvPr/>
        </p:nvSpPr>
        <p:spPr>
          <a:xfrm>
            <a:off x="7598992" y="4385644"/>
            <a:ext cx="164633" cy="219511"/>
          </a:xfrm>
          <a:custGeom>
            <a:rect b="b" l="l" r="r" t="t"/>
            <a:pathLst>
              <a:path extrusionOk="0" h="219511" w="164633">
                <a:moveTo>
                  <a:pt x="6860" y="27439"/>
                </a:moveTo>
                <a:cubicBezTo>
                  <a:pt x="6860" y="12305"/>
                  <a:pt x="19164" y="0"/>
                  <a:pt x="34299" y="0"/>
                </a:cubicBezTo>
                <a:lnTo>
                  <a:pt x="130335" y="0"/>
                </a:lnTo>
                <a:cubicBezTo>
                  <a:pt x="145469" y="0"/>
                  <a:pt x="157773" y="12305"/>
                  <a:pt x="157773" y="27439"/>
                </a:cubicBezTo>
                <a:lnTo>
                  <a:pt x="157773" y="192072"/>
                </a:lnTo>
                <a:cubicBezTo>
                  <a:pt x="157773" y="207206"/>
                  <a:pt x="145469" y="219511"/>
                  <a:pt x="130335" y="219511"/>
                </a:cubicBezTo>
                <a:lnTo>
                  <a:pt x="34299" y="219511"/>
                </a:lnTo>
                <a:cubicBezTo>
                  <a:pt x="19164" y="219511"/>
                  <a:pt x="6860" y="207206"/>
                  <a:pt x="6860" y="192072"/>
                </a:cubicBezTo>
                <a:lnTo>
                  <a:pt x="6860" y="27439"/>
                </a:lnTo>
                <a:close/>
                <a:moveTo>
                  <a:pt x="34299" y="27439"/>
                </a:moveTo>
                <a:lnTo>
                  <a:pt x="34299" y="157773"/>
                </a:lnTo>
                <a:lnTo>
                  <a:pt x="130335" y="157773"/>
                </a:lnTo>
                <a:lnTo>
                  <a:pt x="130335" y="27439"/>
                </a:lnTo>
                <a:lnTo>
                  <a:pt x="34299" y="27439"/>
                </a:lnTo>
                <a:close/>
                <a:moveTo>
                  <a:pt x="82317" y="202362"/>
                </a:moveTo>
                <a:cubicBezTo>
                  <a:pt x="89905" y="202362"/>
                  <a:pt x="96036" y="196231"/>
                  <a:pt x="96036" y="188642"/>
                </a:cubicBezTo>
                <a:cubicBezTo>
                  <a:pt x="96036" y="181054"/>
                  <a:pt x="89905" y="174923"/>
                  <a:pt x="82317" y="174923"/>
                </a:cubicBezTo>
                <a:cubicBezTo>
                  <a:pt x="74728" y="174923"/>
                  <a:pt x="68597" y="181054"/>
                  <a:pt x="68597" y="188642"/>
                </a:cubicBezTo>
                <a:cubicBezTo>
                  <a:pt x="68597" y="196231"/>
                  <a:pt x="74728" y="202362"/>
                  <a:pt x="82317" y="202362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0"/>
          <p:cNvSpPr/>
          <p:nvPr/>
        </p:nvSpPr>
        <p:spPr>
          <a:xfrm>
            <a:off x="6513657" y="4678326"/>
            <a:ext cx="2332303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HP Anda</a:t>
            </a:r>
            <a:endParaRPr b="0" i="0" sz="1600" u="none" cap="none" strike="noStrike"/>
          </a:p>
        </p:txBody>
      </p:sp>
      <p:sp>
        <p:nvSpPr>
          <p:cNvPr id="624" name="Google Shape;624;p10"/>
          <p:cNvSpPr/>
          <p:nvPr/>
        </p:nvSpPr>
        <p:spPr>
          <a:xfrm>
            <a:off x="6518230" y="4861251"/>
            <a:ext cx="2323157" cy="146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4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Data: Gaji Maret 5jt</a:t>
            </a:r>
            <a:endParaRPr b="0" i="0" sz="1600" u="none" cap="none" strike="noStrike"/>
          </a:p>
        </p:txBody>
      </p:sp>
      <p:sp>
        <p:nvSpPr>
          <p:cNvPr id="625" name="Google Shape;625;p10"/>
          <p:cNvSpPr/>
          <p:nvPr/>
        </p:nvSpPr>
        <p:spPr>
          <a:xfrm>
            <a:off x="9073045" y="4239304"/>
            <a:ext cx="2560960" cy="914629"/>
          </a:xfrm>
          <a:custGeom>
            <a:rect b="b" l="l" r="r" t="t"/>
            <a:pathLst>
              <a:path extrusionOk="0" h="914629" w="2560960">
                <a:moveTo>
                  <a:pt x="109755" y="0"/>
                </a:moveTo>
                <a:lnTo>
                  <a:pt x="2451205" y="0"/>
                </a:lnTo>
                <a:cubicBezTo>
                  <a:pt x="2511821" y="0"/>
                  <a:pt x="2560960" y="49139"/>
                  <a:pt x="2560960" y="109755"/>
                </a:cubicBezTo>
                <a:lnTo>
                  <a:pt x="2560960" y="804873"/>
                </a:lnTo>
                <a:cubicBezTo>
                  <a:pt x="2560960" y="865489"/>
                  <a:pt x="2511821" y="914629"/>
                  <a:pt x="2451205" y="914629"/>
                </a:cubicBezTo>
                <a:lnTo>
                  <a:pt x="109755" y="914629"/>
                </a:lnTo>
                <a:cubicBezTo>
                  <a:pt x="49139" y="914629"/>
                  <a:pt x="0" y="865489"/>
                  <a:pt x="0" y="804873"/>
                </a:cubicBezTo>
                <a:lnTo>
                  <a:pt x="0" y="109755"/>
                </a:lnTo>
                <a:cubicBezTo>
                  <a:pt x="0" y="49180"/>
                  <a:pt x="49180" y="0"/>
                  <a:pt x="109755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0"/>
          <p:cNvSpPr/>
          <p:nvPr/>
        </p:nvSpPr>
        <p:spPr>
          <a:xfrm>
            <a:off x="10217831" y="4385644"/>
            <a:ext cx="274389" cy="219511"/>
          </a:xfrm>
          <a:custGeom>
            <a:rect b="b" l="l" r="r" t="t"/>
            <a:pathLst>
              <a:path extrusionOk="0" h="219511" w="274389">
                <a:moveTo>
                  <a:pt x="54878" y="13719"/>
                </a:moveTo>
                <a:cubicBezTo>
                  <a:pt x="39743" y="13719"/>
                  <a:pt x="27439" y="26024"/>
                  <a:pt x="27439" y="41158"/>
                </a:cubicBezTo>
                <a:lnTo>
                  <a:pt x="27439" y="144054"/>
                </a:lnTo>
                <a:lnTo>
                  <a:pt x="54878" y="144054"/>
                </a:lnTo>
                <a:lnTo>
                  <a:pt x="54878" y="41158"/>
                </a:lnTo>
                <a:lnTo>
                  <a:pt x="219511" y="41158"/>
                </a:lnTo>
                <a:lnTo>
                  <a:pt x="219511" y="144054"/>
                </a:lnTo>
                <a:lnTo>
                  <a:pt x="246950" y="144054"/>
                </a:lnTo>
                <a:lnTo>
                  <a:pt x="246950" y="41158"/>
                </a:lnTo>
                <a:cubicBezTo>
                  <a:pt x="246950" y="26024"/>
                  <a:pt x="234645" y="13719"/>
                  <a:pt x="219511" y="13719"/>
                </a:cubicBezTo>
                <a:lnTo>
                  <a:pt x="54878" y="13719"/>
                </a:lnTo>
                <a:close/>
                <a:moveTo>
                  <a:pt x="8232" y="164633"/>
                </a:moveTo>
                <a:cubicBezTo>
                  <a:pt x="3687" y="164633"/>
                  <a:pt x="0" y="168320"/>
                  <a:pt x="0" y="172865"/>
                </a:cubicBezTo>
                <a:cubicBezTo>
                  <a:pt x="0" y="191043"/>
                  <a:pt x="14748" y="205791"/>
                  <a:pt x="32927" y="205791"/>
                </a:cubicBezTo>
                <a:lnTo>
                  <a:pt x="241462" y="205791"/>
                </a:lnTo>
                <a:cubicBezTo>
                  <a:pt x="259640" y="205791"/>
                  <a:pt x="274389" y="191043"/>
                  <a:pt x="274389" y="172865"/>
                </a:cubicBezTo>
                <a:cubicBezTo>
                  <a:pt x="274389" y="168320"/>
                  <a:pt x="270702" y="164633"/>
                  <a:pt x="266157" y="164633"/>
                </a:cubicBezTo>
                <a:lnTo>
                  <a:pt x="8232" y="164633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0"/>
          <p:cNvSpPr/>
          <p:nvPr/>
        </p:nvSpPr>
        <p:spPr>
          <a:xfrm>
            <a:off x="9187373" y="4678326"/>
            <a:ext cx="2332303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Laptop Teman</a:t>
            </a:r>
            <a:endParaRPr b="0" i="0" sz="1600" u="none" cap="none" strike="noStrike"/>
          </a:p>
        </p:txBody>
      </p:sp>
      <p:sp>
        <p:nvSpPr>
          <p:cNvPr id="628" name="Google Shape;628;p10"/>
          <p:cNvSpPr/>
          <p:nvPr/>
        </p:nvSpPr>
        <p:spPr>
          <a:xfrm>
            <a:off x="9191947" y="4861251"/>
            <a:ext cx="2323157" cy="146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4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Data: Gaji Maret 5jt</a:t>
            </a:r>
            <a:endParaRPr b="0" i="0" sz="1600" u="none" cap="none" strike="noStrike"/>
          </a:p>
        </p:txBody>
      </p:sp>
      <p:sp>
        <p:nvSpPr>
          <p:cNvPr id="629" name="Google Shape;629;p10"/>
          <p:cNvSpPr/>
          <p:nvPr/>
        </p:nvSpPr>
        <p:spPr>
          <a:xfrm>
            <a:off x="6211829" y="6370389"/>
            <a:ext cx="5615820" cy="484753"/>
          </a:xfrm>
          <a:custGeom>
            <a:rect b="b" l="l" r="r" t="t"/>
            <a:pathLst>
              <a:path extrusionOk="0" h="484753" w="5615820">
                <a:moveTo>
                  <a:pt x="109758" y="0"/>
                </a:moveTo>
                <a:lnTo>
                  <a:pt x="5506062" y="0"/>
                </a:lnTo>
                <a:cubicBezTo>
                  <a:pt x="5566680" y="0"/>
                  <a:pt x="5615820" y="49140"/>
                  <a:pt x="5615820" y="109758"/>
                </a:cubicBezTo>
                <a:lnTo>
                  <a:pt x="5615820" y="374995"/>
                </a:lnTo>
                <a:cubicBezTo>
                  <a:pt x="5615820" y="435613"/>
                  <a:pt x="5566680" y="484753"/>
                  <a:pt x="5506062" y="484753"/>
                </a:cubicBezTo>
                <a:lnTo>
                  <a:pt x="109758" y="484753"/>
                </a:lnTo>
                <a:cubicBezTo>
                  <a:pt x="49181" y="484753"/>
                  <a:pt x="0" y="435572"/>
                  <a:pt x="0" y="374995"/>
                </a:cubicBezTo>
                <a:lnTo>
                  <a:pt x="0" y="109758"/>
                </a:lnTo>
                <a:cubicBezTo>
                  <a:pt x="0" y="49181"/>
                  <a:pt x="49181" y="0"/>
                  <a:pt x="109758" y="0"/>
                </a:cubicBezTo>
                <a:close/>
              </a:path>
            </a:pathLst>
          </a:custGeom>
          <a:solidFill>
            <a:srgbClr val="1E293B">
              <a:alpha val="40000"/>
            </a:srgbClr>
          </a:solidFill>
          <a:ln cap="flat" cmpd="sng" w="12700">
            <a:solidFill>
              <a:srgbClr val="F1F5F9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0"/>
          <p:cNvSpPr/>
          <p:nvPr/>
        </p:nvSpPr>
        <p:spPr>
          <a:xfrm>
            <a:off x="7301595" y="6553314"/>
            <a:ext cx="144054" cy="128048"/>
          </a:xfrm>
          <a:custGeom>
            <a:rect b="b" l="l" r="r" t="t"/>
            <a:pathLst>
              <a:path extrusionOk="0" h="128048" w="144054">
                <a:moveTo>
                  <a:pt x="0" y="84032"/>
                </a:moveTo>
                <a:cubicBezTo>
                  <a:pt x="0" y="103914"/>
                  <a:pt x="16131" y="120045"/>
                  <a:pt x="36014" y="120045"/>
                </a:cubicBezTo>
                <a:lnTo>
                  <a:pt x="112042" y="120045"/>
                </a:lnTo>
                <a:cubicBezTo>
                  <a:pt x="129724" y="120045"/>
                  <a:pt x="144054" y="105715"/>
                  <a:pt x="144054" y="88033"/>
                </a:cubicBezTo>
                <a:cubicBezTo>
                  <a:pt x="144054" y="75128"/>
                  <a:pt x="136426" y="63999"/>
                  <a:pt x="125422" y="58947"/>
                </a:cubicBezTo>
                <a:cubicBezTo>
                  <a:pt x="127098" y="55671"/>
                  <a:pt x="128048" y="51944"/>
                  <a:pt x="128048" y="48018"/>
                </a:cubicBezTo>
                <a:cubicBezTo>
                  <a:pt x="128048" y="34763"/>
                  <a:pt x="117294" y="24009"/>
                  <a:pt x="104039" y="24009"/>
                </a:cubicBezTo>
                <a:cubicBezTo>
                  <a:pt x="99612" y="24009"/>
                  <a:pt x="95486" y="25209"/>
                  <a:pt x="91934" y="27285"/>
                </a:cubicBezTo>
                <a:cubicBezTo>
                  <a:pt x="85907" y="15831"/>
                  <a:pt x="73878" y="8003"/>
                  <a:pt x="60023" y="8003"/>
                </a:cubicBezTo>
                <a:cubicBezTo>
                  <a:pt x="40140" y="8003"/>
                  <a:pt x="24009" y="24134"/>
                  <a:pt x="24009" y="44017"/>
                </a:cubicBezTo>
                <a:cubicBezTo>
                  <a:pt x="24009" y="46017"/>
                  <a:pt x="24184" y="47993"/>
                  <a:pt x="24484" y="49894"/>
                </a:cubicBezTo>
                <a:cubicBezTo>
                  <a:pt x="10254" y="54696"/>
                  <a:pt x="0" y="68176"/>
                  <a:pt x="0" y="84032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0"/>
          <p:cNvSpPr/>
          <p:nvPr/>
        </p:nvSpPr>
        <p:spPr>
          <a:xfrm>
            <a:off x="6548060" y="6521302"/>
            <a:ext cx="5160688" cy="182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Database MySQL = </a:t>
            </a:r>
            <a:r>
              <a:rPr b="1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Cloud Storage</a:t>
            </a:r>
            <a:r>
              <a:rPr b="0" i="0" lang="en-US" sz="1008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untuk aplikasi Anda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INSPIRATION &amp; NETWORKING</a:t>
            </a:r>
            <a:endParaRPr b="0" i="0" sz="1600" u="none" cap="none" strike="noStrike"/>
          </a:p>
        </p:txBody>
      </p:sp>
      <p:sp>
        <p:nvSpPr>
          <p:cNvPr id="638" name="Google Shape;638;p1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Alumni Sharing Session</a:t>
            </a:r>
            <a:endParaRPr b="0" i="0" sz="1600" u="none" cap="none" strike="noStrike"/>
          </a:p>
        </p:txBody>
      </p:sp>
      <p:sp>
        <p:nvSpPr>
          <p:cNvPr id="639" name="Google Shape;639;p11"/>
          <p:cNvSpPr/>
          <p:nvPr/>
        </p:nvSpPr>
        <p:spPr>
          <a:xfrm>
            <a:off x="385763" y="1185863"/>
            <a:ext cx="5591175" cy="5286375"/>
          </a:xfrm>
          <a:custGeom>
            <a:rect b="b" l="l" r="r" t="t"/>
            <a:pathLst>
              <a:path extrusionOk="0" h="5286375" w="5591175">
                <a:moveTo>
                  <a:pt x="152406" y="0"/>
                </a:moveTo>
                <a:lnTo>
                  <a:pt x="5438769" y="0"/>
                </a:lnTo>
                <a:cubicBezTo>
                  <a:pt x="5522940" y="0"/>
                  <a:pt x="5591175" y="68235"/>
                  <a:pt x="5591175" y="152406"/>
                </a:cubicBezTo>
                <a:lnTo>
                  <a:pt x="5591175" y="5133969"/>
                </a:lnTo>
                <a:cubicBezTo>
                  <a:pt x="5591175" y="5218140"/>
                  <a:pt x="5522940" y="5286375"/>
                  <a:pt x="5438769" y="5286375"/>
                </a:cubicBezTo>
                <a:lnTo>
                  <a:pt x="152406" y="5286375"/>
                </a:lnTo>
                <a:cubicBezTo>
                  <a:pt x="68235" y="5286375"/>
                  <a:pt x="0" y="5218140"/>
                  <a:pt x="0" y="513396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F59E0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1"/>
          <p:cNvSpPr/>
          <p:nvPr/>
        </p:nvSpPr>
        <p:spPr>
          <a:xfrm>
            <a:off x="604838" y="1428750"/>
            <a:ext cx="171450" cy="171450"/>
          </a:xfrm>
          <a:custGeom>
            <a:rect b="b" l="l" r="r" t="t"/>
            <a:pathLst>
              <a:path extrusionOk="0" h="171450" w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1"/>
          <p:cNvSpPr/>
          <p:nvPr/>
        </p:nvSpPr>
        <p:spPr>
          <a:xfrm>
            <a:off x="800100" y="1381125"/>
            <a:ext cx="5067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Format: 30 Menit</a:t>
            </a:r>
            <a:endParaRPr b="0" i="0" sz="1600" u="none" cap="none" strike="noStrike"/>
          </a:p>
        </p:txBody>
      </p:sp>
      <p:sp>
        <p:nvSpPr>
          <p:cNvPr id="642" name="Google Shape;642;p11"/>
          <p:cNvSpPr/>
          <p:nvPr/>
        </p:nvSpPr>
        <p:spPr>
          <a:xfrm>
            <a:off x="581025" y="1800225"/>
            <a:ext cx="5200650" cy="838200"/>
          </a:xfrm>
          <a:custGeom>
            <a:rect b="b" l="l" r="r" t="t"/>
            <a:pathLst>
              <a:path extrusionOk="0" h="838200" w="5200650">
                <a:moveTo>
                  <a:pt x="114297" y="0"/>
                </a:moveTo>
                <a:lnTo>
                  <a:pt x="5086353" y="0"/>
                </a:lnTo>
                <a:cubicBezTo>
                  <a:pt x="5149478" y="0"/>
                  <a:pt x="5200650" y="51172"/>
                  <a:pt x="5200650" y="114297"/>
                </a:cubicBezTo>
                <a:lnTo>
                  <a:pt x="5200650" y="723903"/>
                </a:lnTo>
                <a:cubicBezTo>
                  <a:pt x="5200650" y="787028"/>
                  <a:pt x="5149478" y="838200"/>
                  <a:pt x="508635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1"/>
          <p:cNvSpPr/>
          <p:nvPr/>
        </p:nvSpPr>
        <p:spPr>
          <a:xfrm>
            <a:off x="733425" y="1952625"/>
            <a:ext cx="533400" cy="533400"/>
          </a:xfrm>
          <a:custGeom>
            <a:rect b="b" l="l" r="r" t="t"/>
            <a:pathLst>
              <a:path extrusionOk="0"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1"/>
          <p:cNvSpPr/>
          <p:nvPr/>
        </p:nvSpPr>
        <p:spPr>
          <a:xfrm>
            <a:off x="916781" y="2124075"/>
            <a:ext cx="166688" cy="190500"/>
          </a:xfrm>
          <a:custGeom>
            <a:rect b="b" l="l" r="r" t="t"/>
            <a:pathLst>
              <a:path extrusionOk="0" h="190500" w="166688">
                <a:moveTo>
                  <a:pt x="89781" y="-4837"/>
                </a:moveTo>
                <a:cubicBezTo>
                  <a:pt x="85539" y="-5693"/>
                  <a:pt x="81186" y="-5693"/>
                  <a:pt x="76944" y="-4837"/>
                </a:cubicBezTo>
                <a:lnTo>
                  <a:pt x="7181" y="9116"/>
                </a:lnTo>
                <a:cubicBezTo>
                  <a:pt x="3014" y="9934"/>
                  <a:pt x="0" y="13618"/>
                  <a:pt x="0" y="17859"/>
                </a:cubicBezTo>
                <a:cubicBezTo>
                  <a:pt x="0" y="21692"/>
                  <a:pt x="2418" y="25040"/>
                  <a:pt x="5953" y="26268"/>
                </a:cubicBezTo>
                <a:lnTo>
                  <a:pt x="5953" y="53578"/>
                </a:lnTo>
                <a:lnTo>
                  <a:pt x="112" y="82823"/>
                </a:lnTo>
                <a:cubicBezTo>
                  <a:pt x="37" y="83158"/>
                  <a:pt x="0" y="83530"/>
                  <a:pt x="0" y="83902"/>
                </a:cubicBezTo>
                <a:cubicBezTo>
                  <a:pt x="0" y="86878"/>
                  <a:pt x="2418" y="89334"/>
                  <a:pt x="5432" y="89334"/>
                </a:cubicBezTo>
                <a:lnTo>
                  <a:pt x="18417" y="89334"/>
                </a:lnTo>
                <a:cubicBezTo>
                  <a:pt x="21394" y="89334"/>
                  <a:pt x="23850" y="86916"/>
                  <a:pt x="23850" y="83902"/>
                </a:cubicBezTo>
                <a:cubicBezTo>
                  <a:pt x="23850" y="83530"/>
                  <a:pt x="23812" y="83195"/>
                  <a:pt x="23738" y="82823"/>
                </a:cubicBezTo>
                <a:lnTo>
                  <a:pt x="17859" y="53578"/>
                </a:lnTo>
                <a:lnTo>
                  <a:pt x="17859" y="28761"/>
                </a:lnTo>
                <a:lnTo>
                  <a:pt x="35719" y="32333"/>
                </a:lnTo>
                <a:lnTo>
                  <a:pt x="35719" y="53578"/>
                </a:lnTo>
                <a:cubicBezTo>
                  <a:pt x="35719" y="79883"/>
                  <a:pt x="57038" y="101203"/>
                  <a:pt x="83344" y="101203"/>
                </a:cubicBezTo>
                <a:cubicBezTo>
                  <a:pt x="109649" y="101203"/>
                  <a:pt x="130969" y="79883"/>
                  <a:pt x="130969" y="53578"/>
                </a:cubicBezTo>
                <a:lnTo>
                  <a:pt x="130969" y="32333"/>
                </a:lnTo>
                <a:lnTo>
                  <a:pt x="159507" y="26640"/>
                </a:lnTo>
                <a:cubicBezTo>
                  <a:pt x="163674" y="25784"/>
                  <a:pt x="166688" y="22101"/>
                  <a:pt x="166688" y="17859"/>
                </a:cubicBezTo>
                <a:cubicBezTo>
                  <a:pt x="166688" y="13618"/>
                  <a:pt x="163674" y="9934"/>
                  <a:pt x="159507" y="9116"/>
                </a:cubicBezTo>
                <a:lnTo>
                  <a:pt x="89781" y="-4837"/>
                </a:lnTo>
                <a:close/>
                <a:moveTo>
                  <a:pt x="83344" y="83344"/>
                </a:moveTo>
                <a:cubicBezTo>
                  <a:pt x="66898" y="83344"/>
                  <a:pt x="53578" y="70024"/>
                  <a:pt x="53578" y="53578"/>
                </a:cubicBezTo>
                <a:lnTo>
                  <a:pt x="113109" y="53578"/>
                </a:lnTo>
                <a:cubicBezTo>
                  <a:pt x="113109" y="70024"/>
                  <a:pt x="99789" y="83344"/>
                  <a:pt x="83344" y="83344"/>
                </a:cubicBezTo>
                <a:close/>
                <a:moveTo>
                  <a:pt x="44686" y="119100"/>
                </a:moveTo>
                <a:cubicBezTo>
                  <a:pt x="21841" y="129592"/>
                  <a:pt x="5953" y="152660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74414" y="190500"/>
                </a:lnTo>
                <a:lnTo>
                  <a:pt x="74414" y="136178"/>
                </a:lnTo>
                <a:lnTo>
                  <a:pt x="53057" y="120179"/>
                </a:lnTo>
                <a:cubicBezTo>
                  <a:pt x="50639" y="118356"/>
                  <a:pt x="47402" y="117872"/>
                  <a:pt x="44648" y="119137"/>
                </a:cubicBezTo>
                <a:close/>
                <a:moveTo>
                  <a:pt x="92273" y="190500"/>
                </a:move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52660"/>
                  <a:pt x="144847" y="129592"/>
                  <a:pt x="122002" y="119137"/>
                </a:cubicBezTo>
                <a:cubicBezTo>
                  <a:pt x="119249" y="117872"/>
                  <a:pt x="116012" y="118356"/>
                  <a:pt x="113593" y="120179"/>
                </a:cubicBezTo>
                <a:lnTo>
                  <a:pt x="92236" y="136178"/>
                </a:lnTo>
                <a:lnTo>
                  <a:pt x="92236" y="190500"/>
                </a:ln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1"/>
          <p:cNvSpPr/>
          <p:nvPr/>
        </p:nvSpPr>
        <p:spPr>
          <a:xfrm>
            <a:off x="1419225" y="1990725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Cerita Perjuangan</a:t>
            </a:r>
            <a:endParaRPr b="0" i="0" sz="1600" u="none" cap="none" strike="noStrike"/>
          </a:p>
        </p:txBody>
      </p:sp>
      <p:sp>
        <p:nvSpPr>
          <p:cNvPr id="646" name="Google Shape;646;p11"/>
          <p:cNvSpPr/>
          <p:nvPr/>
        </p:nvSpPr>
        <p:spPr>
          <a:xfrm>
            <a:off x="4980905" y="2028825"/>
            <a:ext cx="7048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16:55 - 17:10</a:t>
            </a:r>
            <a:endParaRPr b="0" i="0" sz="1600" u="none" cap="none" strike="noStrike"/>
          </a:p>
        </p:txBody>
      </p:sp>
      <p:sp>
        <p:nvSpPr>
          <p:cNvPr id="647" name="Google Shape;647;p11"/>
          <p:cNvSpPr/>
          <p:nvPr/>
        </p:nvSpPr>
        <p:spPr>
          <a:xfrm>
            <a:off x="1419225" y="2257425"/>
            <a:ext cx="4276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Dari nol sampai berkarir di tech industry</a:t>
            </a:r>
            <a:endParaRPr b="0" i="0" sz="1600" u="none" cap="none" strike="noStrike"/>
          </a:p>
        </p:txBody>
      </p:sp>
      <p:sp>
        <p:nvSpPr>
          <p:cNvPr id="648" name="Google Shape;648;p11"/>
          <p:cNvSpPr/>
          <p:nvPr/>
        </p:nvSpPr>
        <p:spPr>
          <a:xfrm>
            <a:off x="581025" y="2752725"/>
            <a:ext cx="5200650" cy="838200"/>
          </a:xfrm>
          <a:custGeom>
            <a:rect b="b" l="l" r="r" t="t"/>
            <a:pathLst>
              <a:path extrusionOk="0" h="838200" w="5200650">
                <a:moveTo>
                  <a:pt x="114297" y="0"/>
                </a:moveTo>
                <a:lnTo>
                  <a:pt x="5086353" y="0"/>
                </a:lnTo>
                <a:cubicBezTo>
                  <a:pt x="5149478" y="0"/>
                  <a:pt x="5200650" y="51172"/>
                  <a:pt x="5200650" y="114297"/>
                </a:cubicBezTo>
                <a:lnTo>
                  <a:pt x="5200650" y="723903"/>
                </a:lnTo>
                <a:cubicBezTo>
                  <a:pt x="5200650" y="787028"/>
                  <a:pt x="5149478" y="838200"/>
                  <a:pt x="508635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1"/>
          <p:cNvSpPr/>
          <p:nvPr/>
        </p:nvSpPr>
        <p:spPr>
          <a:xfrm>
            <a:off x="733425" y="2905125"/>
            <a:ext cx="533400" cy="533400"/>
          </a:xfrm>
          <a:custGeom>
            <a:rect b="b" l="l" r="r" t="t"/>
            <a:pathLst>
              <a:path extrusionOk="0"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1"/>
          <p:cNvSpPr/>
          <p:nvPr/>
        </p:nvSpPr>
        <p:spPr>
          <a:xfrm>
            <a:off x="881063" y="3076575"/>
            <a:ext cx="238125" cy="190500"/>
          </a:xfrm>
          <a:custGeom>
            <a:rect b="b" l="l" r="r" t="t"/>
            <a:pathLst>
              <a:path extrusionOk="0" h="190500" w="238125">
                <a:moveTo>
                  <a:pt x="23812" y="35719"/>
                </a:moveTo>
                <a:cubicBezTo>
                  <a:pt x="23812" y="22585"/>
                  <a:pt x="34491" y="11906"/>
                  <a:pt x="47625" y="11906"/>
                </a:cubicBezTo>
                <a:lnTo>
                  <a:pt x="190500" y="11906"/>
                </a:lnTo>
                <a:cubicBezTo>
                  <a:pt x="203634" y="11906"/>
                  <a:pt x="214313" y="22585"/>
                  <a:pt x="214313" y="35719"/>
                </a:cubicBezTo>
                <a:lnTo>
                  <a:pt x="214313" y="125016"/>
                </a:lnTo>
                <a:lnTo>
                  <a:pt x="190500" y="125016"/>
                </a:lnTo>
                <a:lnTo>
                  <a:pt x="190500" y="35719"/>
                </a:lnTo>
                <a:lnTo>
                  <a:pt x="47625" y="35719"/>
                </a:lnTo>
                <a:lnTo>
                  <a:pt x="47625" y="125016"/>
                </a:lnTo>
                <a:lnTo>
                  <a:pt x="23812" y="125016"/>
                </a:lnTo>
                <a:lnTo>
                  <a:pt x="23812" y="35719"/>
                </a:lnTo>
                <a:close/>
                <a:moveTo>
                  <a:pt x="0" y="150019"/>
                </a:moveTo>
                <a:cubicBezTo>
                  <a:pt x="0" y="146075"/>
                  <a:pt x="3200" y="142875"/>
                  <a:pt x="7144" y="142875"/>
                </a:cubicBezTo>
                <a:lnTo>
                  <a:pt x="230981" y="142875"/>
                </a:lnTo>
                <a:cubicBezTo>
                  <a:pt x="234925" y="142875"/>
                  <a:pt x="238125" y="146075"/>
                  <a:pt x="238125" y="150019"/>
                </a:cubicBezTo>
                <a:cubicBezTo>
                  <a:pt x="238125" y="165795"/>
                  <a:pt x="225326" y="178594"/>
                  <a:pt x="209550" y="178594"/>
                </a:cubicBezTo>
                <a:lnTo>
                  <a:pt x="28575" y="178594"/>
                </a:lnTo>
                <a:cubicBezTo>
                  <a:pt x="12799" y="178594"/>
                  <a:pt x="0" y="165795"/>
                  <a:pt x="0" y="150019"/>
                </a:cubicBezTo>
                <a:close/>
                <a:moveTo>
                  <a:pt x="104552" y="77763"/>
                </a:moveTo>
                <a:lnTo>
                  <a:pt x="93018" y="89297"/>
                </a:lnTo>
                <a:lnTo>
                  <a:pt x="104552" y="100831"/>
                </a:lnTo>
                <a:cubicBezTo>
                  <a:pt x="108049" y="104329"/>
                  <a:pt x="108049" y="109984"/>
                  <a:pt x="104552" y="113444"/>
                </a:cubicBezTo>
                <a:cubicBezTo>
                  <a:pt x="101054" y="116904"/>
                  <a:pt x="95399" y="116942"/>
                  <a:pt x="91939" y="113444"/>
                </a:cubicBezTo>
                <a:lnTo>
                  <a:pt x="74079" y="95585"/>
                </a:lnTo>
                <a:cubicBezTo>
                  <a:pt x="70582" y="92087"/>
                  <a:pt x="70582" y="86432"/>
                  <a:pt x="74079" y="82972"/>
                </a:cubicBezTo>
                <a:lnTo>
                  <a:pt x="91939" y="65112"/>
                </a:lnTo>
                <a:cubicBezTo>
                  <a:pt x="95436" y="61615"/>
                  <a:pt x="101092" y="61615"/>
                  <a:pt x="104552" y="65112"/>
                </a:cubicBezTo>
                <a:cubicBezTo>
                  <a:pt x="108012" y="68610"/>
                  <a:pt x="108049" y="74265"/>
                  <a:pt x="104552" y="77725"/>
                </a:cubicBezTo>
                <a:close/>
                <a:moveTo>
                  <a:pt x="146224" y="65112"/>
                </a:moveTo>
                <a:lnTo>
                  <a:pt x="164083" y="82972"/>
                </a:lnTo>
                <a:cubicBezTo>
                  <a:pt x="167580" y="86469"/>
                  <a:pt x="167580" y="92125"/>
                  <a:pt x="164083" y="95585"/>
                </a:cubicBezTo>
                <a:lnTo>
                  <a:pt x="146224" y="113444"/>
                </a:lnTo>
                <a:cubicBezTo>
                  <a:pt x="142726" y="116942"/>
                  <a:pt x="137071" y="116942"/>
                  <a:pt x="133610" y="113444"/>
                </a:cubicBezTo>
                <a:cubicBezTo>
                  <a:pt x="130150" y="109947"/>
                  <a:pt x="130113" y="104291"/>
                  <a:pt x="133610" y="100831"/>
                </a:cubicBezTo>
                <a:lnTo>
                  <a:pt x="145145" y="89297"/>
                </a:lnTo>
                <a:lnTo>
                  <a:pt x="133610" y="77763"/>
                </a:lnTo>
                <a:cubicBezTo>
                  <a:pt x="130113" y="74265"/>
                  <a:pt x="130113" y="68610"/>
                  <a:pt x="133610" y="65150"/>
                </a:cubicBezTo>
                <a:cubicBezTo>
                  <a:pt x="137108" y="61689"/>
                  <a:pt x="142763" y="61652"/>
                  <a:pt x="146224" y="6515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1"/>
          <p:cNvSpPr/>
          <p:nvPr/>
        </p:nvSpPr>
        <p:spPr>
          <a:xfrm>
            <a:off x="1419225" y="2943225"/>
            <a:ext cx="1133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Demo Portfolio</a:t>
            </a:r>
            <a:endParaRPr b="0" i="0" sz="1600" u="none" cap="none" strike="noStrike"/>
          </a:p>
        </p:txBody>
      </p:sp>
      <p:sp>
        <p:nvSpPr>
          <p:cNvPr id="652" name="Google Shape;652;p11"/>
          <p:cNvSpPr/>
          <p:nvPr/>
        </p:nvSpPr>
        <p:spPr>
          <a:xfrm>
            <a:off x="4990951" y="2981325"/>
            <a:ext cx="6953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17:10 - 17:20</a:t>
            </a:r>
            <a:endParaRPr b="0" i="0" sz="1600" u="none" cap="none" strike="noStrike"/>
          </a:p>
        </p:txBody>
      </p:sp>
      <p:sp>
        <p:nvSpPr>
          <p:cNvPr id="653" name="Google Shape;653;p11"/>
          <p:cNvSpPr/>
          <p:nvPr/>
        </p:nvSpPr>
        <p:spPr>
          <a:xfrm>
            <a:off x="1419225" y="3209925"/>
            <a:ext cx="4276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Project mirip Finance Tracker ini</a:t>
            </a:r>
            <a:endParaRPr b="0" i="0" sz="1600" u="none" cap="none" strike="noStrike"/>
          </a:p>
        </p:txBody>
      </p:sp>
      <p:sp>
        <p:nvSpPr>
          <p:cNvPr id="654" name="Google Shape;654;p11"/>
          <p:cNvSpPr/>
          <p:nvPr/>
        </p:nvSpPr>
        <p:spPr>
          <a:xfrm>
            <a:off x="581025" y="3705225"/>
            <a:ext cx="5200650" cy="838200"/>
          </a:xfrm>
          <a:custGeom>
            <a:rect b="b" l="l" r="r" t="t"/>
            <a:pathLst>
              <a:path extrusionOk="0" h="838200" w="5200650">
                <a:moveTo>
                  <a:pt x="114297" y="0"/>
                </a:moveTo>
                <a:lnTo>
                  <a:pt x="5086353" y="0"/>
                </a:lnTo>
                <a:cubicBezTo>
                  <a:pt x="5149478" y="0"/>
                  <a:pt x="5200650" y="51172"/>
                  <a:pt x="5200650" y="114297"/>
                </a:cubicBezTo>
                <a:lnTo>
                  <a:pt x="5200650" y="723903"/>
                </a:lnTo>
                <a:cubicBezTo>
                  <a:pt x="5200650" y="787028"/>
                  <a:pt x="5149478" y="838200"/>
                  <a:pt x="508635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1"/>
          <p:cNvSpPr/>
          <p:nvPr/>
        </p:nvSpPr>
        <p:spPr>
          <a:xfrm>
            <a:off x="733425" y="3857625"/>
            <a:ext cx="533400" cy="533400"/>
          </a:xfrm>
          <a:custGeom>
            <a:rect b="b" l="l" r="r" t="t"/>
            <a:pathLst>
              <a:path extrusionOk="0"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1"/>
          <p:cNvSpPr/>
          <p:nvPr/>
        </p:nvSpPr>
        <p:spPr>
          <a:xfrm>
            <a:off x="904875" y="4029075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56555"/>
                </a:moveTo>
                <a:cubicBezTo>
                  <a:pt x="113321" y="56555"/>
                  <a:pt x="127992" y="41883"/>
                  <a:pt x="127992" y="23812"/>
                </a:cubicBezTo>
                <a:cubicBezTo>
                  <a:pt x="127992" y="5742"/>
                  <a:pt x="113321" y="-8930"/>
                  <a:pt x="95250" y="-8930"/>
                </a:cubicBezTo>
                <a:cubicBezTo>
                  <a:pt x="77179" y="-8930"/>
                  <a:pt x="62508" y="5742"/>
                  <a:pt x="62508" y="23812"/>
                </a:cubicBezTo>
                <a:cubicBezTo>
                  <a:pt x="62508" y="41883"/>
                  <a:pt x="77179" y="56555"/>
                  <a:pt x="95250" y="56555"/>
                </a:cubicBezTo>
                <a:close/>
                <a:moveTo>
                  <a:pt x="95250" y="167692"/>
                </a:moveTo>
                <a:lnTo>
                  <a:pt x="95250" y="112142"/>
                </a:lnTo>
                <a:cubicBezTo>
                  <a:pt x="101315" y="109612"/>
                  <a:pt x="107491" y="107045"/>
                  <a:pt x="113742" y="104440"/>
                </a:cubicBezTo>
                <a:cubicBezTo>
                  <a:pt x="128253" y="98413"/>
                  <a:pt x="143805" y="95287"/>
                  <a:pt x="159544" y="95287"/>
                </a:cubicBezTo>
                <a:lnTo>
                  <a:pt x="166687" y="95287"/>
                </a:lnTo>
                <a:lnTo>
                  <a:pt x="166687" y="154818"/>
                </a:lnTo>
                <a:lnTo>
                  <a:pt x="159544" y="154818"/>
                </a:lnTo>
                <a:cubicBezTo>
                  <a:pt x="137554" y="154818"/>
                  <a:pt x="115751" y="159172"/>
                  <a:pt x="95436" y="167655"/>
                </a:cubicBezTo>
                <a:lnTo>
                  <a:pt x="95250" y="167729"/>
                </a:lnTo>
                <a:close/>
                <a:moveTo>
                  <a:pt x="95250" y="86320"/>
                </a:moveTo>
                <a:lnTo>
                  <a:pt x="85911" y="82414"/>
                </a:lnTo>
                <a:cubicBezTo>
                  <a:pt x="68498" y="75158"/>
                  <a:pt x="49820" y="71438"/>
                  <a:pt x="30956" y="71438"/>
                </a:cubicBezTo>
                <a:lnTo>
                  <a:pt x="17859" y="71438"/>
                </a:lnTo>
                <a:cubicBezTo>
                  <a:pt x="8000" y="71438"/>
                  <a:pt x="0" y="79437"/>
                  <a:pt x="0" y="89297"/>
                </a:cubicBezTo>
                <a:lnTo>
                  <a:pt x="0" y="160734"/>
                </a:lnTo>
                <a:cubicBezTo>
                  <a:pt x="0" y="170594"/>
                  <a:pt x="8000" y="178594"/>
                  <a:pt x="17859" y="178594"/>
                </a:cubicBezTo>
                <a:lnTo>
                  <a:pt x="30956" y="178594"/>
                </a:lnTo>
                <a:cubicBezTo>
                  <a:pt x="49820" y="178594"/>
                  <a:pt x="68498" y="182314"/>
                  <a:pt x="85911" y="189570"/>
                </a:cubicBezTo>
                <a:lnTo>
                  <a:pt x="90674" y="191542"/>
                </a:lnTo>
                <a:cubicBezTo>
                  <a:pt x="93613" y="192770"/>
                  <a:pt x="96887" y="192770"/>
                  <a:pt x="99826" y="191542"/>
                </a:cubicBezTo>
                <a:lnTo>
                  <a:pt x="104589" y="189570"/>
                </a:lnTo>
                <a:cubicBezTo>
                  <a:pt x="122002" y="182314"/>
                  <a:pt x="140680" y="178594"/>
                  <a:pt x="159544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89297"/>
                </a:lnTo>
                <a:cubicBezTo>
                  <a:pt x="190500" y="79437"/>
                  <a:pt x="182500" y="71437"/>
                  <a:pt x="172641" y="71437"/>
                </a:cubicBezTo>
                <a:lnTo>
                  <a:pt x="159544" y="71437"/>
                </a:lnTo>
                <a:cubicBezTo>
                  <a:pt x="140680" y="71437"/>
                  <a:pt x="122002" y="75158"/>
                  <a:pt x="104589" y="82414"/>
                </a:cubicBezTo>
                <a:lnTo>
                  <a:pt x="95250" y="86320"/>
                </a:ln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1"/>
          <p:cNvSpPr/>
          <p:nvPr/>
        </p:nvSpPr>
        <p:spPr>
          <a:xfrm>
            <a:off x="1419225" y="3895725"/>
            <a:ext cx="895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Tips Belajar</a:t>
            </a:r>
            <a:endParaRPr b="0" i="0" sz="1600" u="none" cap="none" strike="noStrike"/>
          </a:p>
        </p:txBody>
      </p:sp>
      <p:sp>
        <p:nvSpPr>
          <p:cNvPr id="658" name="Google Shape;658;p11"/>
          <p:cNvSpPr/>
          <p:nvPr/>
        </p:nvSpPr>
        <p:spPr>
          <a:xfrm>
            <a:off x="4975101" y="3933825"/>
            <a:ext cx="7143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17:20 - 17:25</a:t>
            </a:r>
            <a:endParaRPr b="0" i="0" sz="1600" u="none" cap="none" strike="noStrike"/>
          </a:p>
        </p:txBody>
      </p:sp>
      <p:sp>
        <p:nvSpPr>
          <p:cNvPr id="659" name="Google Shape;659;p11"/>
          <p:cNvSpPr/>
          <p:nvPr/>
        </p:nvSpPr>
        <p:spPr>
          <a:xfrm>
            <a:off x="1419225" y="4162425"/>
            <a:ext cx="4276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Sumber daya &amp; strategi belajar mandiri</a:t>
            </a:r>
            <a:endParaRPr b="0" i="0" sz="1600" u="none" cap="none" strike="noStrike"/>
          </a:p>
        </p:txBody>
      </p:sp>
      <p:sp>
        <p:nvSpPr>
          <p:cNvPr id="660" name="Google Shape;660;p11"/>
          <p:cNvSpPr/>
          <p:nvPr/>
        </p:nvSpPr>
        <p:spPr>
          <a:xfrm>
            <a:off x="581025" y="4657725"/>
            <a:ext cx="5200650" cy="838200"/>
          </a:xfrm>
          <a:custGeom>
            <a:rect b="b" l="l" r="r" t="t"/>
            <a:pathLst>
              <a:path extrusionOk="0" h="838200" w="5200650">
                <a:moveTo>
                  <a:pt x="114297" y="0"/>
                </a:moveTo>
                <a:lnTo>
                  <a:pt x="5086353" y="0"/>
                </a:lnTo>
                <a:cubicBezTo>
                  <a:pt x="5149478" y="0"/>
                  <a:pt x="5200650" y="51172"/>
                  <a:pt x="5200650" y="114297"/>
                </a:cubicBezTo>
                <a:lnTo>
                  <a:pt x="5200650" y="723903"/>
                </a:lnTo>
                <a:cubicBezTo>
                  <a:pt x="5200650" y="787028"/>
                  <a:pt x="5149478" y="838200"/>
                  <a:pt x="508635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1"/>
          <p:cNvSpPr/>
          <p:nvPr/>
        </p:nvSpPr>
        <p:spPr>
          <a:xfrm>
            <a:off x="733425" y="4810125"/>
            <a:ext cx="533400" cy="533400"/>
          </a:xfrm>
          <a:custGeom>
            <a:rect b="b" l="l" r="r" t="t"/>
            <a:pathLst>
              <a:path extrusionOk="0"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AD46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1"/>
          <p:cNvSpPr/>
          <p:nvPr/>
        </p:nvSpPr>
        <p:spPr>
          <a:xfrm>
            <a:off x="892969" y="4981575"/>
            <a:ext cx="214313" cy="190500"/>
          </a:xfrm>
          <a:custGeom>
            <a:rect b="b" l="l" r="r" t="t"/>
            <a:pathLst>
              <a:path extrusionOk="0" h="190500" w="214313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C27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1"/>
          <p:cNvSpPr/>
          <p:nvPr/>
        </p:nvSpPr>
        <p:spPr>
          <a:xfrm>
            <a:off x="1419225" y="4848225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Q&amp;A Interaktif</a:t>
            </a:r>
            <a:endParaRPr b="0" i="0" sz="1600" u="none" cap="none" strike="noStrike"/>
          </a:p>
        </p:txBody>
      </p:sp>
      <p:sp>
        <p:nvSpPr>
          <p:cNvPr id="664" name="Google Shape;664;p11"/>
          <p:cNvSpPr/>
          <p:nvPr/>
        </p:nvSpPr>
        <p:spPr>
          <a:xfrm>
            <a:off x="4972124" y="4886325"/>
            <a:ext cx="7143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27AFF"/>
                </a:solidFill>
                <a:latin typeface="Arial"/>
                <a:ea typeface="Arial"/>
                <a:cs typeface="Arial"/>
                <a:sym typeface="Arial"/>
              </a:rPr>
              <a:t>17:25 - 17:30</a:t>
            </a:r>
            <a:endParaRPr b="0" i="0" sz="1600" u="none" cap="none" strike="noStrike"/>
          </a:p>
        </p:txBody>
      </p:sp>
      <p:sp>
        <p:nvSpPr>
          <p:cNvPr id="665" name="Google Shape;665;p11"/>
          <p:cNvSpPr/>
          <p:nvPr/>
        </p:nvSpPr>
        <p:spPr>
          <a:xfrm>
            <a:off x="1419225" y="5114925"/>
            <a:ext cx="4276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Tanya jawab langsung dengan alumni</a:t>
            </a:r>
            <a:endParaRPr b="0" i="0" sz="1600" u="none" cap="none" strike="noStrike"/>
          </a:p>
        </p:txBody>
      </p:sp>
      <p:sp>
        <p:nvSpPr>
          <p:cNvPr id="666" name="Google Shape;666;p11"/>
          <p:cNvSpPr/>
          <p:nvPr/>
        </p:nvSpPr>
        <p:spPr>
          <a:xfrm>
            <a:off x="6215063" y="1185863"/>
            <a:ext cx="5591175" cy="4619625"/>
          </a:xfrm>
          <a:custGeom>
            <a:rect b="b" l="l" r="r" t="t"/>
            <a:pathLst>
              <a:path extrusionOk="0" h="4619625" w="5591175">
                <a:moveTo>
                  <a:pt x="152401" y="0"/>
                </a:moveTo>
                <a:lnTo>
                  <a:pt x="5438774" y="0"/>
                </a:lnTo>
                <a:cubicBezTo>
                  <a:pt x="5522886" y="0"/>
                  <a:pt x="5591175" y="68289"/>
                  <a:pt x="5591175" y="152401"/>
                </a:cubicBezTo>
                <a:lnTo>
                  <a:pt x="5591175" y="4467224"/>
                </a:lnTo>
                <a:cubicBezTo>
                  <a:pt x="5591175" y="4551336"/>
                  <a:pt x="5522886" y="4619625"/>
                  <a:pt x="5438774" y="4619625"/>
                </a:cubicBezTo>
                <a:lnTo>
                  <a:pt x="152401" y="4619625"/>
                </a:lnTo>
                <a:cubicBezTo>
                  <a:pt x="68289" y="4619625"/>
                  <a:pt x="0" y="4551336"/>
                  <a:pt x="0" y="44672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3B82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1"/>
          <p:cNvSpPr/>
          <p:nvPr/>
        </p:nvSpPr>
        <p:spPr>
          <a:xfrm>
            <a:off x="6423422" y="1428750"/>
            <a:ext cx="192881" cy="171450"/>
          </a:xfrm>
          <a:custGeom>
            <a:rect b="b" l="l" r="r" t="t"/>
            <a:pathLst>
              <a:path extrusionOk="0" h="171450" w="192881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1"/>
          <p:cNvSpPr/>
          <p:nvPr/>
        </p:nvSpPr>
        <p:spPr>
          <a:xfrm>
            <a:off x="6629400" y="1381125"/>
            <a:ext cx="5067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Topik yang Diharapkan</a:t>
            </a:r>
            <a:endParaRPr b="0" i="0" sz="1600" u="none" cap="none" strike="noStrike"/>
          </a:p>
        </p:txBody>
      </p:sp>
      <p:sp>
        <p:nvSpPr>
          <p:cNvPr id="669" name="Google Shape;669;p11"/>
          <p:cNvSpPr/>
          <p:nvPr/>
        </p:nvSpPr>
        <p:spPr>
          <a:xfrm>
            <a:off x="6429375" y="1800225"/>
            <a:ext cx="5181600" cy="1009650"/>
          </a:xfrm>
          <a:custGeom>
            <a:rect b="b" l="l" r="r" t="t"/>
            <a:pathLst>
              <a:path extrusionOk="0" h="1009650" w="5181600">
                <a:moveTo>
                  <a:pt x="38100" y="0"/>
                </a:moveTo>
                <a:lnTo>
                  <a:pt x="5067298" y="0"/>
                </a:lnTo>
                <a:cubicBezTo>
                  <a:pt x="5130425" y="0"/>
                  <a:pt x="5181600" y="51175"/>
                  <a:pt x="5181600" y="114302"/>
                </a:cubicBezTo>
                <a:lnTo>
                  <a:pt x="5181600" y="895348"/>
                </a:lnTo>
                <a:cubicBezTo>
                  <a:pt x="5181600" y="958475"/>
                  <a:pt x="5130425" y="1009650"/>
                  <a:pt x="5067298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1"/>
          <p:cNvSpPr/>
          <p:nvPr/>
        </p:nvSpPr>
        <p:spPr>
          <a:xfrm>
            <a:off x="6429375" y="1800225"/>
            <a:ext cx="38100" cy="1009650"/>
          </a:xfrm>
          <a:custGeom>
            <a:rect b="b" l="l" r="r" t="t"/>
            <a:pathLst>
              <a:path extrusionOk="0" h="1009650" w="3810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1"/>
          <p:cNvSpPr/>
          <p:nvPr/>
        </p:nvSpPr>
        <p:spPr>
          <a:xfrm>
            <a:off x="6600825" y="1952625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1"/>
          <p:cNvSpPr/>
          <p:nvPr/>
        </p:nvSpPr>
        <p:spPr>
          <a:xfrm>
            <a:off x="6761336" y="2028825"/>
            <a:ext cx="133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/>
          </a:p>
        </p:txBody>
      </p:sp>
      <p:sp>
        <p:nvSpPr>
          <p:cNvPr id="673" name="Google Shape;673;p11"/>
          <p:cNvSpPr/>
          <p:nvPr/>
        </p:nvSpPr>
        <p:spPr>
          <a:xfrm>
            <a:off x="7096125" y="1952625"/>
            <a:ext cx="4438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"Dari Struggling ke FWD"</a:t>
            </a:r>
            <a:endParaRPr b="0" i="0" sz="1600" u="none" cap="none" strike="noStrike"/>
          </a:p>
        </p:txBody>
      </p:sp>
      <p:sp>
        <p:nvSpPr>
          <p:cNvPr id="674" name="Google Shape;674;p11"/>
          <p:cNvSpPr/>
          <p:nvPr/>
        </p:nvSpPr>
        <p:spPr>
          <a:xfrm>
            <a:off x="7096125" y="2219325"/>
            <a:ext cx="44291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Momen ingin menyerah saat belajar coding dan bagaimana mengatasinya</a:t>
            </a:r>
            <a:endParaRPr b="0" i="0" sz="1600" u="none" cap="none" strike="noStrike"/>
          </a:p>
        </p:txBody>
      </p:sp>
      <p:sp>
        <p:nvSpPr>
          <p:cNvPr id="675" name="Google Shape;675;p11"/>
          <p:cNvSpPr/>
          <p:nvPr/>
        </p:nvSpPr>
        <p:spPr>
          <a:xfrm>
            <a:off x="6429375" y="2957513"/>
            <a:ext cx="5181600" cy="790575"/>
          </a:xfrm>
          <a:custGeom>
            <a:rect b="b" l="l" r="r" t="t"/>
            <a:pathLst>
              <a:path extrusionOk="0" h="790575" w="5181600">
                <a:moveTo>
                  <a:pt x="38100" y="0"/>
                </a:moveTo>
                <a:lnTo>
                  <a:pt x="5067299" y="0"/>
                </a:lnTo>
                <a:cubicBezTo>
                  <a:pt x="5130426" y="0"/>
                  <a:pt x="5181600" y="51174"/>
                  <a:pt x="5181600" y="114301"/>
                </a:cubicBezTo>
                <a:lnTo>
                  <a:pt x="5181600" y="676274"/>
                </a:lnTo>
                <a:cubicBezTo>
                  <a:pt x="5181600" y="739401"/>
                  <a:pt x="5130426" y="790575"/>
                  <a:pt x="5067299" y="790575"/>
                </a:cubicBezTo>
                <a:lnTo>
                  <a:pt x="38100" y="790575"/>
                </a:lnTo>
                <a:cubicBezTo>
                  <a:pt x="17058" y="790575"/>
                  <a:pt x="0" y="773517"/>
                  <a:pt x="0" y="752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1"/>
          <p:cNvSpPr/>
          <p:nvPr/>
        </p:nvSpPr>
        <p:spPr>
          <a:xfrm>
            <a:off x="6429375" y="2957513"/>
            <a:ext cx="38100" cy="790575"/>
          </a:xfrm>
          <a:custGeom>
            <a:rect b="b" l="l" r="r" t="t"/>
            <a:pathLst>
              <a:path extrusionOk="0" h="790575" w="38100">
                <a:moveTo>
                  <a:pt x="38100" y="0"/>
                </a:moveTo>
                <a:lnTo>
                  <a:pt x="38100" y="0"/>
                </a:lnTo>
                <a:lnTo>
                  <a:pt x="38100" y="790575"/>
                </a:lnTo>
                <a:lnTo>
                  <a:pt x="38100" y="790575"/>
                </a:lnTo>
                <a:cubicBezTo>
                  <a:pt x="17072" y="790575"/>
                  <a:pt x="0" y="773503"/>
                  <a:pt x="0" y="752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1"/>
          <p:cNvSpPr/>
          <p:nvPr/>
        </p:nvSpPr>
        <p:spPr>
          <a:xfrm>
            <a:off x="6600825" y="3109913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1"/>
          <p:cNvSpPr/>
          <p:nvPr/>
        </p:nvSpPr>
        <p:spPr>
          <a:xfrm>
            <a:off x="6748463" y="3186113"/>
            <a:ext cx="161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/>
          </a:p>
        </p:txBody>
      </p:sp>
      <p:sp>
        <p:nvSpPr>
          <p:cNvPr id="679" name="Google Shape;679;p11"/>
          <p:cNvSpPr/>
          <p:nvPr/>
        </p:nvSpPr>
        <p:spPr>
          <a:xfrm>
            <a:off x="7096125" y="3109913"/>
            <a:ext cx="3943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"Portfolio vs Ijazah"</a:t>
            </a:r>
            <a:endParaRPr b="0" i="0" sz="1600" u="none" cap="none" strike="noStrike"/>
          </a:p>
        </p:txBody>
      </p:sp>
      <p:sp>
        <p:nvSpPr>
          <p:cNvPr id="680" name="Google Shape;680;p11"/>
          <p:cNvSpPr/>
          <p:nvPr/>
        </p:nvSpPr>
        <p:spPr>
          <a:xfrm>
            <a:off x="7096125" y="3376613"/>
            <a:ext cx="39338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Bagaimana project sederhana ini bisa jadi modal melamar kerja</a:t>
            </a:r>
            <a:endParaRPr b="0" i="0" sz="1600" u="none" cap="none" strike="noStrike"/>
          </a:p>
        </p:txBody>
      </p:sp>
      <p:sp>
        <p:nvSpPr>
          <p:cNvPr id="681" name="Google Shape;681;p11"/>
          <p:cNvSpPr/>
          <p:nvPr/>
        </p:nvSpPr>
        <p:spPr>
          <a:xfrm>
            <a:off x="6429375" y="3898106"/>
            <a:ext cx="5181600" cy="790575"/>
          </a:xfrm>
          <a:custGeom>
            <a:rect b="b" l="l" r="r" t="t"/>
            <a:pathLst>
              <a:path extrusionOk="0" h="790575" w="5181600">
                <a:moveTo>
                  <a:pt x="38100" y="0"/>
                </a:moveTo>
                <a:lnTo>
                  <a:pt x="5067299" y="0"/>
                </a:lnTo>
                <a:cubicBezTo>
                  <a:pt x="5130426" y="0"/>
                  <a:pt x="5181600" y="51174"/>
                  <a:pt x="5181600" y="114301"/>
                </a:cubicBezTo>
                <a:lnTo>
                  <a:pt x="5181600" y="676274"/>
                </a:lnTo>
                <a:cubicBezTo>
                  <a:pt x="5181600" y="739401"/>
                  <a:pt x="5130426" y="790575"/>
                  <a:pt x="5067299" y="790575"/>
                </a:cubicBezTo>
                <a:lnTo>
                  <a:pt x="38100" y="790575"/>
                </a:lnTo>
                <a:cubicBezTo>
                  <a:pt x="17058" y="790575"/>
                  <a:pt x="0" y="773517"/>
                  <a:pt x="0" y="752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1"/>
          <p:cNvSpPr/>
          <p:nvPr/>
        </p:nvSpPr>
        <p:spPr>
          <a:xfrm>
            <a:off x="6429375" y="3898106"/>
            <a:ext cx="38100" cy="790575"/>
          </a:xfrm>
          <a:custGeom>
            <a:rect b="b" l="l" r="r" t="t"/>
            <a:pathLst>
              <a:path extrusionOk="0" h="790575" w="38100">
                <a:moveTo>
                  <a:pt x="38100" y="0"/>
                </a:moveTo>
                <a:lnTo>
                  <a:pt x="38100" y="0"/>
                </a:lnTo>
                <a:lnTo>
                  <a:pt x="38100" y="790575"/>
                </a:lnTo>
                <a:lnTo>
                  <a:pt x="38100" y="790575"/>
                </a:lnTo>
                <a:cubicBezTo>
                  <a:pt x="17072" y="790575"/>
                  <a:pt x="0" y="773503"/>
                  <a:pt x="0" y="752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1"/>
          <p:cNvSpPr/>
          <p:nvPr/>
        </p:nvSpPr>
        <p:spPr>
          <a:xfrm>
            <a:off x="6600825" y="4050506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1"/>
          <p:cNvSpPr/>
          <p:nvPr/>
        </p:nvSpPr>
        <p:spPr>
          <a:xfrm>
            <a:off x="6746453" y="4126706"/>
            <a:ext cx="161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/>
          </a:p>
        </p:txBody>
      </p:sp>
      <p:sp>
        <p:nvSpPr>
          <p:cNvPr id="685" name="Google Shape;685;p11"/>
          <p:cNvSpPr/>
          <p:nvPr/>
        </p:nvSpPr>
        <p:spPr>
          <a:xfrm>
            <a:off x="7096125" y="4050506"/>
            <a:ext cx="3152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"Coding = Jembatan Mimpi"</a:t>
            </a:r>
            <a:endParaRPr b="0" i="0" sz="1600" u="none" cap="none" strike="noStrike"/>
          </a:p>
        </p:txBody>
      </p:sp>
      <p:sp>
        <p:nvSpPr>
          <p:cNvPr id="686" name="Google Shape;686;p11"/>
          <p:cNvSpPr/>
          <p:nvPr/>
        </p:nvSpPr>
        <p:spPr>
          <a:xfrm>
            <a:off x="7096125" y="4317206"/>
            <a:ext cx="3143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Stabilitas finansial setelah berkarir di tech industry</a:t>
            </a:r>
            <a:endParaRPr b="0" i="0" sz="1600" u="none" cap="none" strike="noStrike"/>
          </a:p>
        </p:txBody>
      </p:sp>
      <p:sp>
        <p:nvSpPr>
          <p:cNvPr id="687" name="Google Shape;687;p11"/>
          <p:cNvSpPr/>
          <p:nvPr/>
        </p:nvSpPr>
        <p:spPr>
          <a:xfrm>
            <a:off x="6215063" y="5967413"/>
            <a:ext cx="5591175" cy="504825"/>
          </a:xfrm>
          <a:custGeom>
            <a:rect b="b" l="l" r="r" t="t"/>
            <a:pathLst>
              <a:path extrusionOk="0" h="504825" w="5591175">
                <a:moveTo>
                  <a:pt x="114302" y="0"/>
                </a:moveTo>
                <a:lnTo>
                  <a:pt x="5476873" y="0"/>
                </a:lnTo>
                <a:cubicBezTo>
                  <a:pt x="5540000" y="0"/>
                  <a:pt x="5591175" y="51175"/>
                  <a:pt x="5591175" y="114302"/>
                </a:cubicBezTo>
                <a:lnTo>
                  <a:pt x="5591175" y="390523"/>
                </a:lnTo>
                <a:cubicBezTo>
                  <a:pt x="5591175" y="453650"/>
                  <a:pt x="5540000" y="504825"/>
                  <a:pt x="5476873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gradFill>
            <a:gsLst>
              <a:gs pos="0">
                <a:srgbClr val="3B82F6">
                  <a:alpha val="10196"/>
                </a:srgbClr>
              </a:gs>
              <a:gs pos="100000">
                <a:srgbClr val="10B981">
                  <a:alpha val="10196"/>
                </a:srgbClr>
              </a:gs>
            </a:gsLst>
            <a:lin ang="0" scaled="0"/>
          </a:gradFill>
          <a:ln cap="flat" cmpd="sng" w="12700">
            <a:solidFill>
              <a:srgbClr val="3B82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1"/>
          <p:cNvSpPr/>
          <p:nvPr/>
        </p:nvSpPr>
        <p:spPr>
          <a:xfrm>
            <a:off x="7627813" y="6157913"/>
            <a:ext cx="116681" cy="133350"/>
          </a:xfrm>
          <a:custGeom>
            <a:rect b="b" l="l" r="r" t="t"/>
            <a:pathLst>
              <a:path extrusionOk="0" h="133350" w="116681">
                <a:moveTo>
                  <a:pt x="0" y="56257"/>
                </a:moveTo>
                <a:cubicBezTo>
                  <a:pt x="0" y="38989"/>
                  <a:pt x="13986" y="25003"/>
                  <a:pt x="31254" y="25003"/>
                </a:cubicBezTo>
                <a:lnTo>
                  <a:pt x="33337" y="25003"/>
                </a:lnTo>
                <a:cubicBezTo>
                  <a:pt x="37947" y="25003"/>
                  <a:pt x="41672" y="28728"/>
                  <a:pt x="41672" y="33337"/>
                </a:cubicBezTo>
                <a:cubicBezTo>
                  <a:pt x="41672" y="37947"/>
                  <a:pt x="37947" y="41672"/>
                  <a:pt x="33337" y="41672"/>
                </a:cubicBezTo>
                <a:lnTo>
                  <a:pt x="31254" y="41672"/>
                </a:lnTo>
                <a:cubicBezTo>
                  <a:pt x="23206" y="41672"/>
                  <a:pt x="16669" y="48209"/>
                  <a:pt x="16669" y="56257"/>
                </a:cubicBezTo>
                <a:lnTo>
                  <a:pt x="16669" y="58341"/>
                </a:lnTo>
                <a:lnTo>
                  <a:pt x="33337" y="58341"/>
                </a:lnTo>
                <a:cubicBezTo>
                  <a:pt x="42531" y="58341"/>
                  <a:pt x="50006" y="65816"/>
                  <a:pt x="50006" y="75009"/>
                </a:cubicBezTo>
                <a:lnTo>
                  <a:pt x="50006" y="91678"/>
                </a:lnTo>
                <a:cubicBezTo>
                  <a:pt x="50006" y="100872"/>
                  <a:pt x="42531" y="108347"/>
                  <a:pt x="33337" y="108347"/>
                </a:cubicBezTo>
                <a:lnTo>
                  <a:pt x="16669" y="108347"/>
                </a:lnTo>
                <a:cubicBezTo>
                  <a:pt x="7475" y="108347"/>
                  <a:pt x="0" y="100872"/>
                  <a:pt x="0" y="91678"/>
                </a:cubicBezTo>
                <a:lnTo>
                  <a:pt x="0" y="56257"/>
                </a:lnTo>
                <a:close/>
                <a:moveTo>
                  <a:pt x="66675" y="56257"/>
                </a:moveTo>
                <a:cubicBezTo>
                  <a:pt x="66675" y="38989"/>
                  <a:pt x="80661" y="25003"/>
                  <a:pt x="97929" y="25003"/>
                </a:cubicBezTo>
                <a:lnTo>
                  <a:pt x="100013" y="25003"/>
                </a:lnTo>
                <a:cubicBezTo>
                  <a:pt x="104622" y="25003"/>
                  <a:pt x="108347" y="28728"/>
                  <a:pt x="108347" y="33337"/>
                </a:cubicBezTo>
                <a:cubicBezTo>
                  <a:pt x="108347" y="37947"/>
                  <a:pt x="104622" y="41672"/>
                  <a:pt x="100013" y="41672"/>
                </a:cubicBezTo>
                <a:lnTo>
                  <a:pt x="97929" y="41672"/>
                </a:lnTo>
                <a:cubicBezTo>
                  <a:pt x="89881" y="41672"/>
                  <a:pt x="83344" y="48209"/>
                  <a:pt x="83344" y="56257"/>
                </a:cubicBezTo>
                <a:lnTo>
                  <a:pt x="83344" y="58341"/>
                </a:lnTo>
                <a:lnTo>
                  <a:pt x="100013" y="58341"/>
                </a:lnTo>
                <a:cubicBezTo>
                  <a:pt x="109206" y="58341"/>
                  <a:pt x="116681" y="65816"/>
                  <a:pt x="116681" y="75009"/>
                </a:cubicBezTo>
                <a:lnTo>
                  <a:pt x="116681" y="91678"/>
                </a:lnTo>
                <a:cubicBezTo>
                  <a:pt x="116681" y="100872"/>
                  <a:pt x="109206" y="108347"/>
                  <a:pt x="100013" y="108347"/>
                </a:cubicBezTo>
                <a:lnTo>
                  <a:pt x="83344" y="108347"/>
                </a:lnTo>
                <a:cubicBezTo>
                  <a:pt x="74150" y="108347"/>
                  <a:pt x="66675" y="100872"/>
                  <a:pt x="66675" y="91678"/>
                </a:cubicBezTo>
                <a:lnTo>
                  <a:pt x="66675" y="56257"/>
                </a:lnTo>
                <a:close/>
              </a:path>
            </a:pathLst>
          </a:custGeom>
          <a:solidFill>
            <a:srgbClr val="F1F5F9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1"/>
          <p:cNvSpPr/>
          <p:nvPr/>
        </p:nvSpPr>
        <p:spPr>
          <a:xfrm>
            <a:off x="7848525" y="6129350"/>
            <a:ext cx="25662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"Jika mereka bisa, Anda juga bisa!"</a:t>
            </a:r>
            <a:endParaRPr b="0" i="0" sz="1600" u="none" cap="none" strike="noStrike"/>
          </a:p>
        </p:txBody>
      </p:sp>
      <p:sp>
        <p:nvSpPr>
          <p:cNvPr id="690" name="Google Shape;690;p11"/>
          <p:cNvSpPr/>
          <p:nvPr/>
        </p:nvSpPr>
        <p:spPr>
          <a:xfrm>
            <a:off x="10433893" y="6157913"/>
            <a:ext cx="116681" cy="133350"/>
          </a:xfrm>
          <a:custGeom>
            <a:rect b="b" l="l" r="r" t="t"/>
            <a:pathLst>
              <a:path extrusionOk="0" h="133350" w="116681">
                <a:moveTo>
                  <a:pt x="116681" y="77093"/>
                </a:moveTo>
                <a:cubicBezTo>
                  <a:pt x="116681" y="94361"/>
                  <a:pt x="102695" y="108347"/>
                  <a:pt x="85427" y="108347"/>
                </a:cubicBezTo>
                <a:lnTo>
                  <a:pt x="83344" y="108347"/>
                </a:lnTo>
                <a:cubicBezTo>
                  <a:pt x="78734" y="108347"/>
                  <a:pt x="75009" y="104622"/>
                  <a:pt x="75009" y="100013"/>
                </a:cubicBezTo>
                <a:cubicBezTo>
                  <a:pt x="75009" y="95403"/>
                  <a:pt x="78734" y="91678"/>
                  <a:pt x="83344" y="91678"/>
                </a:cubicBezTo>
                <a:lnTo>
                  <a:pt x="85427" y="91678"/>
                </a:lnTo>
                <a:cubicBezTo>
                  <a:pt x="93475" y="91678"/>
                  <a:pt x="100013" y="85141"/>
                  <a:pt x="100013" y="77093"/>
                </a:cubicBezTo>
                <a:lnTo>
                  <a:pt x="100013" y="75009"/>
                </a:lnTo>
                <a:lnTo>
                  <a:pt x="83344" y="75009"/>
                </a:lnTo>
                <a:cubicBezTo>
                  <a:pt x="74150" y="75009"/>
                  <a:pt x="66675" y="67534"/>
                  <a:pt x="66675" y="58341"/>
                </a:cubicBezTo>
                <a:lnTo>
                  <a:pt x="66675" y="41672"/>
                </a:lnTo>
                <a:cubicBezTo>
                  <a:pt x="66675" y="32478"/>
                  <a:pt x="74150" y="25003"/>
                  <a:pt x="83344" y="25003"/>
                </a:cubicBezTo>
                <a:lnTo>
                  <a:pt x="100013" y="25003"/>
                </a:lnTo>
                <a:cubicBezTo>
                  <a:pt x="109206" y="25003"/>
                  <a:pt x="116681" y="32478"/>
                  <a:pt x="116681" y="41672"/>
                </a:cubicBezTo>
                <a:lnTo>
                  <a:pt x="116681" y="77093"/>
                </a:lnTo>
                <a:close/>
                <a:moveTo>
                  <a:pt x="50006" y="77093"/>
                </a:moveTo>
                <a:cubicBezTo>
                  <a:pt x="50006" y="94361"/>
                  <a:pt x="36020" y="108347"/>
                  <a:pt x="18752" y="108347"/>
                </a:cubicBezTo>
                <a:lnTo>
                  <a:pt x="16669" y="108347"/>
                </a:lnTo>
                <a:cubicBezTo>
                  <a:pt x="12059" y="108347"/>
                  <a:pt x="8334" y="104622"/>
                  <a:pt x="8334" y="100013"/>
                </a:cubicBezTo>
                <a:cubicBezTo>
                  <a:pt x="8334" y="95403"/>
                  <a:pt x="12059" y="91678"/>
                  <a:pt x="16669" y="91678"/>
                </a:cubicBezTo>
                <a:lnTo>
                  <a:pt x="18752" y="91678"/>
                </a:lnTo>
                <a:cubicBezTo>
                  <a:pt x="26800" y="91678"/>
                  <a:pt x="33337" y="85141"/>
                  <a:pt x="33337" y="77093"/>
                </a:cubicBezTo>
                <a:lnTo>
                  <a:pt x="33337" y="75009"/>
                </a:lnTo>
                <a:lnTo>
                  <a:pt x="16669" y="75009"/>
                </a:lnTo>
                <a:cubicBezTo>
                  <a:pt x="7475" y="75009"/>
                  <a:pt x="0" y="67534"/>
                  <a:pt x="0" y="58341"/>
                </a:cubicBezTo>
                <a:lnTo>
                  <a:pt x="0" y="41672"/>
                </a:lnTo>
                <a:cubicBezTo>
                  <a:pt x="0" y="32478"/>
                  <a:pt x="7475" y="25003"/>
                  <a:pt x="16669" y="25003"/>
                </a:cubicBezTo>
                <a:lnTo>
                  <a:pt x="33337" y="25003"/>
                </a:lnTo>
                <a:cubicBezTo>
                  <a:pt x="42531" y="25003"/>
                  <a:pt x="50006" y="32478"/>
                  <a:pt x="50006" y="41672"/>
                </a:cubicBezTo>
                <a:lnTo>
                  <a:pt x="50006" y="77093"/>
                </a:lnTo>
                <a:close/>
              </a:path>
            </a:pathLst>
          </a:custGeom>
          <a:solidFill>
            <a:srgbClr val="F1F5F9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www.learncomputerscienceonline.com/9613dd0552f3c80cbd14ea51428977cee49443c7.jpg" id="696" name="Google Shape;696;p12"/>
          <p:cNvPicPr preferRelativeResize="0"/>
          <p:nvPr/>
        </p:nvPicPr>
        <p:blipFill rotWithShape="1">
          <a:blip r:embed="rId3">
            <a:alphaModFix amt="20000"/>
          </a:blip>
          <a:srcRect b="0" l="15934" r="15934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97" name="Google Shape;697;p12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F172A">
                  <a:alpha val="94901"/>
                </a:srgbClr>
              </a:gs>
              <a:gs pos="50000">
                <a:srgbClr val="0F172A">
                  <a:alpha val="90196"/>
                </a:srgbClr>
              </a:gs>
              <a:gs pos="100000">
                <a:srgbClr val="10B981">
                  <a:alpha val="20000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698" name="Google Shape;698;p12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DAY 2 COMPLETE</a:t>
            </a:r>
            <a:endParaRPr b="0" i="0" sz="1600" u="none" cap="none" strike="noStrike"/>
          </a:p>
        </p:txBody>
      </p:sp>
      <p:sp>
        <p:nvSpPr>
          <p:cNvPr id="699" name="Google Shape;699;p12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Ringkasan &amp; Next Steps</a:t>
            </a:r>
            <a:endParaRPr b="0" i="0" sz="1600" u="none" cap="none" strike="noStrike"/>
          </a:p>
        </p:txBody>
      </p:sp>
      <p:sp>
        <p:nvSpPr>
          <p:cNvPr id="700" name="Google Shape;700;p12"/>
          <p:cNvSpPr/>
          <p:nvPr/>
        </p:nvSpPr>
        <p:spPr>
          <a:xfrm>
            <a:off x="321469" y="988219"/>
            <a:ext cx="5675313" cy="2674938"/>
          </a:xfrm>
          <a:custGeom>
            <a:rect b="b" l="l" r="r" t="t"/>
            <a:pathLst>
              <a:path extrusionOk="0" h="2674938" w="5675313">
                <a:moveTo>
                  <a:pt x="127006" y="0"/>
                </a:moveTo>
                <a:lnTo>
                  <a:pt x="5548306" y="0"/>
                </a:lnTo>
                <a:cubicBezTo>
                  <a:pt x="5618450" y="0"/>
                  <a:pt x="5675312" y="56863"/>
                  <a:pt x="5675312" y="127006"/>
                </a:cubicBezTo>
                <a:lnTo>
                  <a:pt x="5675313" y="2547931"/>
                </a:lnTo>
                <a:cubicBezTo>
                  <a:pt x="5675312" y="2618075"/>
                  <a:pt x="5618450" y="2674938"/>
                  <a:pt x="5548306" y="2674938"/>
                </a:cubicBezTo>
                <a:lnTo>
                  <a:pt x="127006" y="2674938"/>
                </a:lnTo>
                <a:cubicBezTo>
                  <a:pt x="56863" y="2674938"/>
                  <a:pt x="0" y="2618075"/>
                  <a:pt x="0" y="2547931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2"/>
          <p:cNvSpPr/>
          <p:nvPr/>
        </p:nvSpPr>
        <p:spPr>
          <a:xfrm>
            <a:off x="521891" y="1190625"/>
            <a:ext cx="107156" cy="142875"/>
          </a:xfrm>
          <a:custGeom>
            <a:rect b="b" l="l" r="r" t="t"/>
            <a:pathLst>
              <a:path extrusionOk="0" h="142875" w="107156">
                <a:moveTo>
                  <a:pt x="69735" y="18641"/>
                </a:moveTo>
                <a:cubicBezTo>
                  <a:pt x="72637" y="14650"/>
                  <a:pt x="71744" y="9069"/>
                  <a:pt x="67754" y="6167"/>
                </a:cubicBezTo>
                <a:cubicBezTo>
                  <a:pt x="63764" y="3265"/>
                  <a:pt x="58182" y="4158"/>
                  <a:pt x="55280" y="8148"/>
                </a:cubicBezTo>
                <a:lnTo>
                  <a:pt x="25701" y="48806"/>
                </a:lnTo>
                <a:lnTo>
                  <a:pt x="15236" y="38342"/>
                </a:lnTo>
                <a:cubicBezTo>
                  <a:pt x="11748" y="34854"/>
                  <a:pt x="6083" y="34854"/>
                  <a:pt x="2595" y="38342"/>
                </a:cubicBezTo>
                <a:cubicBezTo>
                  <a:pt x="-893" y="41830"/>
                  <a:pt x="-893" y="47495"/>
                  <a:pt x="2595" y="50983"/>
                </a:cubicBezTo>
                <a:lnTo>
                  <a:pt x="20455" y="68842"/>
                </a:lnTo>
                <a:cubicBezTo>
                  <a:pt x="22296" y="70684"/>
                  <a:pt x="24864" y="71633"/>
                  <a:pt x="27459" y="71438"/>
                </a:cubicBezTo>
                <a:cubicBezTo>
                  <a:pt x="30054" y="71242"/>
                  <a:pt x="32454" y="69903"/>
                  <a:pt x="33989" y="67782"/>
                </a:cubicBezTo>
                <a:lnTo>
                  <a:pt x="69707" y="18669"/>
                </a:lnTo>
                <a:close/>
                <a:moveTo>
                  <a:pt x="105454" y="56592"/>
                </a:moveTo>
                <a:cubicBezTo>
                  <a:pt x="108356" y="52601"/>
                  <a:pt x="107463" y="47020"/>
                  <a:pt x="103473" y="44118"/>
                </a:cubicBezTo>
                <a:cubicBezTo>
                  <a:pt x="99482" y="41216"/>
                  <a:pt x="93901" y="42109"/>
                  <a:pt x="90999" y="46100"/>
                </a:cubicBezTo>
                <a:lnTo>
                  <a:pt x="43560" y="111314"/>
                </a:lnTo>
                <a:lnTo>
                  <a:pt x="24166" y="91920"/>
                </a:lnTo>
                <a:cubicBezTo>
                  <a:pt x="20678" y="88432"/>
                  <a:pt x="15013" y="88432"/>
                  <a:pt x="11525" y="91920"/>
                </a:cubicBezTo>
                <a:cubicBezTo>
                  <a:pt x="8037" y="95408"/>
                  <a:pt x="8037" y="101073"/>
                  <a:pt x="11525" y="104561"/>
                </a:cubicBezTo>
                <a:lnTo>
                  <a:pt x="38314" y="131350"/>
                </a:lnTo>
                <a:cubicBezTo>
                  <a:pt x="40156" y="133192"/>
                  <a:pt x="42723" y="134141"/>
                  <a:pt x="45318" y="133945"/>
                </a:cubicBezTo>
                <a:cubicBezTo>
                  <a:pt x="47913" y="133750"/>
                  <a:pt x="50313" y="132411"/>
                  <a:pt x="51848" y="130290"/>
                </a:cubicBezTo>
                <a:lnTo>
                  <a:pt x="105426" y="5662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2"/>
          <p:cNvSpPr/>
          <p:nvPr/>
        </p:nvSpPr>
        <p:spPr>
          <a:xfrm>
            <a:off x="666750" y="1150938"/>
            <a:ext cx="5238750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Checklist Day 2</a:t>
            </a:r>
            <a:endParaRPr b="0" i="0" sz="1600" u="none" cap="none" strike="noStrike"/>
          </a:p>
        </p:txBody>
      </p:sp>
      <p:sp>
        <p:nvSpPr>
          <p:cNvPr id="703" name="Google Shape;703;p12"/>
          <p:cNvSpPr/>
          <p:nvPr/>
        </p:nvSpPr>
        <p:spPr>
          <a:xfrm>
            <a:off x="484187" y="1500188"/>
            <a:ext cx="5349875" cy="349250"/>
          </a:xfrm>
          <a:custGeom>
            <a:rect b="b" l="l" r="r" t="t"/>
            <a:pathLst>
              <a:path extrusionOk="0" h="349250" w="5349875">
                <a:moveTo>
                  <a:pt x="63501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285749"/>
                </a:lnTo>
                <a:cubicBezTo>
                  <a:pt x="5349875" y="320820"/>
                  <a:pt x="5321445" y="349250"/>
                  <a:pt x="528637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2"/>
          <p:cNvSpPr/>
          <p:nvPr/>
        </p:nvSpPr>
        <p:spPr>
          <a:xfrm>
            <a:off x="599281" y="1603375"/>
            <a:ext cx="142875" cy="142875"/>
          </a:xfrm>
          <a:custGeom>
            <a:rect b="b" l="l" r="r" t="t"/>
            <a:pathLst>
              <a:path extrusionOk="0" h="142875" w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2"/>
          <p:cNvSpPr/>
          <p:nvPr/>
        </p:nvSpPr>
        <p:spPr>
          <a:xfrm>
            <a:off x="853281" y="1595438"/>
            <a:ext cx="237331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Database MySQL menyimpan data permanen</a:t>
            </a:r>
            <a:endParaRPr b="0" i="0" sz="1600" u="none" cap="none" strike="noStrike"/>
          </a:p>
        </p:txBody>
      </p:sp>
      <p:sp>
        <p:nvSpPr>
          <p:cNvPr id="706" name="Google Shape;706;p12"/>
          <p:cNvSpPr/>
          <p:nvPr/>
        </p:nvSpPr>
        <p:spPr>
          <a:xfrm>
            <a:off x="484187" y="1912938"/>
            <a:ext cx="5349875" cy="349250"/>
          </a:xfrm>
          <a:custGeom>
            <a:rect b="b" l="l" r="r" t="t"/>
            <a:pathLst>
              <a:path extrusionOk="0" h="349250" w="5349875">
                <a:moveTo>
                  <a:pt x="63501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285749"/>
                </a:lnTo>
                <a:cubicBezTo>
                  <a:pt x="5349875" y="320820"/>
                  <a:pt x="5321445" y="349250"/>
                  <a:pt x="528637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2"/>
          <p:cNvSpPr/>
          <p:nvPr/>
        </p:nvSpPr>
        <p:spPr>
          <a:xfrm>
            <a:off x="599281" y="2016125"/>
            <a:ext cx="142875" cy="142875"/>
          </a:xfrm>
          <a:custGeom>
            <a:rect b="b" l="l" r="r" t="t"/>
            <a:pathLst>
              <a:path extrusionOk="0" h="142875" w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2"/>
          <p:cNvSpPr/>
          <p:nvPr/>
        </p:nvSpPr>
        <p:spPr>
          <a:xfrm>
            <a:off x="853281" y="2008187"/>
            <a:ext cx="2365375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Laravel API menerima &amp; mengirim data JSON</a:t>
            </a:r>
            <a:endParaRPr b="0" i="0" sz="1600" u="none" cap="none" strike="noStrike"/>
          </a:p>
        </p:txBody>
      </p:sp>
      <p:sp>
        <p:nvSpPr>
          <p:cNvPr id="709" name="Google Shape;709;p12"/>
          <p:cNvSpPr/>
          <p:nvPr/>
        </p:nvSpPr>
        <p:spPr>
          <a:xfrm>
            <a:off x="484187" y="2325688"/>
            <a:ext cx="5349875" cy="349250"/>
          </a:xfrm>
          <a:custGeom>
            <a:rect b="b" l="l" r="r" t="t"/>
            <a:pathLst>
              <a:path extrusionOk="0" h="349250" w="5349875">
                <a:moveTo>
                  <a:pt x="63501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285749"/>
                </a:lnTo>
                <a:cubicBezTo>
                  <a:pt x="5349875" y="320820"/>
                  <a:pt x="5321445" y="349250"/>
                  <a:pt x="528637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2"/>
          <p:cNvSpPr/>
          <p:nvPr/>
        </p:nvSpPr>
        <p:spPr>
          <a:xfrm>
            <a:off x="599281" y="2428875"/>
            <a:ext cx="142875" cy="142875"/>
          </a:xfrm>
          <a:custGeom>
            <a:rect b="b" l="l" r="r" t="t"/>
            <a:pathLst>
              <a:path extrusionOk="0" h="142875" w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2"/>
          <p:cNvSpPr/>
          <p:nvPr/>
        </p:nvSpPr>
        <p:spPr>
          <a:xfrm>
            <a:off x="853281" y="2420938"/>
            <a:ext cx="210343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React terhubung ke Backend (Fullstack!)</a:t>
            </a:r>
            <a:endParaRPr b="0" i="0" sz="1600" u="none" cap="none" strike="noStrike"/>
          </a:p>
        </p:txBody>
      </p:sp>
      <p:sp>
        <p:nvSpPr>
          <p:cNvPr id="712" name="Google Shape;712;p12"/>
          <p:cNvSpPr/>
          <p:nvPr/>
        </p:nvSpPr>
        <p:spPr>
          <a:xfrm>
            <a:off x="484187" y="2738438"/>
            <a:ext cx="5349875" cy="349250"/>
          </a:xfrm>
          <a:custGeom>
            <a:rect b="b" l="l" r="r" t="t"/>
            <a:pathLst>
              <a:path extrusionOk="0" h="349250" w="5349875">
                <a:moveTo>
                  <a:pt x="63501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285749"/>
                </a:lnTo>
                <a:cubicBezTo>
                  <a:pt x="5349875" y="320820"/>
                  <a:pt x="5321445" y="349250"/>
                  <a:pt x="528637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2"/>
          <p:cNvSpPr/>
          <p:nvPr/>
        </p:nvSpPr>
        <p:spPr>
          <a:xfrm>
            <a:off x="599281" y="2841625"/>
            <a:ext cx="142875" cy="142875"/>
          </a:xfrm>
          <a:custGeom>
            <a:rect b="b" l="l" r="r" t="t"/>
            <a:pathLst>
              <a:path extrusionOk="0" h="142875" w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2"/>
          <p:cNvSpPr/>
          <p:nvPr/>
        </p:nvSpPr>
        <p:spPr>
          <a:xfrm>
            <a:off x="853281" y="2833688"/>
            <a:ext cx="181768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Validasi &amp; Business Logic di server</a:t>
            </a:r>
            <a:endParaRPr b="0" i="0" sz="1600" u="none" cap="none" strike="noStrike"/>
          </a:p>
        </p:txBody>
      </p:sp>
      <p:sp>
        <p:nvSpPr>
          <p:cNvPr id="715" name="Google Shape;715;p12"/>
          <p:cNvSpPr/>
          <p:nvPr/>
        </p:nvSpPr>
        <p:spPr>
          <a:xfrm>
            <a:off x="484187" y="3151188"/>
            <a:ext cx="5349875" cy="349250"/>
          </a:xfrm>
          <a:custGeom>
            <a:rect b="b" l="l" r="r" t="t"/>
            <a:pathLst>
              <a:path extrusionOk="0" h="349250" w="5349875">
                <a:moveTo>
                  <a:pt x="63501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285749"/>
                </a:lnTo>
                <a:cubicBezTo>
                  <a:pt x="5349875" y="320820"/>
                  <a:pt x="5321445" y="349250"/>
                  <a:pt x="528637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2"/>
          <p:cNvSpPr/>
          <p:nvPr/>
        </p:nvSpPr>
        <p:spPr>
          <a:xfrm>
            <a:off x="599281" y="3254375"/>
            <a:ext cx="142875" cy="142875"/>
          </a:xfrm>
          <a:custGeom>
            <a:rect b="b" l="l" r="r" t="t"/>
            <a:pathLst>
              <a:path extrusionOk="0" h="142875" w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2"/>
          <p:cNvSpPr/>
          <p:nvPr/>
        </p:nvSpPr>
        <p:spPr>
          <a:xfrm>
            <a:off x="853281" y="3246438"/>
            <a:ext cx="1825625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Konsep security dasar (autentikasi)</a:t>
            </a:r>
            <a:endParaRPr b="0" i="0" sz="1600" u="none" cap="none" strike="noStrike"/>
          </a:p>
        </p:txBody>
      </p:sp>
      <p:sp>
        <p:nvSpPr>
          <p:cNvPr id="718" name="Google Shape;718;p12"/>
          <p:cNvSpPr/>
          <p:nvPr/>
        </p:nvSpPr>
        <p:spPr>
          <a:xfrm>
            <a:off x="6195225" y="988223"/>
            <a:ext cx="5675313" cy="3259336"/>
          </a:xfrm>
          <a:custGeom>
            <a:rect b="b" l="l" r="r" t="t"/>
            <a:pathLst>
              <a:path extrusionOk="0" h="5214938" w="5675313">
                <a:moveTo>
                  <a:pt x="126984" y="0"/>
                </a:moveTo>
                <a:lnTo>
                  <a:pt x="5548329" y="0"/>
                </a:lnTo>
                <a:cubicBezTo>
                  <a:pt x="5618460" y="0"/>
                  <a:pt x="5675313" y="56853"/>
                  <a:pt x="5675313" y="126984"/>
                </a:cubicBezTo>
                <a:lnTo>
                  <a:pt x="5675313" y="5087954"/>
                </a:lnTo>
                <a:cubicBezTo>
                  <a:pt x="5675313" y="5158085"/>
                  <a:pt x="5618460" y="5214938"/>
                  <a:pt x="5548329" y="5214938"/>
                </a:cubicBezTo>
                <a:lnTo>
                  <a:pt x="126984" y="5214938"/>
                </a:lnTo>
                <a:cubicBezTo>
                  <a:pt x="56853" y="5214938"/>
                  <a:pt x="0" y="5158085"/>
                  <a:pt x="0" y="5087954"/>
                </a:cubicBezTo>
                <a:lnTo>
                  <a:pt x="0" y="126984"/>
                </a:lnTo>
                <a:cubicBezTo>
                  <a:pt x="0" y="56900"/>
                  <a:pt x="56900" y="0"/>
                  <a:pt x="126984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F59E0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2"/>
          <p:cNvSpPr/>
          <p:nvPr/>
        </p:nvSpPr>
        <p:spPr>
          <a:xfrm>
            <a:off x="6368852" y="1190625"/>
            <a:ext cx="160734" cy="142875"/>
          </a:xfrm>
          <a:custGeom>
            <a:rect b="b" l="l" r="r" t="t"/>
            <a:pathLst>
              <a:path extrusionOk="0" h="142875" w="160734">
                <a:moveTo>
                  <a:pt x="117063" y="26789"/>
                </a:moveTo>
                <a:cubicBezTo>
                  <a:pt x="112430" y="26789"/>
                  <a:pt x="107938" y="28045"/>
                  <a:pt x="104003" y="30333"/>
                </a:cubicBezTo>
                <a:cubicBezTo>
                  <a:pt x="99594" y="25868"/>
                  <a:pt x="94459" y="22129"/>
                  <a:pt x="88795" y="19310"/>
                </a:cubicBezTo>
                <a:cubicBezTo>
                  <a:pt x="96664" y="12613"/>
                  <a:pt x="106682" y="8930"/>
                  <a:pt x="117063" y="8930"/>
                </a:cubicBezTo>
                <a:cubicBezTo>
                  <a:pt x="141173" y="8930"/>
                  <a:pt x="160734" y="28463"/>
                  <a:pt x="160734" y="52601"/>
                </a:cubicBezTo>
                <a:cubicBezTo>
                  <a:pt x="160734" y="64182"/>
                  <a:pt x="156130" y="75288"/>
                  <a:pt x="147954" y="83465"/>
                </a:cubicBezTo>
                <a:lnTo>
                  <a:pt x="128113" y="103305"/>
                </a:lnTo>
                <a:cubicBezTo>
                  <a:pt x="119937" y="111482"/>
                  <a:pt x="108831" y="116086"/>
                  <a:pt x="97250" y="116086"/>
                </a:cubicBezTo>
                <a:cubicBezTo>
                  <a:pt x="73140" y="116086"/>
                  <a:pt x="53578" y="96552"/>
                  <a:pt x="53578" y="72414"/>
                </a:cubicBezTo>
                <a:cubicBezTo>
                  <a:pt x="53578" y="71996"/>
                  <a:pt x="53578" y="71577"/>
                  <a:pt x="53606" y="71158"/>
                </a:cubicBezTo>
                <a:cubicBezTo>
                  <a:pt x="53746" y="66219"/>
                  <a:pt x="57848" y="62340"/>
                  <a:pt x="62787" y="62480"/>
                </a:cubicBezTo>
                <a:cubicBezTo>
                  <a:pt x="67726" y="62619"/>
                  <a:pt x="71605" y="66722"/>
                  <a:pt x="71465" y="71661"/>
                </a:cubicBezTo>
                <a:cubicBezTo>
                  <a:pt x="71465" y="71912"/>
                  <a:pt x="71465" y="72163"/>
                  <a:pt x="71465" y="72386"/>
                </a:cubicBezTo>
                <a:cubicBezTo>
                  <a:pt x="71465" y="86646"/>
                  <a:pt x="83018" y="98199"/>
                  <a:pt x="97278" y="98199"/>
                </a:cubicBezTo>
                <a:cubicBezTo>
                  <a:pt x="104115" y="98199"/>
                  <a:pt x="110672" y="95492"/>
                  <a:pt x="115528" y="90636"/>
                </a:cubicBezTo>
                <a:lnTo>
                  <a:pt x="135368" y="70796"/>
                </a:lnTo>
                <a:cubicBezTo>
                  <a:pt x="140196" y="65968"/>
                  <a:pt x="142931" y="59382"/>
                  <a:pt x="142931" y="52546"/>
                </a:cubicBezTo>
                <a:cubicBezTo>
                  <a:pt x="142931" y="38286"/>
                  <a:pt x="131378" y="26733"/>
                  <a:pt x="117118" y="26733"/>
                </a:cubicBezTo>
                <a:close/>
                <a:moveTo>
                  <a:pt x="76795" y="48360"/>
                </a:moveTo>
                <a:cubicBezTo>
                  <a:pt x="76265" y="48137"/>
                  <a:pt x="75735" y="47830"/>
                  <a:pt x="75261" y="47495"/>
                </a:cubicBezTo>
                <a:cubicBezTo>
                  <a:pt x="71744" y="45681"/>
                  <a:pt x="67726" y="44648"/>
                  <a:pt x="63512" y="44648"/>
                </a:cubicBezTo>
                <a:cubicBezTo>
                  <a:pt x="56676" y="44648"/>
                  <a:pt x="50118" y="47355"/>
                  <a:pt x="45262" y="52211"/>
                </a:cubicBezTo>
                <a:lnTo>
                  <a:pt x="25422" y="72051"/>
                </a:lnTo>
                <a:cubicBezTo>
                  <a:pt x="20594" y="76879"/>
                  <a:pt x="17859" y="83465"/>
                  <a:pt x="17859" y="90301"/>
                </a:cubicBezTo>
                <a:cubicBezTo>
                  <a:pt x="17859" y="104561"/>
                  <a:pt x="29412" y="116114"/>
                  <a:pt x="43672" y="116114"/>
                </a:cubicBezTo>
                <a:cubicBezTo>
                  <a:pt x="48276" y="116114"/>
                  <a:pt x="52769" y="114886"/>
                  <a:pt x="56704" y="112598"/>
                </a:cubicBezTo>
                <a:cubicBezTo>
                  <a:pt x="61113" y="117063"/>
                  <a:pt x="66247" y="120802"/>
                  <a:pt x="71940" y="123620"/>
                </a:cubicBezTo>
                <a:cubicBezTo>
                  <a:pt x="64071" y="130290"/>
                  <a:pt x="54080" y="134001"/>
                  <a:pt x="43672" y="134001"/>
                </a:cubicBezTo>
                <a:cubicBezTo>
                  <a:pt x="19562" y="134001"/>
                  <a:pt x="0" y="114467"/>
                  <a:pt x="0" y="90329"/>
                </a:cubicBezTo>
                <a:cubicBezTo>
                  <a:pt x="0" y="78749"/>
                  <a:pt x="4604" y="67642"/>
                  <a:pt x="12781" y="59466"/>
                </a:cubicBezTo>
                <a:lnTo>
                  <a:pt x="32621" y="39625"/>
                </a:lnTo>
                <a:cubicBezTo>
                  <a:pt x="40798" y="31449"/>
                  <a:pt x="51904" y="26845"/>
                  <a:pt x="63484" y="26845"/>
                </a:cubicBezTo>
                <a:cubicBezTo>
                  <a:pt x="87650" y="26845"/>
                  <a:pt x="107156" y="46546"/>
                  <a:pt x="107156" y="70628"/>
                </a:cubicBezTo>
                <a:cubicBezTo>
                  <a:pt x="107156" y="70991"/>
                  <a:pt x="107156" y="71354"/>
                  <a:pt x="107156" y="71717"/>
                </a:cubicBezTo>
                <a:cubicBezTo>
                  <a:pt x="107045" y="76656"/>
                  <a:pt x="102943" y="80535"/>
                  <a:pt x="98003" y="80423"/>
                </a:cubicBezTo>
                <a:cubicBezTo>
                  <a:pt x="93064" y="80311"/>
                  <a:pt x="89185" y="76209"/>
                  <a:pt x="89297" y="71270"/>
                </a:cubicBezTo>
                <a:cubicBezTo>
                  <a:pt x="89297" y="71047"/>
                  <a:pt x="89297" y="70851"/>
                  <a:pt x="89297" y="70628"/>
                </a:cubicBezTo>
                <a:cubicBezTo>
                  <a:pt x="89297" y="61224"/>
                  <a:pt x="84274" y="52964"/>
                  <a:pt x="76795" y="48416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2"/>
          <p:cNvSpPr/>
          <p:nvPr/>
        </p:nvSpPr>
        <p:spPr>
          <a:xfrm>
            <a:off x="6540500" y="1150938"/>
            <a:ext cx="5238750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Link &amp; Resource Day 2</a:t>
            </a:r>
            <a:endParaRPr b="0" i="0" sz="1600" u="none" cap="none" strike="noStrike"/>
          </a:p>
        </p:txBody>
      </p:sp>
      <p:sp>
        <p:nvSpPr>
          <p:cNvPr id="721" name="Google Shape;721;p12"/>
          <p:cNvSpPr/>
          <p:nvPr/>
        </p:nvSpPr>
        <p:spPr>
          <a:xfrm>
            <a:off x="6357938" y="1500188"/>
            <a:ext cx="5349875" cy="666750"/>
          </a:xfrm>
          <a:custGeom>
            <a:rect b="b" l="l" r="r" t="t"/>
            <a:pathLst>
              <a:path extrusionOk="0" h="666750" w="5349875">
                <a:moveTo>
                  <a:pt x="95252" y="0"/>
                </a:moveTo>
                <a:lnTo>
                  <a:pt x="5254623" y="0"/>
                </a:lnTo>
                <a:cubicBezTo>
                  <a:pt x="5307229" y="0"/>
                  <a:pt x="5349875" y="42646"/>
                  <a:pt x="5349875" y="95252"/>
                </a:cubicBezTo>
                <a:lnTo>
                  <a:pt x="5349875" y="571498"/>
                </a:lnTo>
                <a:cubicBezTo>
                  <a:pt x="5349875" y="624104"/>
                  <a:pt x="5307229" y="666750"/>
                  <a:pt x="5254623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2"/>
          <p:cNvSpPr/>
          <p:nvPr/>
        </p:nvSpPr>
        <p:spPr>
          <a:xfrm>
            <a:off x="6504781" y="1643063"/>
            <a:ext cx="158750" cy="158750"/>
          </a:xfrm>
          <a:custGeom>
            <a:rect b="b" l="l" r="r" t="t"/>
            <a:pathLst>
              <a:path extrusionOk="0" h="158750" w="158750">
                <a:moveTo>
                  <a:pt x="53919" y="123217"/>
                </a:moveTo>
                <a:cubicBezTo>
                  <a:pt x="53919" y="123837"/>
                  <a:pt x="53206" y="124333"/>
                  <a:pt x="52307" y="124333"/>
                </a:cubicBezTo>
                <a:cubicBezTo>
                  <a:pt x="51284" y="124427"/>
                  <a:pt x="50571" y="123930"/>
                  <a:pt x="50571" y="123217"/>
                </a:cubicBezTo>
                <a:cubicBezTo>
                  <a:pt x="50571" y="122597"/>
                  <a:pt x="51284" y="122101"/>
                  <a:pt x="52183" y="122101"/>
                </a:cubicBezTo>
                <a:cubicBezTo>
                  <a:pt x="53113" y="122008"/>
                  <a:pt x="53919" y="122504"/>
                  <a:pt x="53919" y="123217"/>
                </a:cubicBezTo>
                <a:close/>
                <a:moveTo>
                  <a:pt x="44276" y="121822"/>
                </a:moveTo>
                <a:cubicBezTo>
                  <a:pt x="44059" y="122442"/>
                  <a:pt x="44679" y="123155"/>
                  <a:pt x="45610" y="123341"/>
                </a:cubicBezTo>
                <a:cubicBezTo>
                  <a:pt x="46416" y="123651"/>
                  <a:pt x="47346" y="123341"/>
                  <a:pt x="47532" y="122721"/>
                </a:cubicBezTo>
                <a:cubicBezTo>
                  <a:pt x="47718" y="122101"/>
                  <a:pt x="47129" y="121388"/>
                  <a:pt x="46199" y="121109"/>
                </a:cubicBezTo>
                <a:cubicBezTo>
                  <a:pt x="45393" y="120892"/>
                  <a:pt x="44493" y="121202"/>
                  <a:pt x="44276" y="121822"/>
                </a:cubicBezTo>
                <a:close/>
                <a:moveTo>
                  <a:pt x="57981" y="121295"/>
                </a:moveTo>
                <a:cubicBezTo>
                  <a:pt x="57082" y="121512"/>
                  <a:pt x="56462" y="122101"/>
                  <a:pt x="56555" y="122814"/>
                </a:cubicBezTo>
                <a:cubicBezTo>
                  <a:pt x="56648" y="123434"/>
                  <a:pt x="57454" y="123837"/>
                  <a:pt x="58384" y="123620"/>
                </a:cubicBezTo>
                <a:cubicBezTo>
                  <a:pt x="59283" y="123403"/>
                  <a:pt x="59903" y="122814"/>
                  <a:pt x="59810" y="122194"/>
                </a:cubicBezTo>
                <a:cubicBezTo>
                  <a:pt x="59717" y="121605"/>
                  <a:pt x="58880" y="121202"/>
                  <a:pt x="57981" y="121295"/>
                </a:cubicBezTo>
                <a:close/>
                <a:moveTo>
                  <a:pt x="78383" y="2480"/>
                </a:moveTo>
                <a:cubicBezTo>
                  <a:pt x="35378" y="2480"/>
                  <a:pt x="2480" y="35130"/>
                  <a:pt x="2480" y="78135"/>
                </a:cubicBezTo>
                <a:cubicBezTo>
                  <a:pt x="2480" y="112520"/>
                  <a:pt x="24123" y="141945"/>
                  <a:pt x="55035" y="152301"/>
                </a:cubicBezTo>
                <a:cubicBezTo>
                  <a:pt x="59004" y="153014"/>
                  <a:pt x="60399" y="150564"/>
                  <a:pt x="60399" y="148549"/>
                </a:cubicBezTo>
                <a:cubicBezTo>
                  <a:pt x="60399" y="146627"/>
                  <a:pt x="60306" y="136023"/>
                  <a:pt x="60306" y="129511"/>
                </a:cubicBezTo>
                <a:cubicBezTo>
                  <a:pt x="60306" y="129511"/>
                  <a:pt x="38602" y="134162"/>
                  <a:pt x="34044" y="120272"/>
                </a:cubicBezTo>
                <a:cubicBezTo>
                  <a:pt x="34044" y="120272"/>
                  <a:pt x="30510" y="111249"/>
                  <a:pt x="25425" y="108924"/>
                </a:cubicBezTo>
                <a:cubicBezTo>
                  <a:pt x="25425" y="108924"/>
                  <a:pt x="18324" y="104056"/>
                  <a:pt x="25921" y="104149"/>
                </a:cubicBezTo>
                <a:cubicBezTo>
                  <a:pt x="25921" y="104149"/>
                  <a:pt x="33641" y="104769"/>
                  <a:pt x="37889" y="112148"/>
                </a:cubicBezTo>
                <a:cubicBezTo>
                  <a:pt x="44679" y="124116"/>
                  <a:pt x="56059" y="120675"/>
                  <a:pt x="60492" y="118628"/>
                </a:cubicBezTo>
                <a:cubicBezTo>
                  <a:pt x="61206" y="113667"/>
                  <a:pt x="63221" y="110226"/>
                  <a:pt x="65453" y="108179"/>
                </a:cubicBezTo>
                <a:cubicBezTo>
                  <a:pt x="48121" y="106257"/>
                  <a:pt x="30634" y="103746"/>
                  <a:pt x="30634" y="73918"/>
                </a:cubicBezTo>
                <a:cubicBezTo>
                  <a:pt x="30634" y="65391"/>
                  <a:pt x="32990" y="61113"/>
                  <a:pt x="37951" y="55656"/>
                </a:cubicBezTo>
                <a:cubicBezTo>
                  <a:pt x="37145" y="53640"/>
                  <a:pt x="34510" y="45331"/>
                  <a:pt x="38757" y="34603"/>
                </a:cubicBezTo>
                <a:cubicBezTo>
                  <a:pt x="45238" y="32587"/>
                  <a:pt x="60151" y="42974"/>
                  <a:pt x="60151" y="42974"/>
                </a:cubicBezTo>
                <a:cubicBezTo>
                  <a:pt x="66353" y="41238"/>
                  <a:pt x="73019" y="40339"/>
                  <a:pt x="79623" y="40339"/>
                </a:cubicBezTo>
                <a:cubicBezTo>
                  <a:pt x="86227" y="40339"/>
                  <a:pt x="92894" y="41238"/>
                  <a:pt x="99095" y="42974"/>
                </a:cubicBezTo>
                <a:cubicBezTo>
                  <a:pt x="99095" y="42974"/>
                  <a:pt x="114009" y="32556"/>
                  <a:pt x="120489" y="34603"/>
                </a:cubicBezTo>
                <a:cubicBezTo>
                  <a:pt x="124737" y="45362"/>
                  <a:pt x="122101" y="53640"/>
                  <a:pt x="121295" y="55656"/>
                </a:cubicBezTo>
                <a:cubicBezTo>
                  <a:pt x="126256" y="61144"/>
                  <a:pt x="129294" y="65422"/>
                  <a:pt x="129294" y="73918"/>
                </a:cubicBezTo>
                <a:cubicBezTo>
                  <a:pt x="129294" y="103839"/>
                  <a:pt x="111032" y="106226"/>
                  <a:pt x="93700" y="108179"/>
                </a:cubicBezTo>
                <a:cubicBezTo>
                  <a:pt x="96552" y="110629"/>
                  <a:pt x="98971" y="115280"/>
                  <a:pt x="98971" y="122566"/>
                </a:cubicBezTo>
                <a:cubicBezTo>
                  <a:pt x="98971" y="133015"/>
                  <a:pt x="98878" y="145945"/>
                  <a:pt x="98878" y="148487"/>
                </a:cubicBezTo>
                <a:cubicBezTo>
                  <a:pt x="98878" y="150502"/>
                  <a:pt x="100304" y="152952"/>
                  <a:pt x="104242" y="152239"/>
                </a:cubicBezTo>
                <a:cubicBezTo>
                  <a:pt x="135248" y="141945"/>
                  <a:pt x="156270" y="112520"/>
                  <a:pt x="156270" y="78135"/>
                </a:cubicBezTo>
                <a:cubicBezTo>
                  <a:pt x="156270" y="35130"/>
                  <a:pt x="121388" y="2480"/>
                  <a:pt x="78383" y="2480"/>
                </a:cubicBezTo>
                <a:close/>
                <a:moveTo>
                  <a:pt x="32618" y="109420"/>
                </a:moveTo>
                <a:cubicBezTo>
                  <a:pt x="32215" y="109730"/>
                  <a:pt x="32308" y="110443"/>
                  <a:pt x="32835" y="111032"/>
                </a:cubicBezTo>
                <a:cubicBezTo>
                  <a:pt x="33331" y="111528"/>
                  <a:pt x="34044" y="111745"/>
                  <a:pt x="34448" y="111342"/>
                </a:cubicBezTo>
                <a:cubicBezTo>
                  <a:pt x="34851" y="111032"/>
                  <a:pt x="34758" y="110319"/>
                  <a:pt x="34230" y="109730"/>
                </a:cubicBezTo>
                <a:cubicBezTo>
                  <a:pt x="33734" y="109234"/>
                  <a:pt x="33021" y="109017"/>
                  <a:pt x="32618" y="109420"/>
                </a:cubicBezTo>
                <a:close/>
                <a:moveTo>
                  <a:pt x="29270" y="106908"/>
                </a:moveTo>
                <a:cubicBezTo>
                  <a:pt x="29052" y="107311"/>
                  <a:pt x="29363" y="107807"/>
                  <a:pt x="29983" y="108117"/>
                </a:cubicBezTo>
                <a:cubicBezTo>
                  <a:pt x="30479" y="108427"/>
                  <a:pt x="31099" y="108334"/>
                  <a:pt x="31316" y="107900"/>
                </a:cubicBezTo>
                <a:cubicBezTo>
                  <a:pt x="31533" y="107497"/>
                  <a:pt x="31223" y="107001"/>
                  <a:pt x="30603" y="106691"/>
                </a:cubicBezTo>
                <a:cubicBezTo>
                  <a:pt x="29983" y="106505"/>
                  <a:pt x="29487" y="106598"/>
                  <a:pt x="29270" y="106908"/>
                </a:cubicBezTo>
                <a:close/>
                <a:moveTo>
                  <a:pt x="39315" y="117946"/>
                </a:moveTo>
                <a:cubicBezTo>
                  <a:pt x="38819" y="118349"/>
                  <a:pt x="39005" y="119280"/>
                  <a:pt x="39719" y="119869"/>
                </a:cubicBezTo>
                <a:cubicBezTo>
                  <a:pt x="40432" y="120582"/>
                  <a:pt x="41331" y="120675"/>
                  <a:pt x="41734" y="120179"/>
                </a:cubicBezTo>
                <a:cubicBezTo>
                  <a:pt x="42137" y="119776"/>
                  <a:pt x="41951" y="118845"/>
                  <a:pt x="41331" y="118256"/>
                </a:cubicBezTo>
                <a:cubicBezTo>
                  <a:pt x="40649" y="117543"/>
                  <a:pt x="39719" y="117450"/>
                  <a:pt x="39315" y="117946"/>
                </a:cubicBezTo>
                <a:close/>
                <a:moveTo>
                  <a:pt x="35781" y="113388"/>
                </a:moveTo>
                <a:cubicBezTo>
                  <a:pt x="35285" y="113698"/>
                  <a:pt x="35285" y="114505"/>
                  <a:pt x="35781" y="115218"/>
                </a:cubicBezTo>
                <a:cubicBezTo>
                  <a:pt x="36277" y="115931"/>
                  <a:pt x="37114" y="116241"/>
                  <a:pt x="37517" y="115931"/>
                </a:cubicBezTo>
                <a:cubicBezTo>
                  <a:pt x="38013" y="115528"/>
                  <a:pt x="38013" y="114722"/>
                  <a:pt x="37517" y="114009"/>
                </a:cubicBezTo>
                <a:cubicBezTo>
                  <a:pt x="37083" y="113295"/>
                  <a:pt x="36277" y="112985"/>
                  <a:pt x="35781" y="113388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2"/>
          <p:cNvSpPr/>
          <p:nvPr/>
        </p:nvSpPr>
        <p:spPr>
          <a:xfrm>
            <a:off x="6778625" y="1627188"/>
            <a:ext cx="135731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Repo Laravel Backend</a:t>
            </a:r>
            <a:endParaRPr b="0" i="0" sz="1600" u="none" cap="none" strike="noStrike"/>
          </a:p>
        </p:txBody>
      </p:sp>
      <p:sp>
        <p:nvSpPr>
          <p:cNvPr id="724" name="Google Shape;724;p12"/>
          <p:cNvSpPr/>
          <p:nvPr/>
        </p:nvSpPr>
        <p:spPr>
          <a:xfrm>
            <a:off x="6484938" y="1881187"/>
            <a:ext cx="515143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github.com/speaker/finance-api</a:t>
            </a:r>
            <a:endParaRPr b="0" i="0" sz="1600" u="none" cap="none" strike="noStrike"/>
          </a:p>
        </p:txBody>
      </p:sp>
      <p:sp>
        <p:nvSpPr>
          <p:cNvPr id="725" name="Google Shape;725;p12"/>
          <p:cNvSpPr/>
          <p:nvPr/>
        </p:nvSpPr>
        <p:spPr>
          <a:xfrm>
            <a:off x="6357938" y="2262188"/>
            <a:ext cx="5349875" cy="666750"/>
          </a:xfrm>
          <a:custGeom>
            <a:rect b="b" l="l" r="r" t="t"/>
            <a:pathLst>
              <a:path extrusionOk="0" h="666750" w="5349875">
                <a:moveTo>
                  <a:pt x="95252" y="0"/>
                </a:moveTo>
                <a:lnTo>
                  <a:pt x="5254623" y="0"/>
                </a:lnTo>
                <a:cubicBezTo>
                  <a:pt x="5307229" y="0"/>
                  <a:pt x="5349875" y="42646"/>
                  <a:pt x="5349875" y="95252"/>
                </a:cubicBezTo>
                <a:lnTo>
                  <a:pt x="5349875" y="571498"/>
                </a:lnTo>
                <a:cubicBezTo>
                  <a:pt x="5349875" y="624104"/>
                  <a:pt x="5307229" y="666750"/>
                  <a:pt x="5254623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12"/>
          <p:cNvSpPr/>
          <p:nvPr/>
        </p:nvSpPr>
        <p:spPr>
          <a:xfrm>
            <a:off x="6524625" y="2405063"/>
            <a:ext cx="119063" cy="158750"/>
          </a:xfrm>
          <a:custGeom>
            <a:rect b="b" l="l" r="r" t="t"/>
            <a:pathLst>
              <a:path extrusionOk="0" h="158750" w="119063">
                <a:moveTo>
                  <a:pt x="0" y="19844"/>
                </a:moveTo>
                <a:cubicBezTo>
                  <a:pt x="0" y="8899"/>
                  <a:pt x="8899" y="0"/>
                  <a:pt x="19844" y="0"/>
                </a:cubicBezTo>
                <a:lnTo>
                  <a:pt x="66198" y="0"/>
                </a:lnTo>
                <a:cubicBezTo>
                  <a:pt x="71469" y="0"/>
                  <a:pt x="76522" y="2077"/>
                  <a:pt x="80243" y="5798"/>
                </a:cubicBezTo>
                <a:lnTo>
                  <a:pt x="113264" y="38850"/>
                </a:lnTo>
                <a:cubicBezTo>
                  <a:pt x="116985" y="42571"/>
                  <a:pt x="119062" y="47625"/>
                  <a:pt x="119062" y="52896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19844"/>
                </a:lnTo>
                <a:close/>
                <a:moveTo>
                  <a:pt x="64492" y="18138"/>
                </a:moveTo>
                <a:lnTo>
                  <a:pt x="64492" y="47129"/>
                </a:lnTo>
                <a:cubicBezTo>
                  <a:pt x="64492" y="51253"/>
                  <a:pt x="67810" y="54570"/>
                  <a:pt x="71934" y="54570"/>
                </a:cubicBezTo>
                <a:lnTo>
                  <a:pt x="100924" y="54570"/>
                </a:lnTo>
                <a:lnTo>
                  <a:pt x="64492" y="18138"/>
                </a:lnTo>
                <a:close/>
                <a:moveTo>
                  <a:pt x="47811" y="91653"/>
                </a:moveTo>
                <a:cubicBezTo>
                  <a:pt x="50478" y="88522"/>
                  <a:pt x="50136" y="83840"/>
                  <a:pt x="47005" y="81173"/>
                </a:cubicBezTo>
                <a:cubicBezTo>
                  <a:pt x="43873" y="78507"/>
                  <a:pt x="39191" y="78848"/>
                  <a:pt x="36525" y="81979"/>
                </a:cubicBezTo>
                <a:lnTo>
                  <a:pt x="21642" y="99343"/>
                </a:lnTo>
                <a:cubicBezTo>
                  <a:pt x="19255" y="102133"/>
                  <a:pt x="19255" y="106226"/>
                  <a:pt x="21642" y="109017"/>
                </a:cubicBezTo>
                <a:lnTo>
                  <a:pt x="36525" y="126380"/>
                </a:lnTo>
                <a:cubicBezTo>
                  <a:pt x="39191" y="129511"/>
                  <a:pt x="43904" y="129853"/>
                  <a:pt x="47005" y="127186"/>
                </a:cubicBezTo>
                <a:cubicBezTo>
                  <a:pt x="50105" y="124520"/>
                  <a:pt x="50478" y="119807"/>
                  <a:pt x="47811" y="116706"/>
                </a:cubicBezTo>
                <a:lnTo>
                  <a:pt x="37083" y="104180"/>
                </a:lnTo>
                <a:lnTo>
                  <a:pt x="47811" y="91653"/>
                </a:lnTo>
                <a:close/>
                <a:moveTo>
                  <a:pt x="82538" y="81979"/>
                </a:moveTo>
                <a:cubicBezTo>
                  <a:pt x="79871" y="78848"/>
                  <a:pt x="75158" y="78507"/>
                  <a:pt x="72058" y="81173"/>
                </a:cubicBezTo>
                <a:cubicBezTo>
                  <a:pt x="68957" y="83840"/>
                  <a:pt x="68585" y="88553"/>
                  <a:pt x="71251" y="91653"/>
                </a:cubicBezTo>
                <a:lnTo>
                  <a:pt x="81979" y="104180"/>
                </a:lnTo>
                <a:lnTo>
                  <a:pt x="71251" y="116706"/>
                </a:lnTo>
                <a:cubicBezTo>
                  <a:pt x="68585" y="119838"/>
                  <a:pt x="68926" y="124520"/>
                  <a:pt x="72058" y="127186"/>
                </a:cubicBezTo>
                <a:cubicBezTo>
                  <a:pt x="75189" y="129853"/>
                  <a:pt x="79871" y="129511"/>
                  <a:pt x="82538" y="126380"/>
                </a:cubicBezTo>
                <a:lnTo>
                  <a:pt x="97420" y="109017"/>
                </a:lnTo>
                <a:cubicBezTo>
                  <a:pt x="99808" y="106226"/>
                  <a:pt x="99808" y="102133"/>
                  <a:pt x="97420" y="99343"/>
                </a:cubicBezTo>
                <a:lnTo>
                  <a:pt x="82538" y="81979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2"/>
          <p:cNvSpPr/>
          <p:nvPr/>
        </p:nvSpPr>
        <p:spPr>
          <a:xfrm>
            <a:off x="6778625" y="2389188"/>
            <a:ext cx="1190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Collection Postman</a:t>
            </a:r>
            <a:endParaRPr b="0" i="0" sz="1600" u="none" cap="none" strike="noStrike"/>
          </a:p>
        </p:txBody>
      </p:sp>
      <p:sp>
        <p:nvSpPr>
          <p:cNvPr id="728" name="Google Shape;728;p12"/>
          <p:cNvSpPr/>
          <p:nvPr/>
        </p:nvSpPr>
        <p:spPr>
          <a:xfrm>
            <a:off x="6484938" y="2643188"/>
            <a:ext cx="515143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File JSON untuk test API</a:t>
            </a:r>
            <a:endParaRPr b="0" i="0" sz="1600" u="none" cap="none" strike="noStrike"/>
          </a:p>
        </p:txBody>
      </p:sp>
      <p:sp>
        <p:nvSpPr>
          <p:cNvPr id="729" name="Google Shape;729;p12"/>
          <p:cNvSpPr/>
          <p:nvPr/>
        </p:nvSpPr>
        <p:spPr>
          <a:xfrm>
            <a:off x="6357938" y="3024188"/>
            <a:ext cx="5349875" cy="857250"/>
          </a:xfrm>
          <a:custGeom>
            <a:rect b="b" l="l" r="r" t="t"/>
            <a:pathLst>
              <a:path extrusionOk="0" h="857250" w="5349875">
                <a:moveTo>
                  <a:pt x="95249" y="0"/>
                </a:moveTo>
                <a:lnTo>
                  <a:pt x="5254626" y="0"/>
                </a:lnTo>
                <a:cubicBezTo>
                  <a:pt x="5307231" y="0"/>
                  <a:pt x="5349875" y="42644"/>
                  <a:pt x="5349875" y="95249"/>
                </a:cubicBezTo>
                <a:lnTo>
                  <a:pt x="5349875" y="762001"/>
                </a:lnTo>
                <a:cubicBezTo>
                  <a:pt x="5349875" y="814606"/>
                  <a:pt x="5307231" y="857250"/>
                  <a:pt x="5254626" y="857250"/>
                </a:cubicBezTo>
                <a:lnTo>
                  <a:pt x="95249" y="857250"/>
                </a:lnTo>
                <a:cubicBezTo>
                  <a:pt x="42644" y="857250"/>
                  <a:pt x="0" y="814606"/>
                  <a:pt x="0" y="762001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2"/>
          <p:cNvSpPr/>
          <p:nvPr/>
        </p:nvSpPr>
        <p:spPr>
          <a:xfrm>
            <a:off x="6514703" y="3167063"/>
            <a:ext cx="138906" cy="158750"/>
          </a:xfrm>
          <a:custGeom>
            <a:rect b="b" l="l" r="r" t="t"/>
            <a:pathLst>
              <a:path extrusionOk="0" h="158750" w="138906">
                <a:moveTo>
                  <a:pt x="119062" y="158750"/>
                </a:moveTo>
                <a:lnTo>
                  <a:pt x="29766" y="158750"/>
                </a:lnTo>
                <a:cubicBezTo>
                  <a:pt x="13333" y="158750"/>
                  <a:pt x="0" y="145417"/>
                  <a:pt x="0" y="128984"/>
                </a:cubicBezTo>
                <a:lnTo>
                  <a:pt x="0" y="29766"/>
                </a:lnTo>
                <a:cubicBezTo>
                  <a:pt x="0" y="13333"/>
                  <a:pt x="13333" y="0"/>
                  <a:pt x="29766" y="0"/>
                </a:cubicBezTo>
                <a:lnTo>
                  <a:pt x="124023" y="0"/>
                </a:lnTo>
                <a:cubicBezTo>
                  <a:pt x="132240" y="0"/>
                  <a:pt x="138906" y="6666"/>
                  <a:pt x="138906" y="14883"/>
                </a:cubicBezTo>
                <a:lnTo>
                  <a:pt x="138906" y="104180"/>
                </a:lnTo>
                <a:cubicBezTo>
                  <a:pt x="138906" y="110660"/>
                  <a:pt x="134751" y="116179"/>
                  <a:pt x="128984" y="118225"/>
                </a:cubicBezTo>
                <a:lnTo>
                  <a:pt x="128984" y="138906"/>
                </a:lnTo>
                <a:cubicBezTo>
                  <a:pt x="134472" y="138906"/>
                  <a:pt x="138906" y="143340"/>
                  <a:pt x="138906" y="148828"/>
                </a:cubicBezTo>
                <a:cubicBezTo>
                  <a:pt x="138906" y="154316"/>
                  <a:pt x="134472" y="158750"/>
                  <a:pt x="128984" y="158750"/>
                </a:cubicBezTo>
                <a:lnTo>
                  <a:pt x="119062" y="158750"/>
                </a:lnTo>
                <a:close/>
                <a:moveTo>
                  <a:pt x="29766" y="119062"/>
                </a:moveTo>
                <a:cubicBezTo>
                  <a:pt x="24278" y="119062"/>
                  <a:pt x="19844" y="123496"/>
                  <a:pt x="19844" y="128984"/>
                </a:cubicBezTo>
                <a:cubicBezTo>
                  <a:pt x="19844" y="134472"/>
                  <a:pt x="24278" y="138906"/>
                  <a:pt x="29766" y="138906"/>
                </a:cubicBezTo>
                <a:lnTo>
                  <a:pt x="109141" y="138906"/>
                </a:lnTo>
                <a:lnTo>
                  <a:pt x="109141" y="119062"/>
                </a:lnTo>
                <a:lnTo>
                  <a:pt x="29766" y="119062"/>
                </a:lnTo>
                <a:close/>
                <a:moveTo>
                  <a:pt x="39688" y="47129"/>
                </a:moveTo>
                <a:cubicBezTo>
                  <a:pt x="39688" y="51253"/>
                  <a:pt x="43005" y="54570"/>
                  <a:pt x="47129" y="54570"/>
                </a:cubicBezTo>
                <a:lnTo>
                  <a:pt x="101699" y="54570"/>
                </a:lnTo>
                <a:cubicBezTo>
                  <a:pt x="105823" y="54570"/>
                  <a:pt x="109141" y="51253"/>
                  <a:pt x="109141" y="47129"/>
                </a:cubicBezTo>
                <a:cubicBezTo>
                  <a:pt x="109141" y="43005"/>
                  <a:pt x="105823" y="39688"/>
                  <a:pt x="101699" y="39688"/>
                </a:cubicBezTo>
                <a:lnTo>
                  <a:pt x="47129" y="39688"/>
                </a:lnTo>
                <a:cubicBezTo>
                  <a:pt x="43005" y="39688"/>
                  <a:pt x="39688" y="43005"/>
                  <a:pt x="39688" y="47129"/>
                </a:cubicBezTo>
                <a:close/>
                <a:moveTo>
                  <a:pt x="47129" y="69453"/>
                </a:moveTo>
                <a:cubicBezTo>
                  <a:pt x="43005" y="69453"/>
                  <a:pt x="39688" y="72771"/>
                  <a:pt x="39688" y="76895"/>
                </a:cubicBezTo>
                <a:cubicBezTo>
                  <a:pt x="39688" y="81018"/>
                  <a:pt x="43005" y="84336"/>
                  <a:pt x="47129" y="84336"/>
                </a:cubicBezTo>
                <a:lnTo>
                  <a:pt x="101699" y="84336"/>
                </a:lnTo>
                <a:cubicBezTo>
                  <a:pt x="105823" y="84336"/>
                  <a:pt x="109141" y="81018"/>
                  <a:pt x="109141" y="76895"/>
                </a:cubicBezTo>
                <a:cubicBezTo>
                  <a:pt x="109141" y="72771"/>
                  <a:pt x="105823" y="69453"/>
                  <a:pt x="101699" y="69453"/>
                </a:cubicBezTo>
                <a:lnTo>
                  <a:pt x="47129" y="69453"/>
                </a:ln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2"/>
          <p:cNvSpPr/>
          <p:nvPr/>
        </p:nvSpPr>
        <p:spPr>
          <a:xfrm>
            <a:off x="6778625" y="3151188"/>
            <a:ext cx="825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Dokumentasi</a:t>
            </a:r>
            <a:endParaRPr b="0" i="0" sz="1600" u="none" cap="none" strike="noStrike"/>
          </a:p>
        </p:txBody>
      </p:sp>
      <p:sp>
        <p:nvSpPr>
          <p:cNvPr id="732" name="Google Shape;732;p12"/>
          <p:cNvSpPr/>
          <p:nvPr/>
        </p:nvSpPr>
        <p:spPr>
          <a:xfrm>
            <a:off x="6484938" y="3405188"/>
            <a:ext cx="515143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875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Laravel:</a:t>
            </a: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laravel.com/docs</a:t>
            </a:r>
            <a:endParaRPr b="0" i="0" sz="1600" u="none" cap="none" strike="noStrike"/>
          </a:p>
        </p:txBody>
      </p:sp>
      <p:sp>
        <p:nvSpPr>
          <p:cNvPr id="733" name="Google Shape;733;p12"/>
          <p:cNvSpPr/>
          <p:nvPr/>
        </p:nvSpPr>
        <p:spPr>
          <a:xfrm>
            <a:off x="6484938" y="3595688"/>
            <a:ext cx="515143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875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Axios:</a:t>
            </a: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axios-http.com/docs/intro</a:t>
            </a:r>
            <a:endParaRPr b="0" i="0" sz="1600" u="none" cap="none" strike="noStrike"/>
          </a:p>
        </p:txBody>
      </p:sp>
      <p:sp>
        <p:nvSpPr>
          <p:cNvPr id="734" name="Google Shape;734;p12"/>
          <p:cNvSpPr/>
          <p:nvPr/>
        </p:nvSpPr>
        <p:spPr>
          <a:xfrm>
            <a:off x="4561210" y="7874000"/>
            <a:ext cx="158750" cy="158750"/>
          </a:xfrm>
          <a:custGeom>
            <a:rect b="b" l="l" r="r" t="t"/>
            <a:pathLst>
              <a:path extrusionOk="0" h="158750" w="158750">
                <a:moveTo>
                  <a:pt x="39688" y="99219"/>
                </a:moveTo>
                <a:lnTo>
                  <a:pt x="7596" y="99219"/>
                </a:lnTo>
                <a:cubicBezTo>
                  <a:pt x="-124" y="99219"/>
                  <a:pt x="-4868" y="90816"/>
                  <a:pt x="-899" y="84181"/>
                </a:cubicBezTo>
                <a:lnTo>
                  <a:pt x="15503" y="56834"/>
                </a:lnTo>
                <a:cubicBezTo>
                  <a:pt x="18200" y="52338"/>
                  <a:pt x="23037" y="49609"/>
                  <a:pt x="28277" y="49609"/>
                </a:cubicBezTo>
                <a:lnTo>
                  <a:pt x="57733" y="49609"/>
                </a:lnTo>
                <a:cubicBezTo>
                  <a:pt x="81328" y="9643"/>
                  <a:pt x="116520" y="7627"/>
                  <a:pt x="140053" y="11069"/>
                </a:cubicBezTo>
                <a:cubicBezTo>
                  <a:pt x="144022" y="11658"/>
                  <a:pt x="147123" y="14759"/>
                  <a:pt x="147681" y="18697"/>
                </a:cubicBezTo>
                <a:cubicBezTo>
                  <a:pt x="151123" y="42230"/>
                  <a:pt x="149107" y="77422"/>
                  <a:pt x="109141" y="101017"/>
                </a:cubicBezTo>
                <a:lnTo>
                  <a:pt x="109141" y="130473"/>
                </a:lnTo>
                <a:cubicBezTo>
                  <a:pt x="109141" y="135713"/>
                  <a:pt x="106412" y="140550"/>
                  <a:pt x="101916" y="143247"/>
                </a:cubicBezTo>
                <a:lnTo>
                  <a:pt x="74569" y="159649"/>
                </a:lnTo>
                <a:cubicBezTo>
                  <a:pt x="67965" y="163618"/>
                  <a:pt x="59531" y="158843"/>
                  <a:pt x="59531" y="151154"/>
                </a:cubicBezTo>
                <a:lnTo>
                  <a:pt x="59531" y="119062"/>
                </a:lnTo>
                <a:cubicBezTo>
                  <a:pt x="59531" y="108117"/>
                  <a:pt x="50633" y="99219"/>
                  <a:pt x="39688" y="99219"/>
                </a:cubicBezTo>
                <a:lnTo>
                  <a:pt x="39656" y="99219"/>
                </a:lnTo>
                <a:close/>
                <a:moveTo>
                  <a:pt x="124023" y="49609"/>
                </a:moveTo>
                <a:cubicBezTo>
                  <a:pt x="124023" y="41395"/>
                  <a:pt x="117355" y="34727"/>
                  <a:pt x="109141" y="34727"/>
                </a:cubicBezTo>
                <a:cubicBezTo>
                  <a:pt x="100927" y="34727"/>
                  <a:pt x="94258" y="41395"/>
                  <a:pt x="94258" y="49609"/>
                </a:cubicBezTo>
                <a:cubicBezTo>
                  <a:pt x="94258" y="57823"/>
                  <a:pt x="100927" y="64492"/>
                  <a:pt x="109141" y="64492"/>
                </a:cubicBezTo>
                <a:cubicBezTo>
                  <a:pt x="117355" y="64492"/>
                  <a:pt x="124023" y="57823"/>
                  <a:pt x="124023" y="496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www.learncomputerscienceonline.com/9613dd0552f3c80cbd14ea51428977cee49443c7.jpg" id="740" name="Google Shape;740;g3ce15a3ed90_0_0"/>
          <p:cNvPicPr preferRelativeResize="0"/>
          <p:nvPr/>
        </p:nvPicPr>
        <p:blipFill rotWithShape="1">
          <a:blip r:embed="rId3">
            <a:alphaModFix amt="20000"/>
          </a:blip>
          <a:srcRect b="0" l="15936" r="15930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741" name="Google Shape;741;g3ce15a3ed90_0_0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F172A">
                  <a:alpha val="94901"/>
                </a:srgbClr>
              </a:gs>
              <a:gs pos="50000">
                <a:srgbClr val="0F172A">
                  <a:alpha val="90196"/>
                </a:srgbClr>
              </a:gs>
              <a:gs pos="100000">
                <a:srgbClr val="10B981">
                  <a:alpha val="20000"/>
                </a:srgbClr>
              </a:gs>
            </a:gsLst>
            <a:lin ang="2700006" scaled="0"/>
          </a:gradFill>
          <a:ln>
            <a:noFill/>
          </a:ln>
        </p:spPr>
      </p:sp>
      <p:sp>
        <p:nvSpPr>
          <p:cNvPr id="742" name="Google Shape;742;g3ce15a3ed90_0_0"/>
          <p:cNvSpPr/>
          <p:nvPr/>
        </p:nvSpPr>
        <p:spPr>
          <a:xfrm>
            <a:off x="317500" y="317500"/>
            <a:ext cx="11612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DAY 2 COMPLETE</a:t>
            </a:r>
            <a:endParaRPr b="0" i="0" sz="1600" u="none" cap="none" strike="noStrike"/>
          </a:p>
        </p:txBody>
      </p:sp>
      <p:sp>
        <p:nvSpPr>
          <p:cNvPr id="743" name="Google Shape;743;g3ce15a3ed90_0_0"/>
          <p:cNvSpPr/>
          <p:nvPr/>
        </p:nvSpPr>
        <p:spPr>
          <a:xfrm>
            <a:off x="317500" y="539750"/>
            <a:ext cx="117000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Ringkasan &amp; Next Steps</a:t>
            </a:r>
            <a:endParaRPr b="0" i="0" sz="1600" u="none" cap="none" strike="noStrike"/>
          </a:p>
        </p:txBody>
      </p:sp>
      <p:sp>
        <p:nvSpPr>
          <p:cNvPr id="744" name="Google Shape;744;g3ce15a3ed90_0_0"/>
          <p:cNvSpPr/>
          <p:nvPr/>
        </p:nvSpPr>
        <p:spPr>
          <a:xfrm>
            <a:off x="321469" y="1283494"/>
            <a:ext cx="5675313" cy="3817938"/>
          </a:xfrm>
          <a:custGeom>
            <a:rect b="b" l="l" r="r" t="t"/>
            <a:pathLst>
              <a:path extrusionOk="0" h="3817938" w="5675313">
                <a:moveTo>
                  <a:pt x="126985" y="0"/>
                </a:moveTo>
                <a:lnTo>
                  <a:pt x="5548328" y="0"/>
                </a:lnTo>
                <a:cubicBezTo>
                  <a:pt x="5618460" y="0"/>
                  <a:pt x="5675313" y="56853"/>
                  <a:pt x="5675313" y="126985"/>
                </a:cubicBezTo>
                <a:lnTo>
                  <a:pt x="5675313" y="3690953"/>
                </a:lnTo>
                <a:cubicBezTo>
                  <a:pt x="5675313" y="3761085"/>
                  <a:pt x="5618460" y="3817938"/>
                  <a:pt x="5548328" y="3817938"/>
                </a:cubicBezTo>
                <a:lnTo>
                  <a:pt x="126985" y="3817938"/>
                </a:lnTo>
                <a:cubicBezTo>
                  <a:pt x="56853" y="3817938"/>
                  <a:pt x="0" y="3761085"/>
                  <a:pt x="0" y="3690953"/>
                </a:cubicBezTo>
                <a:lnTo>
                  <a:pt x="0" y="126985"/>
                </a:lnTo>
                <a:cubicBezTo>
                  <a:pt x="0" y="56853"/>
                  <a:pt x="56853" y="0"/>
                  <a:pt x="126985" y="0"/>
                </a:cubicBezTo>
                <a:close/>
              </a:path>
            </a:pathLst>
          </a:custGeom>
          <a:solidFill>
            <a:srgbClr val="1E293B">
              <a:alpha val="60000"/>
            </a:srgbClr>
          </a:solidFill>
          <a:ln cap="flat" cmpd="sng" w="12700">
            <a:solidFill>
              <a:srgbClr val="3B82F6">
                <a:alpha val="3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g3ce15a3ed90_0_0"/>
          <p:cNvSpPr/>
          <p:nvPr/>
        </p:nvSpPr>
        <p:spPr>
          <a:xfrm>
            <a:off x="504031" y="1562100"/>
            <a:ext cx="142875" cy="142875"/>
          </a:xfrm>
          <a:custGeom>
            <a:rect b="b" l="l" r="r" t="t"/>
            <a:pathLst>
              <a:path extrusionOk="0" h="142875" w="142875">
                <a:moveTo>
                  <a:pt x="62480" y="8930"/>
                </a:moveTo>
                <a:lnTo>
                  <a:pt x="41216" y="8930"/>
                </a:lnTo>
                <a:cubicBezTo>
                  <a:pt x="33012" y="8930"/>
                  <a:pt x="25840" y="14539"/>
                  <a:pt x="23887" y="22492"/>
                </a:cubicBezTo>
                <a:lnTo>
                  <a:pt x="391" y="117342"/>
                </a:lnTo>
                <a:cubicBezTo>
                  <a:pt x="-1702" y="125769"/>
                  <a:pt x="4688" y="133945"/>
                  <a:pt x="13395" y="133945"/>
                </a:cubicBezTo>
                <a:lnTo>
                  <a:pt x="62480" y="133945"/>
                </a:lnTo>
                <a:lnTo>
                  <a:pt x="62480" y="116086"/>
                </a:lnTo>
                <a:cubicBezTo>
                  <a:pt x="62480" y="111147"/>
                  <a:pt x="66470" y="107156"/>
                  <a:pt x="71410" y="107156"/>
                </a:cubicBezTo>
                <a:cubicBezTo>
                  <a:pt x="76349" y="107156"/>
                  <a:pt x="80339" y="111147"/>
                  <a:pt x="80339" y="116086"/>
                </a:cubicBezTo>
                <a:lnTo>
                  <a:pt x="80339" y="133945"/>
                </a:lnTo>
                <a:lnTo>
                  <a:pt x="129480" y="133945"/>
                </a:lnTo>
                <a:cubicBezTo>
                  <a:pt x="138187" y="133945"/>
                  <a:pt x="144577" y="125769"/>
                  <a:pt x="142484" y="117342"/>
                </a:cubicBezTo>
                <a:lnTo>
                  <a:pt x="119016" y="22492"/>
                </a:lnTo>
                <a:cubicBezTo>
                  <a:pt x="117035" y="14539"/>
                  <a:pt x="109891" y="8930"/>
                  <a:pt x="101659" y="8930"/>
                </a:cubicBezTo>
                <a:lnTo>
                  <a:pt x="80339" y="8930"/>
                </a:lnTo>
                <a:lnTo>
                  <a:pt x="80339" y="26789"/>
                </a:lnTo>
                <a:cubicBezTo>
                  <a:pt x="80339" y="31728"/>
                  <a:pt x="76349" y="35719"/>
                  <a:pt x="71410" y="35719"/>
                </a:cubicBezTo>
                <a:cubicBezTo>
                  <a:pt x="66470" y="35719"/>
                  <a:pt x="62480" y="31728"/>
                  <a:pt x="62480" y="26789"/>
                </a:cubicBezTo>
                <a:lnTo>
                  <a:pt x="62480" y="8930"/>
                </a:lnTo>
                <a:close/>
                <a:moveTo>
                  <a:pt x="80339" y="62508"/>
                </a:moveTo>
                <a:lnTo>
                  <a:pt x="80339" y="80367"/>
                </a:lnTo>
                <a:cubicBezTo>
                  <a:pt x="80339" y="85306"/>
                  <a:pt x="76349" y="89297"/>
                  <a:pt x="71410" y="89297"/>
                </a:cubicBezTo>
                <a:cubicBezTo>
                  <a:pt x="66470" y="89297"/>
                  <a:pt x="62480" y="85306"/>
                  <a:pt x="62480" y="80367"/>
                </a:cubicBezTo>
                <a:lnTo>
                  <a:pt x="62480" y="62508"/>
                </a:lnTo>
                <a:cubicBezTo>
                  <a:pt x="62480" y="57569"/>
                  <a:pt x="66470" y="53578"/>
                  <a:pt x="71410" y="53578"/>
                </a:cubicBezTo>
                <a:cubicBezTo>
                  <a:pt x="76349" y="53578"/>
                  <a:pt x="80339" y="57569"/>
                  <a:pt x="80339" y="62508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g3ce15a3ed90_0_0"/>
          <p:cNvSpPr/>
          <p:nvPr/>
        </p:nvSpPr>
        <p:spPr>
          <a:xfrm>
            <a:off x="666750" y="1522413"/>
            <a:ext cx="52389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Peta Jalan Peserta</a:t>
            </a:r>
            <a:endParaRPr b="0" i="0" sz="1600" u="none" cap="none" strike="noStrike"/>
          </a:p>
        </p:txBody>
      </p:sp>
      <p:sp>
        <p:nvSpPr>
          <p:cNvPr id="747" name="Google Shape;747;g3ce15a3ed90_0_0"/>
          <p:cNvSpPr/>
          <p:nvPr/>
        </p:nvSpPr>
        <p:spPr>
          <a:xfrm>
            <a:off x="500063" y="1795463"/>
            <a:ext cx="5334000" cy="1047750"/>
          </a:xfrm>
          <a:custGeom>
            <a:rect b="b" l="l" r="r" t="t"/>
            <a:pathLst>
              <a:path extrusionOk="0" h="1047750" w="5334000">
                <a:moveTo>
                  <a:pt x="31750" y="0"/>
                </a:moveTo>
                <a:lnTo>
                  <a:pt x="5238749" y="0"/>
                </a:lnTo>
                <a:cubicBezTo>
                  <a:pt x="5291355" y="0"/>
                  <a:pt x="5334000" y="42645"/>
                  <a:pt x="5334000" y="95251"/>
                </a:cubicBezTo>
                <a:lnTo>
                  <a:pt x="5334000" y="952499"/>
                </a:lnTo>
                <a:cubicBezTo>
                  <a:pt x="5334000" y="1005105"/>
                  <a:pt x="5291355" y="1047750"/>
                  <a:pt x="5238749" y="1047750"/>
                </a:cubicBezTo>
                <a:lnTo>
                  <a:pt x="31750" y="1047750"/>
                </a:lnTo>
                <a:cubicBezTo>
                  <a:pt x="14215" y="1047750"/>
                  <a:pt x="0" y="1033535"/>
                  <a:pt x="0" y="1016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g3ce15a3ed90_0_0"/>
          <p:cNvSpPr/>
          <p:nvPr/>
        </p:nvSpPr>
        <p:spPr>
          <a:xfrm>
            <a:off x="500063" y="1795463"/>
            <a:ext cx="31750" cy="1047750"/>
          </a:xfrm>
          <a:custGeom>
            <a:rect b="b" l="l" r="r" t="t"/>
            <a:pathLst>
              <a:path extrusionOk="0" h="1047750" w="31750">
                <a:moveTo>
                  <a:pt x="31750" y="0"/>
                </a:moveTo>
                <a:lnTo>
                  <a:pt x="31750" y="0"/>
                </a:lnTo>
                <a:lnTo>
                  <a:pt x="31750" y="1047750"/>
                </a:lnTo>
                <a:lnTo>
                  <a:pt x="31750" y="1047750"/>
                </a:lnTo>
                <a:cubicBezTo>
                  <a:pt x="14227" y="1047750"/>
                  <a:pt x="0" y="1033523"/>
                  <a:pt x="0" y="1016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g3ce15a3ed90_0_0"/>
          <p:cNvSpPr/>
          <p:nvPr/>
        </p:nvSpPr>
        <p:spPr>
          <a:xfrm>
            <a:off x="666750" y="2030413"/>
            <a:ext cx="111125" cy="127000"/>
          </a:xfrm>
          <a:custGeom>
            <a:rect b="b" l="l" r="r" t="t"/>
            <a:pathLst>
              <a:path extrusionOk="0" h="127000" w="111125">
                <a:moveTo>
                  <a:pt x="31750" y="0"/>
                </a:moveTo>
                <a:cubicBezTo>
                  <a:pt x="36140" y="0"/>
                  <a:pt x="39688" y="3547"/>
                  <a:pt x="39688" y="7938"/>
                </a:cubicBezTo>
                <a:lnTo>
                  <a:pt x="39688" y="15875"/>
                </a:lnTo>
                <a:lnTo>
                  <a:pt x="71438" y="15875"/>
                </a:lnTo>
                <a:lnTo>
                  <a:pt x="71438" y="7938"/>
                </a:lnTo>
                <a:cubicBezTo>
                  <a:pt x="71438" y="3547"/>
                  <a:pt x="74985" y="0"/>
                  <a:pt x="79375" y="0"/>
                </a:cubicBezTo>
                <a:cubicBezTo>
                  <a:pt x="83765" y="0"/>
                  <a:pt x="87313" y="3547"/>
                  <a:pt x="87313" y="7938"/>
                </a:cubicBezTo>
                <a:lnTo>
                  <a:pt x="87313" y="15875"/>
                </a:lnTo>
                <a:lnTo>
                  <a:pt x="95250" y="15875"/>
                </a:lnTo>
                <a:cubicBezTo>
                  <a:pt x="104006" y="15875"/>
                  <a:pt x="111125" y="22994"/>
                  <a:pt x="111125" y="31750"/>
                </a:cubicBezTo>
                <a:lnTo>
                  <a:pt x="111125" y="103188"/>
                </a:lnTo>
                <a:cubicBezTo>
                  <a:pt x="111125" y="111944"/>
                  <a:pt x="104006" y="119063"/>
                  <a:pt x="95250" y="119063"/>
                </a:cubicBezTo>
                <a:lnTo>
                  <a:pt x="15875" y="119063"/>
                </a:lnTo>
                <a:cubicBezTo>
                  <a:pt x="7119" y="119063"/>
                  <a:pt x="0" y="111944"/>
                  <a:pt x="0" y="103188"/>
                </a:cubicBezTo>
                <a:lnTo>
                  <a:pt x="0" y="31750"/>
                </a:lnTo>
                <a:cubicBezTo>
                  <a:pt x="0" y="22994"/>
                  <a:pt x="7119" y="15875"/>
                  <a:pt x="15875" y="15875"/>
                </a:cubicBezTo>
                <a:lnTo>
                  <a:pt x="23812" y="15875"/>
                </a:lnTo>
                <a:lnTo>
                  <a:pt x="23812" y="7938"/>
                </a:lnTo>
                <a:cubicBezTo>
                  <a:pt x="23812" y="3547"/>
                  <a:pt x="27360" y="0"/>
                  <a:pt x="31750" y="0"/>
                </a:cubicBezTo>
                <a:close/>
                <a:moveTo>
                  <a:pt x="31750" y="63500"/>
                </a:moveTo>
                <a:cubicBezTo>
                  <a:pt x="27360" y="63500"/>
                  <a:pt x="23812" y="67047"/>
                  <a:pt x="23812" y="71438"/>
                </a:cubicBezTo>
                <a:lnTo>
                  <a:pt x="23812" y="87313"/>
                </a:lnTo>
                <a:cubicBezTo>
                  <a:pt x="23812" y="91703"/>
                  <a:pt x="27360" y="95250"/>
                  <a:pt x="31750" y="95250"/>
                </a:cubicBezTo>
                <a:lnTo>
                  <a:pt x="79375" y="95250"/>
                </a:lnTo>
                <a:cubicBezTo>
                  <a:pt x="83765" y="95250"/>
                  <a:pt x="87313" y="91703"/>
                  <a:pt x="87313" y="87313"/>
                </a:cubicBezTo>
                <a:lnTo>
                  <a:pt x="87313" y="71438"/>
                </a:lnTo>
                <a:cubicBezTo>
                  <a:pt x="87313" y="67047"/>
                  <a:pt x="83765" y="63500"/>
                  <a:pt x="79375" y="63500"/>
                </a:cubicBezTo>
                <a:lnTo>
                  <a:pt x="31750" y="63500"/>
                </a:ln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g3ce15a3ed90_0_0"/>
          <p:cNvSpPr/>
          <p:nvPr/>
        </p:nvSpPr>
        <p:spPr>
          <a:xfrm>
            <a:off x="865188" y="1998663"/>
            <a:ext cx="920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Minggu Depan</a:t>
            </a:r>
            <a:endParaRPr b="0" i="0" sz="1600" u="none" cap="none" strike="noStrike"/>
          </a:p>
        </p:txBody>
      </p:sp>
      <p:sp>
        <p:nvSpPr>
          <p:cNvPr id="751" name="Google Shape;751;g3ce15a3ed90_0_0"/>
          <p:cNvSpPr/>
          <p:nvPr/>
        </p:nvSpPr>
        <p:spPr>
          <a:xfrm>
            <a:off x="833438" y="2252663"/>
            <a:ext cx="4929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Deploy Laravel ke hosting (000webhost/Heroku)</a:t>
            </a:r>
            <a:endParaRPr b="0" i="0" sz="1600" u="none" cap="none" strike="noStrike"/>
          </a:p>
        </p:txBody>
      </p:sp>
      <p:sp>
        <p:nvSpPr>
          <p:cNvPr id="752" name="Google Shape;752;g3ce15a3ed90_0_0"/>
          <p:cNvSpPr/>
          <p:nvPr/>
        </p:nvSpPr>
        <p:spPr>
          <a:xfrm>
            <a:off x="833438" y="2443163"/>
            <a:ext cx="4929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Deploy React ke Vercel/Netlify</a:t>
            </a:r>
            <a:endParaRPr b="0" i="0" sz="1600" u="none" cap="none" strike="noStrike"/>
          </a:p>
        </p:txBody>
      </p:sp>
      <p:sp>
        <p:nvSpPr>
          <p:cNvPr id="753" name="Google Shape;753;g3ce15a3ed90_0_0"/>
          <p:cNvSpPr/>
          <p:nvPr/>
        </p:nvSpPr>
        <p:spPr>
          <a:xfrm>
            <a:off x="833438" y="2633663"/>
            <a:ext cx="4929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Aplikasi online 24 jam!</a:t>
            </a:r>
            <a:endParaRPr b="0" i="0" sz="1600" u="none" cap="none" strike="noStrike"/>
          </a:p>
        </p:txBody>
      </p:sp>
      <p:sp>
        <p:nvSpPr>
          <p:cNvPr id="754" name="Google Shape;754;g3ce15a3ed90_0_0"/>
          <p:cNvSpPr/>
          <p:nvPr/>
        </p:nvSpPr>
        <p:spPr>
          <a:xfrm>
            <a:off x="500063" y="2938463"/>
            <a:ext cx="5334000" cy="1047750"/>
          </a:xfrm>
          <a:custGeom>
            <a:rect b="b" l="l" r="r" t="t"/>
            <a:pathLst>
              <a:path extrusionOk="0" h="1047750" w="5334000">
                <a:moveTo>
                  <a:pt x="31750" y="0"/>
                </a:moveTo>
                <a:lnTo>
                  <a:pt x="5238749" y="0"/>
                </a:lnTo>
                <a:cubicBezTo>
                  <a:pt x="5291355" y="0"/>
                  <a:pt x="5334000" y="42645"/>
                  <a:pt x="5334000" y="95251"/>
                </a:cubicBezTo>
                <a:lnTo>
                  <a:pt x="5334000" y="952499"/>
                </a:lnTo>
                <a:cubicBezTo>
                  <a:pt x="5334000" y="1005105"/>
                  <a:pt x="5291355" y="1047750"/>
                  <a:pt x="5238749" y="1047750"/>
                </a:cubicBezTo>
                <a:lnTo>
                  <a:pt x="31750" y="1047750"/>
                </a:lnTo>
                <a:cubicBezTo>
                  <a:pt x="14215" y="1047750"/>
                  <a:pt x="0" y="1033535"/>
                  <a:pt x="0" y="1016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g3ce15a3ed90_0_0"/>
          <p:cNvSpPr/>
          <p:nvPr/>
        </p:nvSpPr>
        <p:spPr>
          <a:xfrm>
            <a:off x="500063" y="2938463"/>
            <a:ext cx="31750" cy="1047750"/>
          </a:xfrm>
          <a:custGeom>
            <a:rect b="b" l="l" r="r" t="t"/>
            <a:pathLst>
              <a:path extrusionOk="0" h="1047750" w="31750">
                <a:moveTo>
                  <a:pt x="31750" y="0"/>
                </a:moveTo>
                <a:lnTo>
                  <a:pt x="31750" y="0"/>
                </a:lnTo>
                <a:lnTo>
                  <a:pt x="31750" y="1047750"/>
                </a:lnTo>
                <a:lnTo>
                  <a:pt x="31750" y="1047750"/>
                </a:lnTo>
                <a:cubicBezTo>
                  <a:pt x="14227" y="1047750"/>
                  <a:pt x="0" y="1033523"/>
                  <a:pt x="0" y="1016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g3ce15a3ed90_0_0"/>
          <p:cNvSpPr/>
          <p:nvPr/>
        </p:nvSpPr>
        <p:spPr>
          <a:xfrm>
            <a:off x="666750" y="3173413"/>
            <a:ext cx="111125" cy="127000"/>
          </a:xfrm>
          <a:custGeom>
            <a:rect b="b" l="l" r="r" t="t"/>
            <a:pathLst>
              <a:path extrusionOk="0" h="127000" w="111125">
                <a:moveTo>
                  <a:pt x="31750" y="0"/>
                </a:moveTo>
                <a:cubicBezTo>
                  <a:pt x="36140" y="0"/>
                  <a:pt x="39688" y="3547"/>
                  <a:pt x="39688" y="7938"/>
                </a:cubicBezTo>
                <a:lnTo>
                  <a:pt x="39688" y="15875"/>
                </a:lnTo>
                <a:lnTo>
                  <a:pt x="71438" y="15875"/>
                </a:lnTo>
                <a:lnTo>
                  <a:pt x="71438" y="7938"/>
                </a:lnTo>
                <a:cubicBezTo>
                  <a:pt x="71438" y="3547"/>
                  <a:pt x="74985" y="0"/>
                  <a:pt x="79375" y="0"/>
                </a:cubicBezTo>
                <a:cubicBezTo>
                  <a:pt x="83765" y="0"/>
                  <a:pt x="87313" y="3547"/>
                  <a:pt x="87313" y="7938"/>
                </a:cubicBezTo>
                <a:lnTo>
                  <a:pt x="87313" y="15875"/>
                </a:lnTo>
                <a:lnTo>
                  <a:pt x="95250" y="15875"/>
                </a:lnTo>
                <a:cubicBezTo>
                  <a:pt x="104006" y="15875"/>
                  <a:pt x="111125" y="22994"/>
                  <a:pt x="111125" y="31750"/>
                </a:cubicBezTo>
                <a:lnTo>
                  <a:pt x="111125" y="103188"/>
                </a:lnTo>
                <a:cubicBezTo>
                  <a:pt x="111125" y="111944"/>
                  <a:pt x="104006" y="119063"/>
                  <a:pt x="95250" y="119063"/>
                </a:cubicBezTo>
                <a:lnTo>
                  <a:pt x="15875" y="119063"/>
                </a:lnTo>
                <a:cubicBezTo>
                  <a:pt x="7119" y="119063"/>
                  <a:pt x="0" y="111944"/>
                  <a:pt x="0" y="103188"/>
                </a:cubicBezTo>
                <a:lnTo>
                  <a:pt x="0" y="31750"/>
                </a:lnTo>
                <a:cubicBezTo>
                  <a:pt x="0" y="22994"/>
                  <a:pt x="7119" y="15875"/>
                  <a:pt x="15875" y="15875"/>
                </a:cubicBezTo>
                <a:lnTo>
                  <a:pt x="23812" y="15875"/>
                </a:lnTo>
                <a:lnTo>
                  <a:pt x="23812" y="7938"/>
                </a:lnTo>
                <a:cubicBezTo>
                  <a:pt x="23812" y="3547"/>
                  <a:pt x="27360" y="0"/>
                  <a:pt x="31750" y="0"/>
                </a:cubicBezTo>
                <a:close/>
                <a:moveTo>
                  <a:pt x="15875" y="59531"/>
                </a:moveTo>
                <a:lnTo>
                  <a:pt x="15875" y="67469"/>
                </a:lnTo>
                <a:cubicBezTo>
                  <a:pt x="15875" y="69652"/>
                  <a:pt x="17661" y="71438"/>
                  <a:pt x="19844" y="71438"/>
                </a:cubicBezTo>
                <a:lnTo>
                  <a:pt x="27781" y="71438"/>
                </a:lnTo>
                <a:cubicBezTo>
                  <a:pt x="29964" y="71438"/>
                  <a:pt x="31750" y="69652"/>
                  <a:pt x="31750" y="67469"/>
                </a:cubicBezTo>
                <a:lnTo>
                  <a:pt x="31750" y="59531"/>
                </a:lnTo>
                <a:cubicBezTo>
                  <a:pt x="31750" y="57348"/>
                  <a:pt x="29964" y="55563"/>
                  <a:pt x="27781" y="55563"/>
                </a:cubicBezTo>
                <a:lnTo>
                  <a:pt x="19844" y="55563"/>
                </a:lnTo>
                <a:cubicBezTo>
                  <a:pt x="17661" y="55563"/>
                  <a:pt x="15875" y="57348"/>
                  <a:pt x="15875" y="59531"/>
                </a:cubicBezTo>
                <a:close/>
                <a:moveTo>
                  <a:pt x="47625" y="59531"/>
                </a:moveTo>
                <a:lnTo>
                  <a:pt x="47625" y="67469"/>
                </a:lnTo>
                <a:cubicBezTo>
                  <a:pt x="47625" y="69652"/>
                  <a:pt x="49411" y="71438"/>
                  <a:pt x="51594" y="71438"/>
                </a:cubicBezTo>
                <a:lnTo>
                  <a:pt x="59531" y="71438"/>
                </a:lnTo>
                <a:cubicBezTo>
                  <a:pt x="61714" y="71438"/>
                  <a:pt x="63500" y="69652"/>
                  <a:pt x="63500" y="67469"/>
                </a:cubicBezTo>
                <a:lnTo>
                  <a:pt x="63500" y="59531"/>
                </a:lnTo>
                <a:cubicBezTo>
                  <a:pt x="63500" y="57348"/>
                  <a:pt x="61714" y="55563"/>
                  <a:pt x="59531" y="55563"/>
                </a:cubicBezTo>
                <a:lnTo>
                  <a:pt x="51594" y="55563"/>
                </a:lnTo>
                <a:cubicBezTo>
                  <a:pt x="49411" y="55563"/>
                  <a:pt x="47625" y="57348"/>
                  <a:pt x="47625" y="59531"/>
                </a:cubicBezTo>
                <a:close/>
                <a:moveTo>
                  <a:pt x="83344" y="55563"/>
                </a:moveTo>
                <a:cubicBezTo>
                  <a:pt x="81161" y="55563"/>
                  <a:pt x="79375" y="57348"/>
                  <a:pt x="79375" y="59531"/>
                </a:cubicBezTo>
                <a:lnTo>
                  <a:pt x="79375" y="67469"/>
                </a:lnTo>
                <a:cubicBezTo>
                  <a:pt x="79375" y="69652"/>
                  <a:pt x="81161" y="71438"/>
                  <a:pt x="83344" y="71438"/>
                </a:cubicBezTo>
                <a:lnTo>
                  <a:pt x="91281" y="71438"/>
                </a:lnTo>
                <a:cubicBezTo>
                  <a:pt x="93464" y="71438"/>
                  <a:pt x="95250" y="69652"/>
                  <a:pt x="95250" y="67469"/>
                </a:cubicBezTo>
                <a:lnTo>
                  <a:pt x="95250" y="59531"/>
                </a:lnTo>
                <a:cubicBezTo>
                  <a:pt x="95250" y="57348"/>
                  <a:pt x="93464" y="55563"/>
                  <a:pt x="91281" y="55563"/>
                </a:cubicBezTo>
                <a:lnTo>
                  <a:pt x="83344" y="55563"/>
                </a:lnTo>
                <a:close/>
                <a:moveTo>
                  <a:pt x="15875" y="91281"/>
                </a:moveTo>
                <a:lnTo>
                  <a:pt x="15875" y="99219"/>
                </a:lnTo>
                <a:cubicBezTo>
                  <a:pt x="15875" y="101402"/>
                  <a:pt x="17661" y="103188"/>
                  <a:pt x="19844" y="103188"/>
                </a:cubicBezTo>
                <a:lnTo>
                  <a:pt x="27781" y="103188"/>
                </a:lnTo>
                <a:cubicBezTo>
                  <a:pt x="29964" y="103188"/>
                  <a:pt x="31750" y="101402"/>
                  <a:pt x="31750" y="99219"/>
                </a:cubicBezTo>
                <a:lnTo>
                  <a:pt x="31750" y="91281"/>
                </a:lnTo>
                <a:cubicBezTo>
                  <a:pt x="31750" y="89098"/>
                  <a:pt x="29964" y="87313"/>
                  <a:pt x="27781" y="87313"/>
                </a:cubicBezTo>
                <a:lnTo>
                  <a:pt x="19844" y="87313"/>
                </a:lnTo>
                <a:cubicBezTo>
                  <a:pt x="17661" y="87313"/>
                  <a:pt x="15875" y="89098"/>
                  <a:pt x="15875" y="91281"/>
                </a:cubicBezTo>
                <a:close/>
                <a:moveTo>
                  <a:pt x="51594" y="87313"/>
                </a:moveTo>
                <a:cubicBezTo>
                  <a:pt x="49411" y="87313"/>
                  <a:pt x="47625" y="89098"/>
                  <a:pt x="47625" y="91281"/>
                </a:cubicBezTo>
                <a:lnTo>
                  <a:pt x="47625" y="99219"/>
                </a:lnTo>
                <a:cubicBezTo>
                  <a:pt x="47625" y="101402"/>
                  <a:pt x="49411" y="103188"/>
                  <a:pt x="51594" y="103188"/>
                </a:cubicBezTo>
                <a:lnTo>
                  <a:pt x="59531" y="103188"/>
                </a:lnTo>
                <a:cubicBezTo>
                  <a:pt x="61714" y="103188"/>
                  <a:pt x="63500" y="101402"/>
                  <a:pt x="63500" y="99219"/>
                </a:cubicBezTo>
                <a:lnTo>
                  <a:pt x="63500" y="91281"/>
                </a:lnTo>
                <a:cubicBezTo>
                  <a:pt x="63500" y="89098"/>
                  <a:pt x="61714" y="87313"/>
                  <a:pt x="59531" y="87313"/>
                </a:cubicBezTo>
                <a:lnTo>
                  <a:pt x="51594" y="87313"/>
                </a:lnTo>
                <a:close/>
                <a:moveTo>
                  <a:pt x="79375" y="91281"/>
                </a:moveTo>
                <a:lnTo>
                  <a:pt x="79375" y="99219"/>
                </a:lnTo>
                <a:cubicBezTo>
                  <a:pt x="79375" y="101402"/>
                  <a:pt x="81161" y="103188"/>
                  <a:pt x="83344" y="103188"/>
                </a:cubicBezTo>
                <a:lnTo>
                  <a:pt x="91281" y="103188"/>
                </a:lnTo>
                <a:cubicBezTo>
                  <a:pt x="93464" y="103188"/>
                  <a:pt x="95250" y="101402"/>
                  <a:pt x="95250" y="99219"/>
                </a:cubicBezTo>
                <a:lnTo>
                  <a:pt x="95250" y="91281"/>
                </a:lnTo>
                <a:cubicBezTo>
                  <a:pt x="95250" y="89098"/>
                  <a:pt x="93464" y="87313"/>
                  <a:pt x="91281" y="87313"/>
                </a:cubicBezTo>
                <a:lnTo>
                  <a:pt x="83344" y="87313"/>
                </a:lnTo>
                <a:cubicBezTo>
                  <a:pt x="81161" y="87313"/>
                  <a:pt x="79375" y="89098"/>
                  <a:pt x="79375" y="91281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g3ce15a3ed90_0_0"/>
          <p:cNvSpPr/>
          <p:nvPr/>
        </p:nvSpPr>
        <p:spPr>
          <a:xfrm>
            <a:off x="865188" y="3141663"/>
            <a:ext cx="80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Bulan Depan</a:t>
            </a:r>
            <a:endParaRPr b="0" i="0" sz="1600" u="none" cap="none" strike="noStrike"/>
          </a:p>
        </p:txBody>
      </p:sp>
      <p:sp>
        <p:nvSpPr>
          <p:cNvPr id="758" name="Google Shape;758;g3ce15a3ed90_0_0"/>
          <p:cNvSpPr/>
          <p:nvPr/>
        </p:nvSpPr>
        <p:spPr>
          <a:xfrm>
            <a:off x="833438" y="3395663"/>
            <a:ext cx="4929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Tambah fitur Edit/Delete (PUT/DELETE API)</a:t>
            </a:r>
            <a:endParaRPr b="0" i="0" sz="1600" u="none" cap="none" strike="noStrike"/>
          </a:p>
        </p:txBody>
      </p:sp>
      <p:sp>
        <p:nvSpPr>
          <p:cNvPr id="759" name="Google Shape;759;g3ce15a3ed90_0_0"/>
          <p:cNvSpPr/>
          <p:nvPr/>
        </p:nvSpPr>
        <p:spPr>
          <a:xfrm>
            <a:off x="833438" y="3586163"/>
            <a:ext cx="4929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Autentikasi login lengkap</a:t>
            </a:r>
            <a:endParaRPr b="0" i="0" sz="1600" u="none" cap="none" strike="noStrike"/>
          </a:p>
        </p:txBody>
      </p:sp>
      <p:sp>
        <p:nvSpPr>
          <p:cNvPr id="760" name="Google Shape;760;g3ce15a3ed90_0_0"/>
          <p:cNvSpPr/>
          <p:nvPr/>
        </p:nvSpPr>
        <p:spPr>
          <a:xfrm>
            <a:off x="833438" y="3776663"/>
            <a:ext cx="4929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Export PDF laporan keuangan</a:t>
            </a:r>
            <a:endParaRPr b="0" i="0" sz="1600" u="none" cap="none" strike="noStrike"/>
          </a:p>
        </p:txBody>
      </p:sp>
      <p:sp>
        <p:nvSpPr>
          <p:cNvPr id="761" name="Google Shape;761;g3ce15a3ed90_0_0"/>
          <p:cNvSpPr/>
          <p:nvPr/>
        </p:nvSpPr>
        <p:spPr>
          <a:xfrm>
            <a:off x="500063" y="4081463"/>
            <a:ext cx="5334000" cy="857250"/>
          </a:xfrm>
          <a:custGeom>
            <a:rect b="b" l="l" r="r" t="t"/>
            <a:pathLst>
              <a:path extrusionOk="0" h="857250" w="5334000">
                <a:moveTo>
                  <a:pt x="31750" y="0"/>
                </a:moveTo>
                <a:lnTo>
                  <a:pt x="5238751" y="0"/>
                </a:lnTo>
                <a:cubicBezTo>
                  <a:pt x="5291356" y="0"/>
                  <a:pt x="5334000" y="42644"/>
                  <a:pt x="5334000" y="95249"/>
                </a:cubicBezTo>
                <a:lnTo>
                  <a:pt x="5334000" y="762001"/>
                </a:lnTo>
                <a:cubicBezTo>
                  <a:pt x="5334000" y="814606"/>
                  <a:pt x="5291356" y="857250"/>
                  <a:pt x="5238751" y="857250"/>
                </a:cubicBezTo>
                <a:lnTo>
                  <a:pt x="31750" y="857250"/>
                </a:lnTo>
                <a:cubicBezTo>
                  <a:pt x="14215" y="857250"/>
                  <a:pt x="0" y="843035"/>
                  <a:pt x="0" y="82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g3ce15a3ed90_0_0"/>
          <p:cNvSpPr/>
          <p:nvPr/>
        </p:nvSpPr>
        <p:spPr>
          <a:xfrm>
            <a:off x="500063" y="4081463"/>
            <a:ext cx="31750" cy="857250"/>
          </a:xfrm>
          <a:custGeom>
            <a:rect b="b" l="l" r="r" t="t"/>
            <a:pathLst>
              <a:path extrusionOk="0" h="857250" w="31750">
                <a:moveTo>
                  <a:pt x="31750" y="0"/>
                </a:moveTo>
                <a:lnTo>
                  <a:pt x="31750" y="0"/>
                </a:lnTo>
                <a:lnTo>
                  <a:pt x="31750" y="857250"/>
                </a:lnTo>
                <a:lnTo>
                  <a:pt x="31750" y="857250"/>
                </a:lnTo>
                <a:cubicBezTo>
                  <a:pt x="14227" y="857250"/>
                  <a:pt x="0" y="843023"/>
                  <a:pt x="0" y="82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g3ce15a3ed90_0_0"/>
          <p:cNvSpPr/>
          <p:nvPr/>
        </p:nvSpPr>
        <p:spPr>
          <a:xfrm>
            <a:off x="658813" y="4316413"/>
            <a:ext cx="127000" cy="127000"/>
          </a:xfrm>
          <a:custGeom>
            <a:rect b="b" l="l" r="r" t="t"/>
            <a:pathLst>
              <a:path extrusionOk="0" h="127000" w="127000">
                <a:moveTo>
                  <a:pt x="49609" y="11906"/>
                </a:moveTo>
                <a:lnTo>
                  <a:pt x="77391" y="11906"/>
                </a:lnTo>
                <a:cubicBezTo>
                  <a:pt x="78482" y="11906"/>
                  <a:pt x="79375" y="12799"/>
                  <a:pt x="79375" y="13891"/>
                </a:cubicBezTo>
                <a:lnTo>
                  <a:pt x="79375" y="23812"/>
                </a:lnTo>
                <a:lnTo>
                  <a:pt x="47625" y="23812"/>
                </a:lnTo>
                <a:lnTo>
                  <a:pt x="47625" y="13891"/>
                </a:lnTo>
                <a:cubicBezTo>
                  <a:pt x="47625" y="12799"/>
                  <a:pt x="48518" y="11906"/>
                  <a:pt x="49609" y="11906"/>
                </a:cubicBezTo>
                <a:close/>
                <a:moveTo>
                  <a:pt x="35719" y="13891"/>
                </a:moveTo>
                <a:lnTo>
                  <a:pt x="35719" y="23812"/>
                </a:lnTo>
                <a:lnTo>
                  <a:pt x="15875" y="23812"/>
                </a:lnTo>
                <a:cubicBezTo>
                  <a:pt x="7119" y="23812"/>
                  <a:pt x="0" y="30931"/>
                  <a:pt x="0" y="39688"/>
                </a:cubicBezTo>
                <a:lnTo>
                  <a:pt x="0" y="63500"/>
                </a:lnTo>
                <a:lnTo>
                  <a:pt x="127000" y="63500"/>
                </a:lnTo>
                <a:lnTo>
                  <a:pt x="127000" y="39688"/>
                </a:lnTo>
                <a:cubicBezTo>
                  <a:pt x="127000" y="30931"/>
                  <a:pt x="119881" y="23812"/>
                  <a:pt x="111125" y="23812"/>
                </a:cubicBezTo>
                <a:lnTo>
                  <a:pt x="91281" y="23812"/>
                </a:lnTo>
                <a:lnTo>
                  <a:pt x="91281" y="13891"/>
                </a:lnTo>
                <a:cubicBezTo>
                  <a:pt x="91281" y="6226"/>
                  <a:pt x="85055" y="0"/>
                  <a:pt x="77391" y="0"/>
                </a:cubicBezTo>
                <a:lnTo>
                  <a:pt x="49609" y="0"/>
                </a:lnTo>
                <a:cubicBezTo>
                  <a:pt x="41945" y="0"/>
                  <a:pt x="35719" y="6226"/>
                  <a:pt x="35719" y="13891"/>
                </a:cubicBezTo>
                <a:close/>
                <a:moveTo>
                  <a:pt x="127000" y="75406"/>
                </a:moveTo>
                <a:lnTo>
                  <a:pt x="79375" y="75406"/>
                </a:lnTo>
                <a:lnTo>
                  <a:pt x="79375" y="79375"/>
                </a:lnTo>
                <a:cubicBezTo>
                  <a:pt x="79375" y="83765"/>
                  <a:pt x="75828" y="87313"/>
                  <a:pt x="71438" y="87313"/>
                </a:cubicBezTo>
                <a:lnTo>
                  <a:pt x="55563" y="87313"/>
                </a:lnTo>
                <a:cubicBezTo>
                  <a:pt x="51172" y="87313"/>
                  <a:pt x="47625" y="83765"/>
                  <a:pt x="47625" y="79375"/>
                </a:cubicBezTo>
                <a:lnTo>
                  <a:pt x="47625" y="75406"/>
                </a:lnTo>
                <a:lnTo>
                  <a:pt x="0" y="75406"/>
                </a:lnTo>
                <a:lnTo>
                  <a:pt x="0" y="103188"/>
                </a:lnTo>
                <a:cubicBezTo>
                  <a:pt x="0" y="111944"/>
                  <a:pt x="7119" y="119063"/>
                  <a:pt x="15875" y="119063"/>
                </a:cubicBezTo>
                <a:lnTo>
                  <a:pt x="111125" y="119063"/>
                </a:lnTo>
                <a:cubicBezTo>
                  <a:pt x="119881" y="119063"/>
                  <a:pt x="127000" y="111944"/>
                  <a:pt x="127000" y="103188"/>
                </a:cubicBezTo>
                <a:lnTo>
                  <a:pt x="127000" y="75406"/>
                </a:ln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g3ce15a3ed90_0_0"/>
          <p:cNvSpPr/>
          <p:nvPr/>
        </p:nvSpPr>
        <p:spPr>
          <a:xfrm>
            <a:off x="865188" y="4284663"/>
            <a:ext cx="34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Karir</a:t>
            </a:r>
            <a:endParaRPr b="0" i="0" sz="1600" u="none" cap="none" strike="noStrike"/>
          </a:p>
        </p:txBody>
      </p:sp>
      <p:sp>
        <p:nvSpPr>
          <p:cNvPr id="765" name="Google Shape;765;g3ce15a3ed90_0_0"/>
          <p:cNvSpPr/>
          <p:nvPr/>
        </p:nvSpPr>
        <p:spPr>
          <a:xfrm>
            <a:off x="833438" y="4538663"/>
            <a:ext cx="4929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Portfolio untuk melamar Junior Web Developer</a:t>
            </a:r>
            <a:endParaRPr b="0" i="0" sz="1600" u="none" cap="none" strike="noStrike"/>
          </a:p>
        </p:txBody>
      </p:sp>
      <p:sp>
        <p:nvSpPr>
          <p:cNvPr id="766" name="Google Shape;766;g3ce15a3ed90_0_0"/>
          <p:cNvSpPr/>
          <p:nvPr/>
        </p:nvSpPr>
        <p:spPr>
          <a:xfrm>
            <a:off x="833438" y="4729163"/>
            <a:ext cx="4929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Fokus ke proses: "Saya bangun dari nol"</a:t>
            </a:r>
            <a:endParaRPr b="0" i="0" sz="1600" u="none" cap="none" strike="noStrike"/>
          </a:p>
        </p:txBody>
      </p:sp>
      <p:sp>
        <p:nvSpPr>
          <p:cNvPr id="767" name="Google Shape;767;g3ce15a3ed90_0_0"/>
          <p:cNvSpPr/>
          <p:nvPr/>
        </p:nvSpPr>
        <p:spPr>
          <a:xfrm>
            <a:off x="6195219" y="1308894"/>
            <a:ext cx="5675313" cy="1277938"/>
          </a:xfrm>
          <a:custGeom>
            <a:rect b="b" l="l" r="r" t="t"/>
            <a:pathLst>
              <a:path extrusionOk="0" h="1277938" w="5675313">
                <a:moveTo>
                  <a:pt x="95245" y="0"/>
                </a:moveTo>
                <a:lnTo>
                  <a:pt x="5580068" y="0"/>
                </a:lnTo>
                <a:cubicBezTo>
                  <a:pt x="5632670" y="0"/>
                  <a:pt x="5675313" y="42642"/>
                  <a:pt x="5675313" y="95245"/>
                </a:cubicBezTo>
                <a:lnTo>
                  <a:pt x="5675313" y="1182693"/>
                </a:lnTo>
                <a:cubicBezTo>
                  <a:pt x="5675313" y="1235295"/>
                  <a:pt x="5632670" y="1277938"/>
                  <a:pt x="5580068" y="1277938"/>
                </a:cubicBezTo>
                <a:lnTo>
                  <a:pt x="95245" y="1277938"/>
                </a:lnTo>
                <a:cubicBezTo>
                  <a:pt x="42642" y="1277938"/>
                  <a:pt x="0" y="1235295"/>
                  <a:pt x="0" y="1182693"/>
                </a:cubicBezTo>
                <a:lnTo>
                  <a:pt x="0" y="95245"/>
                </a:lnTo>
                <a:cubicBezTo>
                  <a:pt x="0" y="42678"/>
                  <a:pt x="42678" y="0"/>
                  <a:pt x="95245" y="0"/>
                </a:cubicBezTo>
                <a:close/>
              </a:path>
            </a:pathLst>
          </a:custGeom>
          <a:gradFill>
            <a:gsLst>
              <a:gs pos="0">
                <a:srgbClr val="10B981">
                  <a:alpha val="20000"/>
                </a:srgbClr>
              </a:gs>
              <a:gs pos="100000">
                <a:srgbClr val="3B82F6">
                  <a:alpha val="20000"/>
                </a:srgbClr>
              </a:gs>
            </a:gsLst>
            <a:lin ang="0" scaled="0"/>
          </a:gradFill>
          <a:ln cap="flat" cmpd="sng" w="12700">
            <a:solidFill>
              <a:srgbClr val="10B981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g3ce15a3ed90_0_0"/>
          <p:cNvSpPr/>
          <p:nvPr/>
        </p:nvSpPr>
        <p:spPr>
          <a:xfrm>
            <a:off x="6342063" y="1471613"/>
            <a:ext cx="127000" cy="127000"/>
          </a:xfrm>
          <a:custGeom>
            <a:rect b="b" l="l" r="r" t="t"/>
            <a:pathLst>
              <a:path extrusionOk="0" h="127000" w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g3ce15a3ed90_0_0"/>
          <p:cNvSpPr/>
          <p:nvPr/>
        </p:nvSpPr>
        <p:spPr>
          <a:xfrm>
            <a:off x="6484938" y="1439863"/>
            <a:ext cx="5318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1F5F9"/>
                </a:solidFill>
                <a:latin typeface="Liter"/>
                <a:ea typeface="Liter"/>
                <a:cs typeface="Liter"/>
                <a:sym typeface="Liter"/>
              </a:rPr>
              <a:t>Catatan Teknis untuk Speaker</a:t>
            </a:r>
            <a:endParaRPr b="0" i="0" sz="1600" u="none" cap="none" strike="noStrike"/>
          </a:p>
        </p:txBody>
      </p:sp>
      <p:sp>
        <p:nvSpPr>
          <p:cNvPr id="770" name="Google Shape;770;g3ce15a3ed90_0_0"/>
          <p:cNvSpPr/>
          <p:nvPr/>
        </p:nvSpPr>
        <p:spPr>
          <a:xfrm>
            <a:off x="6326188" y="1725613"/>
            <a:ext cx="54690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Pastikan server Laravel sudah running sebelum webinar</a:t>
            </a:r>
            <a:endParaRPr b="0" i="0" sz="1600" u="none" cap="none" strike="noStrike"/>
          </a:p>
        </p:txBody>
      </p:sp>
      <p:sp>
        <p:nvSpPr>
          <p:cNvPr id="771" name="Google Shape;771;g3ce15a3ed90_0_0"/>
          <p:cNvSpPr/>
          <p:nvPr/>
        </p:nvSpPr>
        <p:spPr>
          <a:xfrm>
            <a:off x="6326188" y="1916113"/>
            <a:ext cx="54690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Siapkan database seeding (data awal)</a:t>
            </a:r>
            <a:endParaRPr b="0" i="0" sz="1600" u="none" cap="none" strike="noStrike"/>
          </a:p>
        </p:txBody>
      </p:sp>
      <p:sp>
        <p:nvSpPr>
          <p:cNvPr id="772" name="Google Shape;772;g3ce15a3ed90_0_0"/>
          <p:cNvSpPr/>
          <p:nvPr/>
        </p:nvSpPr>
        <p:spPr>
          <a:xfrm>
            <a:off x="6326188" y="2106613"/>
            <a:ext cx="54690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Jika peserta banyak, siapkan mock server cadangan</a:t>
            </a:r>
            <a:endParaRPr b="0" i="0" sz="1600" u="none" cap="none" strike="noStrike"/>
          </a:p>
        </p:txBody>
      </p:sp>
      <p:sp>
        <p:nvSpPr>
          <p:cNvPr id="773" name="Google Shape;773;g3ce15a3ed90_0_0"/>
          <p:cNvSpPr/>
          <p:nvPr/>
        </p:nvSpPr>
        <p:spPr>
          <a:xfrm>
            <a:off x="6326188" y="2297113"/>
            <a:ext cx="54690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Sediakan link CodeSandbox Day 1 yang sudah dimodifikasi</a:t>
            </a:r>
            <a:endParaRPr b="0" i="0" sz="1600" u="none" cap="none" strike="noStrike"/>
          </a:p>
        </p:txBody>
      </p:sp>
      <p:sp>
        <p:nvSpPr>
          <p:cNvPr id="774" name="Google Shape;774;g3ce15a3ed90_0_0"/>
          <p:cNvSpPr/>
          <p:nvPr/>
        </p:nvSpPr>
        <p:spPr>
          <a:xfrm>
            <a:off x="4287366" y="5689600"/>
            <a:ext cx="3619500" cy="412750"/>
          </a:xfrm>
          <a:custGeom>
            <a:rect b="b" l="l" r="r" t="t"/>
            <a:pathLst>
              <a:path extrusionOk="0" h="412750" w="3619500">
                <a:moveTo>
                  <a:pt x="206375" y="0"/>
                </a:moveTo>
                <a:lnTo>
                  <a:pt x="3413125" y="0"/>
                </a:lnTo>
                <a:cubicBezTo>
                  <a:pt x="3527026" y="0"/>
                  <a:pt x="3619500" y="92474"/>
                  <a:pt x="3619500" y="206375"/>
                </a:cubicBezTo>
                <a:lnTo>
                  <a:pt x="3619500" y="206375"/>
                </a:lnTo>
                <a:cubicBezTo>
                  <a:pt x="3619500" y="320276"/>
                  <a:pt x="3527026" y="412750"/>
                  <a:pt x="3413125" y="412750"/>
                </a:cubicBezTo>
                <a:lnTo>
                  <a:pt x="206375" y="412750"/>
                </a:lnTo>
                <a:cubicBezTo>
                  <a:pt x="92474" y="412750"/>
                  <a:pt x="0" y="320276"/>
                  <a:pt x="0" y="206375"/>
                </a:cubicBezTo>
                <a:lnTo>
                  <a:pt x="0" y="206375"/>
                </a:lnTo>
                <a:cubicBezTo>
                  <a:pt x="0" y="92474"/>
                  <a:pt x="92474" y="0"/>
                  <a:pt x="206375" y="0"/>
                </a:cubicBez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10B98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g3ce15a3ed90_0_0"/>
          <p:cNvSpPr/>
          <p:nvPr/>
        </p:nvSpPr>
        <p:spPr>
          <a:xfrm>
            <a:off x="4561210" y="7874000"/>
            <a:ext cx="158750" cy="158750"/>
          </a:xfrm>
          <a:custGeom>
            <a:rect b="b" l="l" r="r" t="t"/>
            <a:pathLst>
              <a:path extrusionOk="0" h="158750" w="158750">
                <a:moveTo>
                  <a:pt x="39688" y="99219"/>
                </a:moveTo>
                <a:lnTo>
                  <a:pt x="7596" y="99219"/>
                </a:lnTo>
                <a:cubicBezTo>
                  <a:pt x="-124" y="99219"/>
                  <a:pt x="-4868" y="90816"/>
                  <a:pt x="-899" y="84181"/>
                </a:cubicBezTo>
                <a:lnTo>
                  <a:pt x="15503" y="56834"/>
                </a:lnTo>
                <a:cubicBezTo>
                  <a:pt x="18200" y="52338"/>
                  <a:pt x="23037" y="49609"/>
                  <a:pt x="28277" y="49609"/>
                </a:cubicBezTo>
                <a:lnTo>
                  <a:pt x="57733" y="49609"/>
                </a:lnTo>
                <a:cubicBezTo>
                  <a:pt x="81328" y="9643"/>
                  <a:pt x="116520" y="7627"/>
                  <a:pt x="140053" y="11069"/>
                </a:cubicBezTo>
                <a:cubicBezTo>
                  <a:pt x="144022" y="11658"/>
                  <a:pt x="147123" y="14759"/>
                  <a:pt x="147681" y="18697"/>
                </a:cubicBezTo>
                <a:cubicBezTo>
                  <a:pt x="151123" y="42230"/>
                  <a:pt x="149107" y="77422"/>
                  <a:pt x="109141" y="101017"/>
                </a:cubicBezTo>
                <a:lnTo>
                  <a:pt x="109141" y="130473"/>
                </a:lnTo>
                <a:cubicBezTo>
                  <a:pt x="109141" y="135713"/>
                  <a:pt x="106412" y="140550"/>
                  <a:pt x="101916" y="143247"/>
                </a:cubicBezTo>
                <a:lnTo>
                  <a:pt x="74569" y="159649"/>
                </a:lnTo>
                <a:cubicBezTo>
                  <a:pt x="67965" y="163618"/>
                  <a:pt x="59531" y="158843"/>
                  <a:pt x="59531" y="151154"/>
                </a:cubicBezTo>
                <a:lnTo>
                  <a:pt x="59531" y="119062"/>
                </a:lnTo>
                <a:cubicBezTo>
                  <a:pt x="59531" y="108117"/>
                  <a:pt x="50633" y="99219"/>
                  <a:pt x="39688" y="99219"/>
                </a:cubicBezTo>
                <a:lnTo>
                  <a:pt x="39656" y="99219"/>
                </a:lnTo>
                <a:close/>
                <a:moveTo>
                  <a:pt x="124023" y="49609"/>
                </a:moveTo>
                <a:cubicBezTo>
                  <a:pt x="124023" y="41395"/>
                  <a:pt x="117355" y="34727"/>
                  <a:pt x="109141" y="34727"/>
                </a:cubicBezTo>
                <a:cubicBezTo>
                  <a:pt x="100927" y="34727"/>
                  <a:pt x="94258" y="41395"/>
                  <a:pt x="94258" y="49609"/>
                </a:cubicBezTo>
                <a:cubicBezTo>
                  <a:pt x="94258" y="57823"/>
                  <a:pt x="100927" y="64492"/>
                  <a:pt x="109141" y="64492"/>
                </a:cubicBezTo>
                <a:cubicBezTo>
                  <a:pt x="117355" y="64492"/>
                  <a:pt x="124023" y="57823"/>
                  <a:pt x="124023" y="496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g3ce15a3ed90_0_0"/>
          <p:cNvSpPr/>
          <p:nvPr/>
        </p:nvSpPr>
        <p:spPr>
          <a:xfrm>
            <a:off x="4799335" y="5784850"/>
            <a:ext cx="2889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Selamat! Anda sudah Fullstack Developer! 🎉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2026-03-09T09:06:54Z</dcterms:created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{"Label":"DAY 2: Menghidupkan Backend - Finance Tracker dengan Laravel","ContentProducer":"001191110108MACG2KBH8F10000","ProduceID":"19cd139c-5282-8b1b-8000-0000f6685f78","ReservedCode1":"","ContentPropagator":"001191110108MACG2KBH8F20000","PropagateID":"19cd139c-5282-8b1b-8000-0000f6685f78","ReservedCode2":""}</vt:lpwstr>
  </property>
</Properties>
</file>